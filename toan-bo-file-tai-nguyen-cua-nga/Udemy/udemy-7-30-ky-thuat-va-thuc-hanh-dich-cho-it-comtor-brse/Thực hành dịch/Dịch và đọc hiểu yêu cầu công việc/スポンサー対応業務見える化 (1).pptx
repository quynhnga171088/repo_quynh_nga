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92" r:id="rId5"/>
    <p:sldId id="29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EE8"/>
    <a:srgbClr val="898989"/>
    <a:srgbClr val="E6E6E6"/>
    <a:srgbClr val="C85A8C"/>
    <a:srgbClr val="336699"/>
    <a:srgbClr val="0065A4"/>
    <a:srgbClr val="F2F2F2"/>
    <a:srgbClr val="FFFFFF"/>
    <a:srgbClr val="FFFF9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45" autoAdjust="0"/>
    <p:restoredTop sz="95026" autoAdjust="0"/>
  </p:normalViewPr>
  <p:slideViewPr>
    <p:cSldViewPr snapToGrid="0">
      <p:cViewPr varScale="1">
        <p:scale>
          <a:sx n="84" d="100"/>
          <a:sy n="84" d="100"/>
        </p:scale>
        <p:origin x="1848" y="28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50039-ED9B-45D6-BFF5-77CD3AD30E44}" type="datetimeFigureOut">
              <a:rPr lang="en-US" smtClean="0"/>
              <a:t>4/2/2025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492AC-2F3A-4650-8D36-95F5C3246B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9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45DF-368C-0DB3-D227-C255BF70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E2CBB7-DB65-A750-2458-968C0E936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8E1F2ED-EF31-EC05-6EC1-DD957E176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056431-E910-458C-E3B9-DCCDCA3E0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492AC-2F3A-4650-8D36-95F5C3246BD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5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B2CA-A258-B093-078D-6778D3AF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B35732-8F4D-6F82-6003-84458545A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B678584-A1CF-CB2B-DCC5-A95A9388D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D1EF9B-1943-808D-2091-841EC54EA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492AC-2F3A-4650-8D36-95F5C3246BD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54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gif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gif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gif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3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9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2.png"/><Relationship Id="rId29" Type="http://schemas.openxmlformats.org/officeDocument/2006/relationships/hyperlink" Target="https://www.linkedin.com/company/cmic-group/?viewAsMember=true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0.png"/><Relationship Id="rId32" Type="http://schemas.openxmlformats.org/officeDocument/2006/relationships/image" Target="../media/image3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6.png"/><Relationship Id="rId28" Type="http://schemas.openxmlformats.org/officeDocument/2006/relationships/hyperlink" Target="https://twitter.com/CMIC_Group" TargetMode="External"/><Relationship Id="rId10" Type="http://schemas.openxmlformats.org/officeDocument/2006/relationships/image" Target="../media/image11.png"/><Relationship Id="rId19" Type="http://schemas.openxmlformats.org/officeDocument/2006/relationships/image" Target="../media/image21.png"/><Relationship Id="rId31" Type="http://schemas.openxmlformats.org/officeDocument/2006/relationships/hyperlink" Target="http://www.cmicgroup.com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4.png"/><Relationship Id="rId27" Type="http://schemas.openxmlformats.org/officeDocument/2006/relationships/image" Target="../media/image31.png"/><Relationship Id="rId30" Type="http://schemas.openxmlformats.org/officeDocument/2006/relationships/hyperlink" Target="https://www.youtube.com/channel/UCvcNZ3lQxYbzWzVeqRKKoJQ/featured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21"/>
          <a:stretch/>
        </p:blipFill>
        <p:spPr>
          <a:xfrm>
            <a:off x="-9144" y="207815"/>
            <a:ext cx="4373532" cy="651366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855563" y="2311253"/>
            <a:ext cx="5288437" cy="2639506"/>
          </a:xfrm>
          <a:prstGeom prst="rect">
            <a:avLst/>
          </a:prstGeom>
          <a:solidFill>
            <a:srgbClr val="0065A4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51596" y="2866541"/>
            <a:ext cx="4560295" cy="589095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ja-JP" altLang="en-US" dirty="0"/>
              <a:t>タイトル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951596" y="3650568"/>
            <a:ext cx="4213783" cy="384638"/>
          </a:xfrm>
        </p:spPr>
        <p:txBody>
          <a:bodyPr>
            <a:normAutofit/>
          </a:bodyPr>
          <a:lstStyle>
            <a:lvl1pPr marL="0" indent="0" algn="l">
              <a:buNone/>
              <a:defRPr sz="22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サブタイトル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855563" y="5412518"/>
            <a:ext cx="3033712" cy="284301"/>
          </a:xfrm>
        </p:spPr>
        <p:txBody>
          <a:bodyPr>
            <a:noAutofit/>
          </a:bodyPr>
          <a:lstStyle>
            <a:lvl1pPr marL="0" indent="0">
              <a:buNone/>
              <a:defRPr sz="1800" b="1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800" b="1"/>
            </a:lvl4pPr>
            <a:lvl5pPr marL="1828800" indent="0">
              <a:buNone/>
              <a:defRPr sz="1800" b="1"/>
            </a:lvl5pPr>
          </a:lstStyle>
          <a:p>
            <a:pPr lvl="0"/>
            <a:r>
              <a:rPr lang="ja-JP" altLang="en-US" dirty="0"/>
              <a:t>氏名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855563" y="5054369"/>
            <a:ext cx="3911535" cy="25958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ja-JP" altLang="en-US" dirty="0"/>
              <a:t>会社、部署</a:t>
            </a:r>
            <a:endParaRPr 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-1" y="6562390"/>
            <a:ext cx="393272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Copyright</a:t>
            </a:r>
            <a:r>
              <a:rPr lang="en-US" altLang="ja-JP" sz="11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 </a:t>
            </a: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©</a:t>
            </a:r>
            <a:r>
              <a:rPr lang="en-US" altLang="ja-JP" sz="11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2022 CMIC Group – All Rights Reserved 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771" y="24384"/>
            <a:ext cx="3160888" cy="11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660" y="1630803"/>
            <a:ext cx="9144000" cy="352979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6533" y="2508361"/>
            <a:ext cx="7886700" cy="1325563"/>
          </a:xfrm>
        </p:spPr>
        <p:txBody>
          <a:bodyPr>
            <a:normAutofit/>
          </a:bodyPr>
          <a:lstStyle>
            <a:lvl1pPr algn="ctr">
              <a:defRPr sz="34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タイトル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673" y="600457"/>
            <a:ext cx="295657" cy="170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519" b="3611"/>
          <a:stretch/>
        </p:blipFill>
        <p:spPr>
          <a:xfrm>
            <a:off x="8256345" y="488573"/>
            <a:ext cx="425176" cy="2744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803198" y="721993"/>
            <a:ext cx="418622" cy="4344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12"/>
          <a:srcRect l="3811"/>
          <a:stretch/>
        </p:blipFill>
        <p:spPr>
          <a:xfrm>
            <a:off x="8131292" y="730726"/>
            <a:ext cx="258960" cy="2794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1796" y="734125"/>
            <a:ext cx="281437" cy="46906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599342" y="988161"/>
            <a:ext cx="460124" cy="3473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046678" y="283313"/>
            <a:ext cx="450361" cy="36286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20175553">
            <a:off x="7832298" y="514930"/>
            <a:ext cx="367579" cy="36757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654412" y="227365"/>
            <a:ext cx="500415" cy="197530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8012230" y="1010131"/>
            <a:ext cx="365573" cy="168311"/>
            <a:chOff x="3091047" y="2790905"/>
            <a:chExt cx="2669673" cy="1369615"/>
          </a:xfrm>
        </p:grpSpPr>
        <p:pic>
          <p:nvPicPr>
            <p:cNvPr id="24" name="Picture 23"/>
            <p:cNvPicPr>
              <a:picLocks noChangeAspect="1"/>
            </p:cNvPicPr>
            <p:nvPr userDrawn="1"/>
          </p:nvPicPr>
          <p:blipFill rotWithShape="1">
            <a:blip r:embed="rId18"/>
            <a:srcRect r="9866" b="1277"/>
            <a:stretch/>
          </p:blipFill>
          <p:spPr>
            <a:xfrm>
              <a:off x="3091047" y="2790905"/>
              <a:ext cx="2669673" cy="1259887"/>
            </a:xfrm>
            <a:prstGeom prst="rect">
              <a:avLst/>
            </a:prstGeom>
          </p:spPr>
        </p:pic>
        <p:sp>
          <p:nvSpPr>
            <p:cNvPr id="26" name="Oval 25"/>
            <p:cNvSpPr/>
            <p:nvPr userDrawn="1"/>
          </p:nvSpPr>
          <p:spPr>
            <a:xfrm>
              <a:off x="4626864" y="3895344"/>
              <a:ext cx="512064" cy="2651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19"/>
          <a:srcRect t="3633" r="6692" b="1358"/>
          <a:stretch/>
        </p:blipFill>
        <p:spPr>
          <a:xfrm>
            <a:off x="7767691" y="880579"/>
            <a:ext cx="333181" cy="2544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695858" y="1590081"/>
            <a:ext cx="450802" cy="44915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8996200" y="1191945"/>
            <a:ext cx="152806" cy="44921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8672122" y="1294744"/>
            <a:ext cx="417028" cy="34370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 rot="10164149">
            <a:off x="7383557" y="-98712"/>
            <a:ext cx="504282" cy="34792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 rot="1393624">
            <a:off x="7144770" y="-5102"/>
            <a:ext cx="369815" cy="21447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6896106" y="-23904"/>
            <a:ext cx="272295" cy="293513"/>
          </a:xfrm>
          <a:prstGeom prst="rect">
            <a:avLst/>
          </a:prstGeom>
        </p:spPr>
      </p:pic>
      <p:sp>
        <p:nvSpPr>
          <p:cNvPr id="61" name="スライド番号プレースホルダー 5"/>
          <p:cNvSpPr txBox="1">
            <a:spLocks/>
          </p:cNvSpPr>
          <p:nvPr userDrawn="1"/>
        </p:nvSpPr>
        <p:spPr>
          <a:xfrm>
            <a:off x="8487208" y="663412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034" y="6216490"/>
            <a:ext cx="358781" cy="311499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 userDrawn="1"/>
        </p:nvPicPr>
        <p:blipFill rotWithShape="1">
          <a:blip r:embed="rId15"/>
          <a:srcRect r="-3571" b="28721"/>
          <a:stretch/>
        </p:blipFill>
        <p:spPr>
          <a:xfrm>
            <a:off x="1461579" y="6271190"/>
            <a:ext cx="466445" cy="258644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75548">
            <a:off x="393746" y="5263408"/>
            <a:ext cx="446527" cy="439325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83396" y="6068005"/>
            <a:ext cx="460124" cy="347305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519" b="3611"/>
          <a:stretch/>
        </p:blipFill>
        <p:spPr>
          <a:xfrm>
            <a:off x="2208518" y="6577575"/>
            <a:ext cx="425176" cy="274434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98" t="42899" r="-1"/>
          <a:stretch/>
        </p:blipFill>
        <p:spPr>
          <a:xfrm rot="10800000">
            <a:off x="2244759" y="6397651"/>
            <a:ext cx="404407" cy="212334"/>
          </a:xfrm>
          <a:prstGeom prst="rect">
            <a:avLst/>
          </a:prstGeom>
        </p:spPr>
      </p:pic>
      <p:grpSp>
        <p:nvGrpSpPr>
          <p:cNvPr id="55" name="Group 54"/>
          <p:cNvGrpSpPr/>
          <p:nvPr userDrawn="1"/>
        </p:nvGrpSpPr>
        <p:grpSpPr>
          <a:xfrm rot="10800000">
            <a:off x="-83301" y="4826586"/>
            <a:ext cx="2325714" cy="2208954"/>
            <a:chOff x="7048506" y="-17316"/>
            <a:chExt cx="2325714" cy="2208954"/>
          </a:xfrm>
        </p:grpSpPr>
        <p:pic>
          <p:nvPicPr>
            <p:cNvPr id="56" name="Picture 5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9054" y="-17316"/>
              <a:ext cx="446527" cy="439325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6073" y="752857"/>
              <a:ext cx="295657" cy="170688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343" y="152400"/>
              <a:ext cx="251461" cy="355093"/>
            </a:xfrm>
            <a:prstGeom prst="rect">
              <a:avLst/>
            </a:prstGeom>
          </p:spPr>
        </p:pic>
        <p:pic>
          <p:nvPicPr>
            <p:cNvPr id="59" name="Picture 58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334594">
              <a:off x="8975933" y="575106"/>
              <a:ext cx="377953" cy="371857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580017">
              <a:off x="8348927" y="154949"/>
              <a:ext cx="370538" cy="604961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7519" b="3611"/>
            <a:stretch/>
          </p:blipFill>
          <p:spPr>
            <a:xfrm>
              <a:off x="8408745" y="640973"/>
              <a:ext cx="425176" cy="274434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0202" y="507493"/>
              <a:ext cx="284989" cy="202692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6683" y="145544"/>
              <a:ext cx="297016" cy="257874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8427" y="347701"/>
              <a:ext cx="246246" cy="266612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955598" y="874393"/>
              <a:ext cx="418622" cy="434479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 userDrawn="1"/>
          </p:nvPicPr>
          <p:blipFill rotWithShape="1">
            <a:blip r:embed="rId12"/>
            <a:srcRect l="3811"/>
            <a:stretch/>
          </p:blipFill>
          <p:spPr>
            <a:xfrm>
              <a:off x="8283692" y="883126"/>
              <a:ext cx="258960" cy="279405"/>
            </a:xfrm>
            <a:prstGeom prst="rect">
              <a:avLst/>
            </a:prstGeom>
          </p:spPr>
        </p:pic>
        <p:pic>
          <p:nvPicPr>
            <p:cNvPr id="68" name="Picture 67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8534196" y="886525"/>
              <a:ext cx="281437" cy="469061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8751742" y="1140561"/>
              <a:ext cx="460124" cy="347305"/>
            </a:xfrm>
            <a:prstGeom prst="rect">
              <a:avLst/>
            </a:prstGeom>
          </p:spPr>
        </p:pic>
        <p:pic>
          <p:nvPicPr>
            <p:cNvPr id="70" name="Picture 69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8199078" y="435713"/>
              <a:ext cx="450361" cy="362863"/>
            </a:xfrm>
            <a:prstGeom prst="rect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 rot="20175553">
              <a:off x="7984698" y="667330"/>
              <a:ext cx="367579" cy="367579"/>
            </a:xfrm>
            <a:prstGeom prst="rect">
              <a:avLst/>
            </a:prstGeom>
          </p:spPr>
        </p:pic>
        <p:pic>
          <p:nvPicPr>
            <p:cNvPr id="72" name="Picture 71"/>
            <p:cNvPicPr>
              <a:picLocks noChangeAspect="1"/>
            </p:cNvPicPr>
            <p:nvPr userDrawn="1"/>
          </p:nvPicPr>
          <p:blipFill>
            <a:blip r:embed="rId17"/>
            <a:stretch>
              <a:fillRect/>
            </a:stretch>
          </p:blipFill>
          <p:spPr>
            <a:xfrm>
              <a:off x="7806812" y="379765"/>
              <a:ext cx="500415" cy="197530"/>
            </a:xfrm>
            <a:prstGeom prst="rect">
              <a:avLst/>
            </a:prstGeom>
          </p:spPr>
        </p:pic>
        <p:grpSp>
          <p:nvGrpSpPr>
            <p:cNvPr id="73" name="Group 72"/>
            <p:cNvGrpSpPr/>
            <p:nvPr userDrawn="1"/>
          </p:nvGrpSpPr>
          <p:grpSpPr>
            <a:xfrm>
              <a:off x="8164630" y="1162531"/>
              <a:ext cx="365573" cy="168311"/>
              <a:chOff x="3091047" y="2790905"/>
              <a:chExt cx="2669673" cy="1369615"/>
            </a:xfrm>
          </p:grpSpPr>
          <p:pic>
            <p:nvPicPr>
              <p:cNvPr id="81" name="Picture 80"/>
              <p:cNvPicPr>
                <a:picLocks noChangeAspect="1"/>
              </p:cNvPicPr>
              <p:nvPr userDrawn="1"/>
            </p:nvPicPr>
            <p:blipFill rotWithShape="1">
              <a:blip r:embed="rId18"/>
              <a:srcRect r="9866" b="1277"/>
              <a:stretch/>
            </p:blipFill>
            <p:spPr>
              <a:xfrm>
                <a:off x="3091047" y="2790905"/>
                <a:ext cx="2669673" cy="1259887"/>
              </a:xfrm>
              <a:prstGeom prst="rect">
                <a:avLst/>
              </a:prstGeom>
            </p:spPr>
          </p:pic>
          <p:sp>
            <p:nvSpPr>
              <p:cNvPr id="82" name="Oval 81"/>
              <p:cNvSpPr/>
              <p:nvPr userDrawn="1"/>
            </p:nvSpPr>
            <p:spPr>
              <a:xfrm>
                <a:off x="4626864" y="3895344"/>
                <a:ext cx="512064" cy="265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74" name="Picture 73"/>
            <p:cNvPicPr>
              <a:picLocks noChangeAspect="1"/>
            </p:cNvPicPr>
            <p:nvPr userDrawn="1"/>
          </p:nvPicPr>
          <p:blipFill rotWithShape="1">
            <a:blip r:embed="rId19"/>
            <a:srcRect t="3633" r="6692" b="1358"/>
            <a:stretch/>
          </p:blipFill>
          <p:spPr>
            <a:xfrm>
              <a:off x="7920091" y="1032979"/>
              <a:ext cx="333181" cy="254442"/>
            </a:xfrm>
            <a:prstGeom prst="rect">
              <a:avLst/>
            </a:prstGeom>
          </p:spPr>
        </p:pic>
        <p:pic>
          <p:nvPicPr>
            <p:cNvPr id="75" name="Picture 74"/>
            <p:cNvPicPr>
              <a:picLocks noChangeAspect="1"/>
            </p:cNvPicPr>
            <p:nvPr userDrawn="1"/>
          </p:nvPicPr>
          <p:blipFill>
            <a:blip r:embed="rId20"/>
            <a:stretch>
              <a:fillRect/>
            </a:stretch>
          </p:blipFill>
          <p:spPr>
            <a:xfrm>
              <a:off x="8848258" y="1742481"/>
              <a:ext cx="450802" cy="449157"/>
            </a:xfrm>
            <a:prstGeom prst="rect">
              <a:avLst/>
            </a:prstGeom>
          </p:spPr>
        </p:pic>
        <p:pic>
          <p:nvPicPr>
            <p:cNvPr id="76" name="Picture 75"/>
            <p:cNvPicPr>
              <a:picLocks noChangeAspect="1"/>
            </p:cNvPicPr>
            <p:nvPr userDrawn="1"/>
          </p:nvPicPr>
          <p:blipFill>
            <a:blip r:embed="rId21"/>
            <a:stretch>
              <a:fillRect/>
            </a:stretch>
          </p:blipFill>
          <p:spPr>
            <a:xfrm>
              <a:off x="9148600" y="1344345"/>
              <a:ext cx="152806" cy="449213"/>
            </a:xfrm>
            <a:prstGeom prst="rect">
              <a:avLst/>
            </a:prstGeom>
          </p:spPr>
        </p:pic>
        <p:pic>
          <p:nvPicPr>
            <p:cNvPr id="77" name="Picture 76"/>
            <p:cNvPicPr>
              <a:picLocks noChangeAspect="1"/>
            </p:cNvPicPr>
            <p:nvPr userDrawn="1"/>
          </p:nvPicPr>
          <p:blipFill>
            <a:blip r:embed="rId22"/>
            <a:stretch>
              <a:fillRect/>
            </a:stretch>
          </p:blipFill>
          <p:spPr>
            <a:xfrm>
              <a:off x="8824522" y="1447144"/>
              <a:ext cx="417028" cy="343704"/>
            </a:xfrm>
            <a:prstGeom prst="rect">
              <a:avLst/>
            </a:prstGeom>
          </p:spPr>
        </p:pic>
        <p:pic>
          <p:nvPicPr>
            <p:cNvPr id="78" name="Picture 77"/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 rot="10164149">
              <a:off x="7535957" y="53688"/>
              <a:ext cx="504282" cy="347928"/>
            </a:xfrm>
            <a:prstGeom prst="rect">
              <a:avLst/>
            </a:prstGeom>
          </p:spPr>
        </p:pic>
        <p:pic>
          <p:nvPicPr>
            <p:cNvPr id="79" name="Picture 78"/>
            <p:cNvPicPr>
              <a:picLocks noChangeAspect="1"/>
            </p:cNvPicPr>
            <p:nvPr userDrawn="1"/>
          </p:nvPicPr>
          <p:blipFill>
            <a:blip r:embed="rId24"/>
            <a:stretch>
              <a:fillRect/>
            </a:stretch>
          </p:blipFill>
          <p:spPr>
            <a:xfrm rot="1393624">
              <a:off x="7297170" y="147298"/>
              <a:ext cx="369815" cy="214479"/>
            </a:xfrm>
            <a:prstGeom prst="rect">
              <a:avLst/>
            </a:prstGeom>
          </p:spPr>
        </p:pic>
        <p:pic>
          <p:nvPicPr>
            <p:cNvPr id="80" name="Picture 79"/>
            <p:cNvPicPr>
              <a:picLocks noChangeAspect="1"/>
            </p:cNvPicPr>
            <p:nvPr userDrawn="1"/>
          </p:nvPicPr>
          <p:blipFill>
            <a:blip r:embed="rId25"/>
            <a:stretch>
              <a:fillRect/>
            </a:stretch>
          </p:blipFill>
          <p:spPr>
            <a:xfrm>
              <a:off x="7048506" y="128496"/>
              <a:ext cx="272295" cy="293513"/>
            </a:xfrm>
            <a:prstGeom prst="rect">
              <a:avLst/>
            </a:prstGeom>
          </p:spPr>
        </p:pic>
      </p:grpSp>
      <p:pic>
        <p:nvPicPr>
          <p:cNvPr id="83" name="Picture 82"/>
          <p:cNvPicPr>
            <a:picLocks noChangeAspect="1"/>
          </p:cNvPicPr>
          <p:nvPr userDrawn="1"/>
        </p:nvPicPr>
        <p:blipFill rotWithShape="1">
          <a:blip r:embed="rId12"/>
          <a:srcRect l="3811"/>
          <a:stretch/>
        </p:blipFill>
        <p:spPr>
          <a:xfrm>
            <a:off x="1318858" y="6067242"/>
            <a:ext cx="258960" cy="279405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 rot="11141896">
            <a:off x="229585" y="4868477"/>
            <a:ext cx="418622" cy="434479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99" y="4402312"/>
            <a:ext cx="297016" cy="257874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56188">
            <a:off x="267019" y="4449959"/>
            <a:ext cx="308945" cy="504400"/>
          </a:xfrm>
          <a:prstGeom prst="rect">
            <a:avLst/>
          </a:prstGeom>
        </p:spPr>
      </p:pic>
      <p:sp>
        <p:nvSpPr>
          <p:cNvPr id="87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805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1243" y="1987416"/>
            <a:ext cx="7886700" cy="1325563"/>
          </a:xfrm>
        </p:spPr>
        <p:txBody>
          <a:bodyPr>
            <a:normAutofit/>
          </a:bodyPr>
          <a:lstStyle>
            <a:lvl1pPr algn="ctr">
              <a:defRPr sz="34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タイトル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673" y="600457"/>
            <a:ext cx="295657" cy="170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519" b="3611"/>
          <a:stretch/>
        </p:blipFill>
        <p:spPr>
          <a:xfrm>
            <a:off x="8256345" y="488573"/>
            <a:ext cx="425176" cy="2744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803198" y="721993"/>
            <a:ext cx="418622" cy="4344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12"/>
          <a:srcRect l="3811"/>
          <a:stretch/>
        </p:blipFill>
        <p:spPr>
          <a:xfrm>
            <a:off x="8131292" y="730726"/>
            <a:ext cx="258960" cy="2794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1796" y="734125"/>
            <a:ext cx="281437" cy="46906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599342" y="988161"/>
            <a:ext cx="460124" cy="3473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046678" y="283313"/>
            <a:ext cx="450361" cy="36286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20175553">
            <a:off x="7832298" y="514930"/>
            <a:ext cx="367579" cy="36757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654412" y="227365"/>
            <a:ext cx="500415" cy="197530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8012230" y="1010131"/>
            <a:ext cx="365573" cy="168311"/>
            <a:chOff x="3091047" y="2790905"/>
            <a:chExt cx="2669673" cy="1369615"/>
          </a:xfrm>
        </p:grpSpPr>
        <p:pic>
          <p:nvPicPr>
            <p:cNvPr id="24" name="Picture 23"/>
            <p:cNvPicPr>
              <a:picLocks noChangeAspect="1"/>
            </p:cNvPicPr>
            <p:nvPr userDrawn="1"/>
          </p:nvPicPr>
          <p:blipFill rotWithShape="1">
            <a:blip r:embed="rId18"/>
            <a:srcRect r="9866" b="1277"/>
            <a:stretch/>
          </p:blipFill>
          <p:spPr>
            <a:xfrm>
              <a:off x="3091047" y="2790905"/>
              <a:ext cx="2669673" cy="1259887"/>
            </a:xfrm>
            <a:prstGeom prst="rect">
              <a:avLst/>
            </a:prstGeom>
          </p:spPr>
        </p:pic>
        <p:sp>
          <p:nvSpPr>
            <p:cNvPr id="26" name="Oval 25"/>
            <p:cNvSpPr/>
            <p:nvPr userDrawn="1"/>
          </p:nvSpPr>
          <p:spPr>
            <a:xfrm>
              <a:off x="4626864" y="3895344"/>
              <a:ext cx="512064" cy="2651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19"/>
          <a:srcRect t="3633" r="6692" b="1358"/>
          <a:stretch/>
        </p:blipFill>
        <p:spPr>
          <a:xfrm>
            <a:off x="7767691" y="880579"/>
            <a:ext cx="333181" cy="2544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695858" y="1590081"/>
            <a:ext cx="450802" cy="44915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8996200" y="1191945"/>
            <a:ext cx="152806" cy="44921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8672122" y="1294744"/>
            <a:ext cx="417028" cy="34370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 rot="10164149">
            <a:off x="7383557" y="-98712"/>
            <a:ext cx="504282" cy="34792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 rot="1393624">
            <a:off x="7144770" y="-5102"/>
            <a:ext cx="369815" cy="21447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6896106" y="-23904"/>
            <a:ext cx="272295" cy="293513"/>
          </a:xfrm>
          <a:prstGeom prst="rect">
            <a:avLst/>
          </a:prstGeom>
        </p:spPr>
      </p:pic>
      <p:sp>
        <p:nvSpPr>
          <p:cNvPr id="49" name="スライド番号プレースホルダー 5"/>
          <p:cNvSpPr txBox="1">
            <a:spLocks/>
          </p:cNvSpPr>
          <p:nvPr userDrawn="1"/>
        </p:nvSpPr>
        <p:spPr>
          <a:xfrm>
            <a:off x="8487208" y="665444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034" y="6216490"/>
            <a:ext cx="358781" cy="311499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 rotWithShape="1">
          <a:blip r:embed="rId15"/>
          <a:srcRect r="-3571" b="28721"/>
          <a:stretch/>
        </p:blipFill>
        <p:spPr>
          <a:xfrm>
            <a:off x="1461579" y="6271190"/>
            <a:ext cx="466445" cy="258644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75548">
            <a:off x="393746" y="5263408"/>
            <a:ext cx="446527" cy="439325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83396" y="6068005"/>
            <a:ext cx="460124" cy="347305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519" b="3611"/>
          <a:stretch/>
        </p:blipFill>
        <p:spPr>
          <a:xfrm>
            <a:off x="2208518" y="6577575"/>
            <a:ext cx="425176" cy="27443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98" t="42899" r="-1"/>
          <a:stretch/>
        </p:blipFill>
        <p:spPr>
          <a:xfrm rot="10800000">
            <a:off x="2244759" y="6397651"/>
            <a:ext cx="404407" cy="212334"/>
          </a:xfrm>
          <a:prstGeom prst="rect">
            <a:avLst/>
          </a:prstGeom>
        </p:spPr>
      </p:pic>
      <p:grpSp>
        <p:nvGrpSpPr>
          <p:cNvPr id="50" name="Group 49"/>
          <p:cNvGrpSpPr/>
          <p:nvPr userDrawn="1"/>
        </p:nvGrpSpPr>
        <p:grpSpPr>
          <a:xfrm rot="10800000">
            <a:off x="-83301" y="4826586"/>
            <a:ext cx="2325714" cy="2208954"/>
            <a:chOff x="7048506" y="-17316"/>
            <a:chExt cx="2325714" cy="2208954"/>
          </a:xfrm>
        </p:grpSpPr>
        <p:pic>
          <p:nvPicPr>
            <p:cNvPr id="51" name="Picture 5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9054" y="-17316"/>
              <a:ext cx="446527" cy="439325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6073" y="752857"/>
              <a:ext cx="295657" cy="170688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343" y="152400"/>
              <a:ext cx="251461" cy="355093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334594">
              <a:off x="8975933" y="575106"/>
              <a:ext cx="377953" cy="371857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580017">
              <a:off x="8348927" y="154949"/>
              <a:ext cx="370538" cy="604961"/>
            </a:xfrm>
            <a:prstGeom prst="rect">
              <a:avLst/>
            </a:prstGeom>
          </p:spPr>
        </p:pic>
        <p:pic>
          <p:nvPicPr>
            <p:cNvPr id="56" name="Picture 55"/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7519" b="3611"/>
            <a:stretch/>
          </p:blipFill>
          <p:spPr>
            <a:xfrm>
              <a:off x="8408745" y="640973"/>
              <a:ext cx="425176" cy="274434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0202" y="507493"/>
              <a:ext cx="284989" cy="202692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6683" y="145544"/>
              <a:ext cx="297016" cy="257874"/>
            </a:xfrm>
            <a:prstGeom prst="rect">
              <a:avLst/>
            </a:prstGeom>
          </p:spPr>
        </p:pic>
        <p:pic>
          <p:nvPicPr>
            <p:cNvPr id="59" name="Picture 58"/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8427" y="347701"/>
              <a:ext cx="246246" cy="266612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955598" y="874393"/>
              <a:ext cx="418622" cy="434479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 userDrawn="1"/>
          </p:nvPicPr>
          <p:blipFill rotWithShape="1">
            <a:blip r:embed="rId12"/>
            <a:srcRect l="3811"/>
            <a:stretch/>
          </p:blipFill>
          <p:spPr>
            <a:xfrm>
              <a:off x="8283692" y="883126"/>
              <a:ext cx="258960" cy="279405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8534196" y="886525"/>
              <a:ext cx="281437" cy="469061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8751742" y="1140561"/>
              <a:ext cx="460124" cy="347305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8199078" y="435713"/>
              <a:ext cx="450361" cy="362863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 rot="20175553">
              <a:off x="7984698" y="667330"/>
              <a:ext cx="367579" cy="367579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 userDrawn="1"/>
          </p:nvPicPr>
          <p:blipFill>
            <a:blip r:embed="rId17"/>
            <a:stretch>
              <a:fillRect/>
            </a:stretch>
          </p:blipFill>
          <p:spPr>
            <a:xfrm>
              <a:off x="7806812" y="379765"/>
              <a:ext cx="500415" cy="197530"/>
            </a:xfrm>
            <a:prstGeom prst="rect">
              <a:avLst/>
            </a:prstGeom>
          </p:spPr>
        </p:pic>
        <p:grpSp>
          <p:nvGrpSpPr>
            <p:cNvPr id="67" name="Group 66"/>
            <p:cNvGrpSpPr/>
            <p:nvPr userDrawn="1"/>
          </p:nvGrpSpPr>
          <p:grpSpPr>
            <a:xfrm>
              <a:off x="8164630" y="1162531"/>
              <a:ext cx="365573" cy="168311"/>
              <a:chOff x="3091047" y="2790905"/>
              <a:chExt cx="2669673" cy="1369615"/>
            </a:xfrm>
          </p:grpSpPr>
          <p:pic>
            <p:nvPicPr>
              <p:cNvPr id="75" name="Picture 74"/>
              <p:cNvPicPr>
                <a:picLocks noChangeAspect="1"/>
              </p:cNvPicPr>
              <p:nvPr userDrawn="1"/>
            </p:nvPicPr>
            <p:blipFill rotWithShape="1">
              <a:blip r:embed="rId18"/>
              <a:srcRect r="9866" b="1277"/>
              <a:stretch/>
            </p:blipFill>
            <p:spPr>
              <a:xfrm>
                <a:off x="3091047" y="2790905"/>
                <a:ext cx="2669673" cy="1259887"/>
              </a:xfrm>
              <a:prstGeom prst="rect">
                <a:avLst/>
              </a:prstGeom>
            </p:spPr>
          </p:pic>
          <p:sp>
            <p:nvSpPr>
              <p:cNvPr id="76" name="Oval 75"/>
              <p:cNvSpPr/>
              <p:nvPr userDrawn="1"/>
            </p:nvSpPr>
            <p:spPr>
              <a:xfrm>
                <a:off x="4626864" y="3895344"/>
                <a:ext cx="512064" cy="265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8" name="Picture 67"/>
            <p:cNvPicPr>
              <a:picLocks noChangeAspect="1"/>
            </p:cNvPicPr>
            <p:nvPr userDrawn="1"/>
          </p:nvPicPr>
          <p:blipFill rotWithShape="1">
            <a:blip r:embed="rId19"/>
            <a:srcRect t="3633" r="6692" b="1358"/>
            <a:stretch/>
          </p:blipFill>
          <p:spPr>
            <a:xfrm>
              <a:off x="7920091" y="1032979"/>
              <a:ext cx="333181" cy="254442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 userDrawn="1"/>
          </p:nvPicPr>
          <p:blipFill>
            <a:blip r:embed="rId20"/>
            <a:stretch>
              <a:fillRect/>
            </a:stretch>
          </p:blipFill>
          <p:spPr>
            <a:xfrm>
              <a:off x="8848258" y="1742481"/>
              <a:ext cx="450802" cy="449157"/>
            </a:xfrm>
            <a:prstGeom prst="rect">
              <a:avLst/>
            </a:prstGeom>
          </p:spPr>
        </p:pic>
        <p:pic>
          <p:nvPicPr>
            <p:cNvPr id="70" name="Picture 69"/>
            <p:cNvPicPr>
              <a:picLocks noChangeAspect="1"/>
            </p:cNvPicPr>
            <p:nvPr userDrawn="1"/>
          </p:nvPicPr>
          <p:blipFill>
            <a:blip r:embed="rId21"/>
            <a:stretch>
              <a:fillRect/>
            </a:stretch>
          </p:blipFill>
          <p:spPr>
            <a:xfrm>
              <a:off x="9148600" y="1344345"/>
              <a:ext cx="152806" cy="449213"/>
            </a:xfrm>
            <a:prstGeom prst="rect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 userDrawn="1"/>
          </p:nvPicPr>
          <p:blipFill>
            <a:blip r:embed="rId22"/>
            <a:stretch>
              <a:fillRect/>
            </a:stretch>
          </p:blipFill>
          <p:spPr>
            <a:xfrm>
              <a:off x="8824522" y="1447144"/>
              <a:ext cx="417028" cy="343704"/>
            </a:xfrm>
            <a:prstGeom prst="rect">
              <a:avLst/>
            </a:prstGeom>
          </p:spPr>
        </p:pic>
        <p:pic>
          <p:nvPicPr>
            <p:cNvPr id="72" name="Picture 71"/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 rot="10164149">
              <a:off x="7535957" y="53688"/>
              <a:ext cx="504282" cy="347928"/>
            </a:xfrm>
            <a:prstGeom prst="rect">
              <a:avLst/>
            </a:prstGeom>
          </p:spPr>
        </p:pic>
        <p:pic>
          <p:nvPicPr>
            <p:cNvPr id="73" name="Picture 72"/>
            <p:cNvPicPr>
              <a:picLocks noChangeAspect="1"/>
            </p:cNvPicPr>
            <p:nvPr userDrawn="1"/>
          </p:nvPicPr>
          <p:blipFill>
            <a:blip r:embed="rId24"/>
            <a:stretch>
              <a:fillRect/>
            </a:stretch>
          </p:blipFill>
          <p:spPr>
            <a:xfrm rot="1393624">
              <a:off x="7297170" y="147298"/>
              <a:ext cx="369815" cy="214479"/>
            </a:xfrm>
            <a:prstGeom prst="rect">
              <a:avLst/>
            </a:prstGeom>
          </p:spPr>
        </p:pic>
        <p:pic>
          <p:nvPicPr>
            <p:cNvPr id="74" name="Picture 73"/>
            <p:cNvPicPr>
              <a:picLocks noChangeAspect="1"/>
            </p:cNvPicPr>
            <p:nvPr userDrawn="1"/>
          </p:nvPicPr>
          <p:blipFill>
            <a:blip r:embed="rId25"/>
            <a:stretch>
              <a:fillRect/>
            </a:stretch>
          </p:blipFill>
          <p:spPr>
            <a:xfrm>
              <a:off x="7048506" y="128496"/>
              <a:ext cx="272295" cy="293513"/>
            </a:xfrm>
            <a:prstGeom prst="rect">
              <a:avLst/>
            </a:prstGeom>
          </p:spPr>
        </p:pic>
      </p:grpSp>
      <p:pic>
        <p:nvPicPr>
          <p:cNvPr id="77" name="Picture 76"/>
          <p:cNvPicPr>
            <a:picLocks noChangeAspect="1"/>
          </p:cNvPicPr>
          <p:nvPr userDrawn="1"/>
        </p:nvPicPr>
        <p:blipFill rotWithShape="1">
          <a:blip r:embed="rId12"/>
          <a:srcRect l="3811"/>
          <a:stretch/>
        </p:blipFill>
        <p:spPr>
          <a:xfrm>
            <a:off x="1318858" y="6067242"/>
            <a:ext cx="258960" cy="279405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 rot="11141896">
            <a:off x="229585" y="4868477"/>
            <a:ext cx="418622" cy="434479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499" y="4402312"/>
            <a:ext cx="297016" cy="257874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56188">
            <a:off x="267019" y="4449959"/>
            <a:ext cx="308945" cy="504400"/>
          </a:xfrm>
          <a:prstGeom prst="rect">
            <a:avLst/>
          </a:prstGeom>
        </p:spPr>
      </p:pic>
      <p:sp>
        <p:nvSpPr>
          <p:cNvPr id="81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23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435" y="249155"/>
            <a:ext cx="7886700" cy="449844"/>
          </a:xfrm>
        </p:spPr>
        <p:txBody>
          <a:bodyPr anchor="t">
            <a:normAutofit/>
          </a:bodyPr>
          <a:lstStyle>
            <a:lvl1pPr>
              <a:defRPr sz="30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見出し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435" y="958062"/>
            <a:ext cx="8249798" cy="43513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500">
                <a:solidFill>
                  <a:srgbClr val="0065A4"/>
                </a:solidFill>
                <a:latin typeface="+mn-lt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200">
                <a:solidFill>
                  <a:srgbClr val="0065A4"/>
                </a:solidFill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0065A4"/>
                </a:solidFill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880" y="587120"/>
            <a:ext cx="295657" cy="199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123" b="13832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54BCEB"/>
                </a:solidFill>
              </a:endParaRPr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t="26455" r="11600" b="13756"/>
          <a:stretch/>
        </p:blipFill>
        <p:spPr>
          <a:xfrm>
            <a:off x="7428813" y="6120669"/>
            <a:ext cx="1618488" cy="471364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スライド番号プレースホルダー 5"/>
          <p:cNvSpPr txBox="1">
            <a:spLocks/>
          </p:cNvSpPr>
          <p:nvPr userDrawn="1"/>
        </p:nvSpPr>
        <p:spPr>
          <a:xfrm>
            <a:off x="8487208" y="663412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696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435" y="249155"/>
            <a:ext cx="7886700" cy="449844"/>
          </a:xfrm>
        </p:spPr>
        <p:txBody>
          <a:bodyPr anchor="t">
            <a:normAutofit/>
          </a:bodyPr>
          <a:lstStyle>
            <a:lvl1pPr>
              <a:defRPr sz="30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見出し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435" y="958062"/>
            <a:ext cx="8249798" cy="43513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500">
                <a:solidFill>
                  <a:srgbClr val="0065A4"/>
                </a:solidFill>
                <a:latin typeface="+mn-lt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200">
                <a:solidFill>
                  <a:srgbClr val="0065A4"/>
                </a:solidFill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0065A4"/>
                </a:solidFill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880" y="587120"/>
            <a:ext cx="295657" cy="199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123" b="13832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54BCEB"/>
                </a:solidFill>
              </a:endParaRPr>
            </a:p>
          </p:txBody>
        </p:sp>
      </p:grpSp>
      <p:sp>
        <p:nvSpPr>
          <p:cNvPr id="26" name="スライド番号プレースホルダー 5"/>
          <p:cNvSpPr txBox="1">
            <a:spLocks/>
          </p:cNvSpPr>
          <p:nvPr userDrawn="1"/>
        </p:nvSpPr>
        <p:spPr>
          <a:xfrm>
            <a:off x="8487208" y="663412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  <p:sp>
        <p:nvSpPr>
          <p:cNvPr id="20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9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11221" y="5830478"/>
            <a:ext cx="9120078" cy="102752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435" y="249155"/>
            <a:ext cx="7886700" cy="449844"/>
          </a:xfrm>
        </p:spPr>
        <p:txBody>
          <a:bodyPr anchor="t">
            <a:normAutofit/>
          </a:bodyPr>
          <a:lstStyle>
            <a:lvl1pPr>
              <a:defRPr sz="30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見出し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435" y="958062"/>
            <a:ext cx="8249798" cy="43513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500">
                <a:solidFill>
                  <a:srgbClr val="0065A4"/>
                </a:solidFill>
                <a:latin typeface="+mn-lt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200">
                <a:solidFill>
                  <a:srgbClr val="0065A4"/>
                </a:solidFill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0065A4"/>
                </a:solidFill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880" y="587120"/>
            <a:ext cx="295657" cy="199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123" b="13832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54BCEB"/>
                </a:solidFill>
              </a:endParaRPr>
            </a:p>
          </p:txBody>
        </p:sp>
      </p:grpSp>
      <p:sp>
        <p:nvSpPr>
          <p:cNvPr id="27" name="スライド番号プレースホルダー 5"/>
          <p:cNvSpPr txBox="1">
            <a:spLocks/>
          </p:cNvSpPr>
          <p:nvPr userDrawn="1"/>
        </p:nvSpPr>
        <p:spPr>
          <a:xfrm>
            <a:off x="8487208" y="663412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  <p:sp>
        <p:nvSpPr>
          <p:cNvPr id="22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t="26455" r="11600" b="13756"/>
          <a:stretch/>
        </p:blipFill>
        <p:spPr>
          <a:xfrm>
            <a:off x="7428813" y="6120669"/>
            <a:ext cx="1618488" cy="47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7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11221" y="5830478"/>
            <a:ext cx="9120078" cy="102752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435" y="249155"/>
            <a:ext cx="7886700" cy="449844"/>
          </a:xfrm>
        </p:spPr>
        <p:txBody>
          <a:bodyPr anchor="t">
            <a:normAutofit/>
          </a:bodyPr>
          <a:lstStyle>
            <a:lvl1pPr>
              <a:defRPr sz="30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見出し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435" y="958062"/>
            <a:ext cx="8249798" cy="43513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500">
                <a:solidFill>
                  <a:srgbClr val="0065A4"/>
                </a:solidFill>
                <a:latin typeface="+mn-lt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200">
                <a:solidFill>
                  <a:srgbClr val="0065A4"/>
                </a:solidFill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0065A4"/>
                </a:solidFill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880" y="587120"/>
            <a:ext cx="295657" cy="199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123" b="13832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54BCEB"/>
                </a:solidFill>
              </a:endParaRPr>
            </a:p>
          </p:txBody>
        </p:sp>
      </p:grpSp>
      <p:sp>
        <p:nvSpPr>
          <p:cNvPr id="29" name="スライド番号プレースホルダー 5"/>
          <p:cNvSpPr txBox="1">
            <a:spLocks/>
          </p:cNvSpPr>
          <p:nvPr userDrawn="1"/>
        </p:nvSpPr>
        <p:spPr>
          <a:xfrm>
            <a:off x="8487208" y="663412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  <p:sp>
        <p:nvSpPr>
          <p:cNvPr id="20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60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and Call Out Box (resize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435" y="249155"/>
            <a:ext cx="7886700" cy="449844"/>
          </a:xfrm>
        </p:spPr>
        <p:txBody>
          <a:bodyPr anchor="t">
            <a:normAutofit/>
          </a:bodyPr>
          <a:lstStyle>
            <a:lvl1pPr>
              <a:defRPr sz="30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見出し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766" y="1000742"/>
            <a:ext cx="4856148" cy="43513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500">
                <a:solidFill>
                  <a:srgbClr val="0065A4"/>
                </a:solidFill>
                <a:latin typeface="+mn-lt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200">
                <a:solidFill>
                  <a:srgbClr val="0065A4"/>
                </a:solidFill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0065A4"/>
                </a:solidFill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880" y="587120"/>
            <a:ext cx="295657" cy="199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123" b="13832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54BCEB"/>
                </a:solidFill>
              </a:endParaRPr>
            </a:p>
          </p:txBody>
        </p:sp>
      </p:grpSp>
      <p:sp>
        <p:nvSpPr>
          <p:cNvPr id="25" name="スライド番号プレースホルダー 5"/>
          <p:cNvSpPr txBox="1">
            <a:spLocks/>
          </p:cNvSpPr>
          <p:nvPr userDrawn="1"/>
        </p:nvSpPr>
        <p:spPr>
          <a:xfrm>
            <a:off x="8487208" y="663412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  <p:sp>
        <p:nvSpPr>
          <p:cNvPr id="21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t="26455" r="11600" b="13756"/>
          <a:stretch/>
        </p:blipFill>
        <p:spPr>
          <a:xfrm>
            <a:off x="7428813" y="6120669"/>
            <a:ext cx="1618488" cy="47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39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, Content and Call Out Box (resize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3435" y="249155"/>
            <a:ext cx="7886700" cy="449844"/>
          </a:xfrm>
        </p:spPr>
        <p:txBody>
          <a:bodyPr anchor="t">
            <a:normAutofit/>
          </a:bodyPr>
          <a:lstStyle>
            <a:lvl1pPr>
              <a:defRPr sz="3000" b="1">
                <a:solidFill>
                  <a:srgbClr val="0065A4"/>
                </a:solidFill>
                <a:latin typeface="+mn-lt"/>
              </a:defRPr>
            </a:lvl1pPr>
          </a:lstStyle>
          <a:p>
            <a:r>
              <a:rPr lang="ja-JP" altLang="en-US" dirty="0"/>
              <a:t>見出し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766" y="1000742"/>
            <a:ext cx="4856148" cy="43513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500">
                <a:solidFill>
                  <a:srgbClr val="0065A4"/>
                </a:solidFill>
                <a:latin typeface="+mn-lt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200">
                <a:solidFill>
                  <a:srgbClr val="0065A4"/>
                </a:solidFill>
                <a:latin typeface="+mn-lt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rgbClr val="0065A4"/>
                </a:solidFill>
                <a:latin typeface="+mn-lt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0065A4"/>
                </a:solidFill>
                <a:latin typeface="+mn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880" y="587120"/>
            <a:ext cx="295657" cy="1999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123" b="13832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54BCEB"/>
                </a:solidFill>
              </a:endParaRPr>
            </a:p>
          </p:txBody>
        </p:sp>
      </p:grpSp>
      <p:sp>
        <p:nvSpPr>
          <p:cNvPr id="25" name="スライド番号プレースホルダー 5"/>
          <p:cNvSpPr txBox="1">
            <a:spLocks/>
          </p:cNvSpPr>
          <p:nvPr userDrawn="1"/>
        </p:nvSpPr>
        <p:spPr>
          <a:xfrm>
            <a:off x="8487208" y="6634127"/>
            <a:ext cx="580154" cy="17053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ja-JP"/>
            </a:defPPr>
            <a:lvl1pPr marL="0" algn="r" defTabSz="457200" rtl="0" eaLnBrk="1" latinLnBrk="0" hangingPunct="1">
              <a:defRPr kumimoji="1" sz="1200" kern="1200">
                <a:solidFill>
                  <a:srgbClr val="4B4B4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DA8D3F-C4BA-F749-B057-2D7314579E99}" type="slidenum">
              <a:rPr lang="ja-JP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pPr/>
              <a:t>‹#›</a:t>
            </a:fld>
            <a:endParaRPr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  <p:sp>
        <p:nvSpPr>
          <p:cNvPr id="21" name="正方形/長方形 22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4058111" y="6596390"/>
            <a:ext cx="10358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CONFIDENTIAL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90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, Thank You, 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0" y="0"/>
            <a:ext cx="9144000" cy="6864856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4" y="-169716"/>
            <a:ext cx="446527" cy="43932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673" y="600457"/>
            <a:ext cx="295657" cy="170688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3" y="0"/>
            <a:ext cx="251461" cy="35509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334594">
            <a:off x="8823533" y="422706"/>
            <a:ext cx="377953" cy="37185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017">
            <a:off x="8196527" y="2549"/>
            <a:ext cx="370538" cy="60496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519" b="3611"/>
          <a:stretch/>
        </p:blipFill>
        <p:spPr>
          <a:xfrm>
            <a:off x="8256345" y="488573"/>
            <a:ext cx="425176" cy="27443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802" y="355093"/>
            <a:ext cx="284989" cy="202692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83" y="-6856"/>
            <a:ext cx="297016" cy="257874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27" y="195301"/>
            <a:ext cx="246246" cy="26661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803198" y="721993"/>
            <a:ext cx="418622" cy="434479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 userDrawn="1"/>
        </p:nvPicPr>
        <p:blipFill rotWithShape="1">
          <a:blip r:embed="rId12"/>
          <a:srcRect l="3811"/>
          <a:stretch/>
        </p:blipFill>
        <p:spPr>
          <a:xfrm>
            <a:off x="8131292" y="730726"/>
            <a:ext cx="258960" cy="27940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1796" y="734125"/>
            <a:ext cx="281437" cy="469061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599342" y="988161"/>
            <a:ext cx="460124" cy="347305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046678" y="283313"/>
            <a:ext cx="450361" cy="362863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 rot="20175553">
            <a:off x="7832298" y="514930"/>
            <a:ext cx="367579" cy="367579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654412" y="227365"/>
            <a:ext cx="500415" cy="19753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18"/>
          <a:srcRect r="9866" b="1277"/>
          <a:stretch/>
        </p:blipFill>
        <p:spPr>
          <a:xfrm>
            <a:off x="8012230" y="1010132"/>
            <a:ext cx="365573" cy="154827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695858" y="1590081"/>
            <a:ext cx="450802" cy="44915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996200" y="1191945"/>
            <a:ext cx="152806" cy="449213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8672122" y="1294744"/>
            <a:ext cx="417028" cy="343704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 userDrawn="1"/>
        </p:nvPicPr>
        <p:blipFill rotWithShape="1">
          <a:blip r:embed="rId22"/>
          <a:srcRect r="21688" b="25666"/>
          <a:stretch/>
        </p:blipFill>
        <p:spPr>
          <a:xfrm rot="10164149">
            <a:off x="7500206" y="-20232"/>
            <a:ext cx="394912" cy="258629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7234736" y="-23904"/>
            <a:ext cx="272295" cy="29351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 userDrawn="1"/>
        </p:nvPicPr>
        <p:blipFill rotWithShape="1">
          <a:blip r:embed="rId24"/>
          <a:srcRect t="3633" r="6692" b="1358"/>
          <a:stretch/>
        </p:blipFill>
        <p:spPr>
          <a:xfrm>
            <a:off x="7767691" y="880579"/>
            <a:ext cx="333181" cy="254442"/>
          </a:xfrm>
          <a:prstGeom prst="rect">
            <a:avLst/>
          </a:prstGeom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7D366780-89B4-0A41-A8AF-7A9B0873D607}"/>
              </a:ext>
            </a:extLst>
          </p:cNvPr>
          <p:cNvSpPr/>
          <p:nvPr userDrawn="1"/>
        </p:nvSpPr>
        <p:spPr>
          <a:xfrm>
            <a:off x="135623" y="6588590"/>
            <a:ext cx="316464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Copyright ©2022 </a:t>
            </a:r>
            <a:r>
              <a:rPr lang="en-US" altLang="ja-JP" sz="11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CMIC Group – All Rights Reserved </a:t>
            </a:r>
            <a:endParaRPr kumimoji="1" lang="ja-JP" altLang="en-US" sz="11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4" name="Rectangle 5"/>
          <p:cNvSpPr/>
          <p:nvPr userDrawn="1"/>
        </p:nvSpPr>
        <p:spPr>
          <a:xfrm>
            <a:off x="4856711" y="3156480"/>
            <a:ext cx="3357819" cy="2001471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26"/>
          <p:cNvSpPr txBox="1"/>
          <p:nvPr userDrawn="1"/>
        </p:nvSpPr>
        <p:spPr>
          <a:xfrm>
            <a:off x="5063438" y="3254705"/>
            <a:ext cx="2329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0065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 Us</a:t>
            </a:r>
          </a:p>
        </p:txBody>
      </p:sp>
      <p:pic>
        <p:nvPicPr>
          <p:cNvPr id="57" name="Picture 5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438" y="3748005"/>
            <a:ext cx="425975" cy="408523"/>
          </a:xfrm>
          <a:prstGeom prst="rect">
            <a:avLst/>
          </a:prstGeom>
        </p:spPr>
      </p:pic>
      <p:pic>
        <p:nvPicPr>
          <p:cNvPr id="62" name="Picture 7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183" y="4190396"/>
            <a:ext cx="519959" cy="290234"/>
          </a:xfrm>
          <a:prstGeom prst="rect">
            <a:avLst/>
          </a:prstGeom>
        </p:spPr>
      </p:pic>
      <p:pic>
        <p:nvPicPr>
          <p:cNvPr id="65" name="Picture 2" descr="Image result for youtube icon"/>
          <p:cNvPicPr>
            <a:picLocks noChangeAspect="1" noChangeArrowheads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14" y="4582921"/>
            <a:ext cx="288074" cy="2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tangle 5"/>
          <p:cNvSpPr/>
          <p:nvPr userDrawn="1"/>
        </p:nvSpPr>
        <p:spPr>
          <a:xfrm>
            <a:off x="989275" y="3156480"/>
            <a:ext cx="3357819" cy="2001471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3"/>
          <p:cNvSpPr/>
          <p:nvPr userDrawn="1"/>
        </p:nvSpPr>
        <p:spPr>
          <a:xfrm>
            <a:off x="1183917" y="3349128"/>
            <a:ext cx="16272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65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Contact Us</a:t>
            </a:r>
          </a:p>
        </p:txBody>
      </p:sp>
      <p:sp>
        <p:nvSpPr>
          <p:cNvPr id="70" name="TextBox 33"/>
          <p:cNvSpPr txBox="1"/>
          <p:nvPr userDrawn="1"/>
        </p:nvSpPr>
        <p:spPr>
          <a:xfrm>
            <a:off x="5398438" y="4174010"/>
            <a:ext cx="4178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hlinkClick r:id="rId28"/>
              </a:rPr>
              <a:t>@CMIC</a:t>
            </a:r>
            <a:r>
              <a:rPr lang="en-US" sz="1600" baseline="0" dirty="0">
                <a:solidFill>
                  <a:schemeClr val="bg1"/>
                </a:solidFill>
                <a:hlinkClick r:id="rId28"/>
              </a:rPr>
              <a:t>_Group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1" name="TextBox 35"/>
          <p:cNvSpPr txBox="1"/>
          <p:nvPr userDrawn="1"/>
        </p:nvSpPr>
        <p:spPr>
          <a:xfrm>
            <a:off x="5412871" y="3785606"/>
            <a:ext cx="4178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hlinkClick r:id="rId29"/>
              </a:rPr>
              <a:t>CMIC</a:t>
            </a:r>
            <a:r>
              <a:rPr lang="en-US" sz="1600" baseline="0" dirty="0">
                <a:solidFill>
                  <a:schemeClr val="bg1"/>
                </a:solidFill>
                <a:hlinkClick r:id="rId29"/>
              </a:rPr>
              <a:t> Group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6" name="TextBox 55"/>
          <p:cNvSpPr txBox="1"/>
          <p:nvPr userDrawn="1"/>
        </p:nvSpPr>
        <p:spPr>
          <a:xfrm>
            <a:off x="5402859" y="4548065"/>
            <a:ext cx="4178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hlinkClick r:id="rId30"/>
              </a:rPr>
              <a:t>CMIC Group YouTube Channel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8" name="Rectangle 2"/>
          <p:cNvSpPr/>
          <p:nvPr userDrawn="1"/>
        </p:nvSpPr>
        <p:spPr>
          <a:xfrm>
            <a:off x="1181917" y="4351725"/>
            <a:ext cx="2168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hlinkClick r:id="rId31"/>
              </a:rPr>
              <a:t>www.cmicgroup.com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69" name="図 68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742" y="5791368"/>
            <a:ext cx="1982819" cy="55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3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64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0" r:id="rId3"/>
    <p:sldLayoutId id="2147483662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D2F58-A6D2-A848-7447-A5B99424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F86A4278-9D27-1D70-8F12-4369FA0BD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35" y="249155"/>
            <a:ext cx="8540066" cy="449844"/>
          </a:xfrm>
        </p:spPr>
        <p:txBody>
          <a:bodyPr>
            <a:noAutofit/>
          </a:bodyPr>
          <a:lstStyle/>
          <a:p>
            <a:r>
              <a:rPr lang="ja-JP" altLang="en-US" sz="27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スポンサー対応業務</a:t>
            </a:r>
            <a:endParaRPr kumimoji="1" lang="ja-JP" altLang="en-US" sz="2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AE369C97-C157-5354-E639-83B276B34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507416"/>
              </p:ext>
            </p:extLst>
          </p:nvPr>
        </p:nvGraphicFramePr>
        <p:xfrm>
          <a:off x="497839" y="848360"/>
          <a:ext cx="8460000" cy="577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81">
                  <a:extLst>
                    <a:ext uri="{9D8B030D-6E8A-4147-A177-3AD203B41FA5}">
                      <a16:colId xmlns:a16="http://schemas.microsoft.com/office/drawing/2014/main" val="3124069570"/>
                    </a:ext>
                  </a:extLst>
                </a:gridCol>
                <a:gridCol w="552919">
                  <a:extLst>
                    <a:ext uri="{9D8B030D-6E8A-4147-A177-3AD203B41FA5}">
                      <a16:colId xmlns:a16="http://schemas.microsoft.com/office/drawing/2014/main" val="4238648339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368769037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754185218"/>
                    </a:ext>
                  </a:extLst>
                </a:gridCol>
                <a:gridCol w="2030400">
                  <a:extLst>
                    <a:ext uri="{9D8B030D-6E8A-4147-A177-3AD203B41FA5}">
                      <a16:colId xmlns:a16="http://schemas.microsoft.com/office/drawing/2014/main" val="4252524466"/>
                    </a:ext>
                  </a:extLst>
                </a:gridCol>
                <a:gridCol w="2030400">
                  <a:extLst>
                    <a:ext uri="{9D8B030D-6E8A-4147-A177-3AD203B41FA5}">
                      <a16:colId xmlns:a16="http://schemas.microsoft.com/office/drawing/2014/main" val="4114003594"/>
                    </a:ext>
                  </a:extLst>
                </a:gridCol>
                <a:gridCol w="2030400">
                  <a:extLst>
                    <a:ext uri="{9D8B030D-6E8A-4147-A177-3AD203B41FA5}">
                      <a16:colId xmlns:a16="http://schemas.microsoft.com/office/drawing/2014/main" val="3261659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誰が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ツール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情報源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どうする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72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連絡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依頼元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メール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RFI</a:t>
                      </a:r>
                      <a:r>
                        <a:rPr kumimoji="1" lang="ja-JP" altLang="en-US" sz="1200" dirty="0"/>
                        <a:t>質問票、契約書ファイル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</a:t>
                      </a:r>
                      <a:r>
                        <a:rPr kumimoji="1" lang="ja-JP" altLang="en-US" sz="1200" dirty="0"/>
                        <a:t>関連項目の確認依頼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05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準備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問い合わせ管理のため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回答スケジュールのエクセル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メールの情報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・依頼日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・クライアント名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・個社情報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・質問数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・希望納期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メール情報を見て起票する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076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準備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同上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Box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依頼メール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RFI</a:t>
                      </a:r>
                      <a:r>
                        <a:rPr kumimoji="1" lang="ja-JP" altLang="en-US" sz="1200" dirty="0"/>
                        <a:t>質問票、契約書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問い合わせ</a:t>
                      </a:r>
                      <a:r>
                        <a:rPr kumimoji="1" lang="en-US" altLang="ja-JP" sz="1200" dirty="0"/>
                        <a:t>1</a:t>
                      </a:r>
                      <a:r>
                        <a:rPr kumimoji="1" lang="ja-JP" altLang="en-US" sz="1200" dirty="0"/>
                        <a:t>件に対して</a:t>
                      </a:r>
                      <a:r>
                        <a:rPr kumimoji="1" lang="en-US" altLang="ja-JP" sz="1200" dirty="0"/>
                        <a:t>1</a:t>
                      </a:r>
                      <a:r>
                        <a:rPr kumimoji="1" lang="ja-JP" altLang="en-US" sz="1200" dirty="0"/>
                        <a:t>フォルダを作成する。関連資料を配置する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701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4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準備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ナレッジに残すため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テンプレートのエクセル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RFI</a:t>
                      </a:r>
                      <a:r>
                        <a:rPr kumimoji="1" lang="ja-JP" altLang="en-US" sz="1200" dirty="0"/>
                        <a:t>質問票、契約書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質問表の内容を転記する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47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準備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質問内容理解のため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ロゼッタ</a:t>
                      </a:r>
                      <a:endParaRPr kumimoji="1" lang="en-US" altLang="ja-JP" sz="1200" dirty="0"/>
                    </a:p>
                    <a:p>
                      <a:r>
                        <a:rPr kumimoji="1" lang="en-US" altLang="ja-JP" sz="1200" dirty="0"/>
                        <a:t>GSC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RFI</a:t>
                      </a:r>
                      <a:r>
                        <a:rPr kumimoji="1" lang="ja-JP" altLang="en-US" sz="1200" dirty="0"/>
                        <a:t>質問票、契約書ファイル</a:t>
                      </a:r>
                    </a:p>
                    <a:p>
                      <a:r>
                        <a:rPr kumimoji="1" lang="ja-JP" altLang="en-US" sz="1200" dirty="0"/>
                        <a:t>転記したエクセル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英語を日本語訳する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8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6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本来の業務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テンプレートのエクセル</a:t>
                      </a:r>
                    </a:p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ナレッジ集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イントラ</a:t>
                      </a:r>
                      <a:endParaRPr kumimoji="1" lang="en-US" altLang="ja-JP" sz="1200" dirty="0"/>
                    </a:p>
                    <a:p>
                      <a:r>
                        <a:rPr kumimoji="1" lang="ja-JP" altLang="en-US" sz="1200" dirty="0"/>
                        <a:t>各種文書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質問の内容を確認して</a:t>
                      </a:r>
                      <a:r>
                        <a:rPr kumimoji="1" lang="en-US" altLang="ja-JP" sz="1200" dirty="0"/>
                        <a:t>ICT</a:t>
                      </a:r>
                      <a:r>
                        <a:rPr kumimoji="1" lang="ja-JP" altLang="en-US" sz="1200" dirty="0"/>
                        <a:t>部としての回答を入力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054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7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本来の業務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テンプレートのエクセル</a:t>
                      </a:r>
                    </a:p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不明箇所を他チームにエスカレ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72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8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本来の業務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テンプレートのエクセル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最終確認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19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69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6C61-D2E5-3BAC-AFE0-D59B286C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007C88FA-2FDE-F5A5-AD23-D3EE66DB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35" y="249155"/>
            <a:ext cx="8540066" cy="449844"/>
          </a:xfrm>
        </p:spPr>
        <p:txBody>
          <a:bodyPr>
            <a:noAutofit/>
          </a:bodyPr>
          <a:lstStyle/>
          <a:p>
            <a:r>
              <a:rPr lang="ja-JP" altLang="en-US" sz="27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スポンサー対応業務</a:t>
            </a:r>
            <a:endParaRPr kumimoji="1" lang="ja-JP" altLang="en-US" sz="2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7FA407A4-0802-4AD9-05C3-E0B5CEBF4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5413"/>
              </p:ext>
            </p:extLst>
          </p:nvPr>
        </p:nvGraphicFramePr>
        <p:xfrm>
          <a:off x="497839" y="848360"/>
          <a:ext cx="846000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600">
                  <a:extLst>
                    <a:ext uri="{9D8B030D-6E8A-4147-A177-3AD203B41FA5}">
                      <a16:colId xmlns:a16="http://schemas.microsoft.com/office/drawing/2014/main" val="3124069570"/>
                    </a:ext>
                  </a:extLst>
                </a:gridCol>
                <a:gridCol w="507600">
                  <a:extLst>
                    <a:ext uri="{9D8B030D-6E8A-4147-A177-3AD203B41FA5}">
                      <a16:colId xmlns:a16="http://schemas.microsoft.com/office/drawing/2014/main" val="3331266506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368769037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754185218"/>
                    </a:ext>
                  </a:extLst>
                </a:gridCol>
                <a:gridCol w="2030400">
                  <a:extLst>
                    <a:ext uri="{9D8B030D-6E8A-4147-A177-3AD203B41FA5}">
                      <a16:colId xmlns:a16="http://schemas.microsoft.com/office/drawing/2014/main" val="4252524466"/>
                    </a:ext>
                  </a:extLst>
                </a:gridCol>
                <a:gridCol w="2030400">
                  <a:extLst>
                    <a:ext uri="{9D8B030D-6E8A-4147-A177-3AD203B41FA5}">
                      <a16:colId xmlns:a16="http://schemas.microsoft.com/office/drawing/2014/main" val="4114003594"/>
                    </a:ext>
                  </a:extLst>
                </a:gridCol>
                <a:gridCol w="2030400">
                  <a:extLst>
                    <a:ext uri="{9D8B030D-6E8A-4147-A177-3AD203B41FA5}">
                      <a16:colId xmlns:a16="http://schemas.microsoft.com/office/drawing/2014/main" val="3261659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誰が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ツール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情報源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どうする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72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9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後処理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テンプレートのエクセル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日本語を英語訳する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445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後処理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テンプレートのエクセル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受領した</a:t>
                      </a:r>
                      <a:r>
                        <a:rPr kumimoji="1" lang="en-US" altLang="ja-JP" sz="1200" dirty="0"/>
                        <a:t>RFI</a:t>
                      </a:r>
                      <a:r>
                        <a:rPr kumimoji="1" lang="ja-JP" altLang="en-US" sz="1200" dirty="0"/>
                        <a:t>質問票、契約書ファイル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回答を転記する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54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メール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依頼元に対応完了の返信をする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48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管理作業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問い合わせ管理のため</a:t>
                      </a:r>
                    </a:p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回答スケジュールのエクセル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・ステータス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・対応工数</a:t>
                      </a:r>
                      <a:endParaRPr kumimoji="1" lang="en-US" altLang="ja-JP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・クローズ日</a:t>
                      </a:r>
                      <a:endParaRPr kumimoji="1" lang="en-US" altLang="ja-JP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管理表を更新する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27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管理作業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/>
                        <a:t>ITQM</a:t>
                      </a:r>
                      <a:endParaRPr kumimoji="1" lang="ja-JP" altLang="en-US" sz="1200" dirty="0"/>
                    </a:p>
                    <a:p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ナレッジに残すため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ナレッジ集のエクセル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テンプレートのエクセルをもとに、回答内容をナレッジ集に追記する</a:t>
                      </a:r>
                    </a:p>
                    <a:p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002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496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CMIC Colors">
      <a:dk1>
        <a:sysClr val="windowText" lastClr="000000"/>
      </a:dk1>
      <a:lt1>
        <a:srgbClr val="FFFFFF"/>
      </a:lt1>
      <a:dk2>
        <a:srgbClr val="003B5E"/>
      </a:dk2>
      <a:lt2>
        <a:srgbClr val="54BCEB"/>
      </a:lt2>
      <a:accent1>
        <a:srgbClr val="0065A4"/>
      </a:accent1>
      <a:accent2>
        <a:srgbClr val="E5004D"/>
      </a:accent2>
      <a:accent3>
        <a:srgbClr val="7859A4"/>
      </a:accent3>
      <a:accent4>
        <a:srgbClr val="71CDA1"/>
      </a:accent4>
      <a:accent5>
        <a:srgbClr val="FFCA27"/>
      </a:accent5>
      <a:accent6>
        <a:srgbClr val="99313A"/>
      </a:accent6>
      <a:hlink>
        <a:srgbClr val="54BCEB"/>
      </a:hlink>
      <a:folHlink>
        <a:srgbClr val="954F72"/>
      </a:folHlink>
    </a:clrScheme>
    <a:fontScheme name="CMIC fonts">
      <a:majorFont>
        <a:latin typeface="Calibri"/>
        <a:ea typeface="Meiryo UI"/>
        <a:cs typeface=""/>
      </a:majorFont>
      <a:minorFont>
        <a:latin typeface="Calibri"/>
        <a:ea typeface="Meiryo UI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0" id="{46522D39-F052-457D-95E4-C0C4542115C8}" vid="{CB1BEF29-AA0C-4D56-9790-AD5EBE86DA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5584D74D90AB418245ED910989F9DE" ma:contentTypeVersion="11" ma:contentTypeDescription="Create a new document." ma:contentTypeScope="" ma:versionID="d3d6544bb579d323b5cff9ee1e7d1879">
  <xsd:schema xmlns:xsd="http://www.w3.org/2001/XMLSchema" xmlns:xs="http://www.w3.org/2001/XMLSchema" xmlns:p="http://schemas.microsoft.com/office/2006/metadata/properties" xmlns:ns2="7e81b022-b398-40d1-ba22-1977e4d41d51" xmlns:ns3="5c48229a-629b-4f95-a022-307e3825adf6" targetNamespace="http://schemas.microsoft.com/office/2006/metadata/properties" ma:root="true" ma:fieldsID="b09462ac5bef8f219751ca00791bd5f9" ns2:_="" ns3:_="">
    <xsd:import namespace="7e81b022-b398-40d1-ba22-1977e4d41d51"/>
    <xsd:import namespace="5c48229a-629b-4f95-a022-307e3825ad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b022-b398-40d1-ba22-1977e4d41d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48229a-629b-4f95-a022-307e3825adf6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c48229a-629b-4f95-a022-307e3825adf6">
      <UserInfo>
        <DisplayName>IZUMI, Risa (泉 理紗)</DisplayName>
        <AccountId>182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59F43622-02FB-4552-9B47-2506C5E65C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BB19C4-E969-4978-BDB7-D5A7B0EF13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81b022-b398-40d1-ba22-1977e4d41d51"/>
    <ds:schemaRef ds:uri="5c48229a-629b-4f95-a022-307e3825ad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F12F25-88DC-413E-99C4-881AF48187AC}">
  <ds:schemaRefs>
    <ds:schemaRef ds:uri="http://purl.org/dc/terms/"/>
    <ds:schemaRef ds:uri="5c48229a-629b-4f95-a022-307e3825adf6"/>
    <ds:schemaRef ds:uri="http://schemas.microsoft.com/office/2006/documentManagement/types"/>
    <ds:schemaRef ds:uri="http://purl.org/dc/elements/1.1/"/>
    <ds:schemaRef ds:uri="http://schemas.microsoft.com/office/2006/metadata/properties"/>
    <ds:schemaRef ds:uri="7e81b022-b398-40d1-ba22-1977e4d41d5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管理職登用_課題</Template>
  <TotalTime>3516</TotalTime>
  <Words>280</Words>
  <Application>Microsoft Office PowerPoint</Application>
  <PresentationFormat>画面に合わせる (4:3)</PresentationFormat>
  <Paragraphs>107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メイリオ</vt:lpstr>
      <vt:lpstr>Arial</vt:lpstr>
      <vt:lpstr>Calibri</vt:lpstr>
      <vt:lpstr>Wingdings</vt:lpstr>
      <vt:lpstr>Office テーマ</vt:lpstr>
      <vt:lpstr>スポンサー対応業務</vt:lpstr>
      <vt:lpstr>スポンサー対応業務</vt:lpstr>
    </vt:vector>
  </TitlesOfParts>
  <Company>CMIC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自部門で抱えている課題とFY23中に実施する具体的なアクションプラン</dc:title>
  <dc:creator>WAKUI, Yuichiro (涌井 雄一郎)</dc:creator>
  <cp:lastModifiedBy>TATSUKI, Nami (立木 奈美)</cp:lastModifiedBy>
  <cp:revision>435</cp:revision>
  <dcterms:created xsi:type="dcterms:W3CDTF">2022-10-14T02:04:52Z</dcterms:created>
  <dcterms:modified xsi:type="dcterms:W3CDTF">2025-04-02T04:56:57Z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0x010100955584D74D90AB418245ED910989F9DE</vt:lpwstr>
  </property>
</Properties>
</file>