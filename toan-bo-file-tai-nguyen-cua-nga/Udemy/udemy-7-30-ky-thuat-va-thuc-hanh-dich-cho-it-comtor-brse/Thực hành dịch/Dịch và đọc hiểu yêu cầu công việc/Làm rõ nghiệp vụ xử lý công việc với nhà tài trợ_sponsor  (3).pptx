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ihL0qTLQOBfcFBAdgW1ylR/X+F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A30394-45BC-40B6-8B2C-87DB2A4D2849}">
  <a:tblStyle styleId="{5FA30394-45BC-40B6-8B2C-87DB2A4D284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AF0"/>
          </a:solidFill>
        </a:fill>
      </a:tcStyle>
    </a:wholeTbl>
    <a:band1H>
      <a:tcTxStyle b="off" i="off"/>
      <a:tcStyle>
        <a:fill>
          <a:solidFill>
            <a:srgbClr val="CAD2E0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2E0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11" Type="http://schemas.openxmlformats.org/officeDocument/2006/relationships/image" Target="../media/image9.gif"/><Relationship Id="rId10" Type="http://schemas.openxmlformats.org/officeDocument/2006/relationships/image" Target="../media/image8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9.gif"/></Relationships>
</file>

<file path=ppt/slideLayouts/_rels/slideLayout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2" Type="http://schemas.openxmlformats.org/officeDocument/2006/relationships/image" Target="../media/image27.png"/><Relationship Id="rId21" Type="http://schemas.openxmlformats.org/officeDocument/2006/relationships/image" Target="../media/image32.png"/><Relationship Id="rId24" Type="http://schemas.openxmlformats.org/officeDocument/2006/relationships/image" Target="../media/image35.png"/><Relationship Id="rId23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26" Type="http://schemas.openxmlformats.org/officeDocument/2006/relationships/image" Target="../media/image40.png"/><Relationship Id="rId25" Type="http://schemas.openxmlformats.org/officeDocument/2006/relationships/image" Target="../media/image37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13.png"/><Relationship Id="rId11" Type="http://schemas.openxmlformats.org/officeDocument/2006/relationships/image" Target="../media/image31.png"/><Relationship Id="rId10" Type="http://schemas.openxmlformats.org/officeDocument/2006/relationships/image" Target="../media/image8.png"/><Relationship Id="rId13" Type="http://schemas.openxmlformats.org/officeDocument/2006/relationships/image" Target="../media/image39.png"/><Relationship Id="rId12" Type="http://schemas.openxmlformats.org/officeDocument/2006/relationships/image" Target="../media/image30.png"/><Relationship Id="rId15" Type="http://schemas.openxmlformats.org/officeDocument/2006/relationships/image" Target="../media/image15.png"/><Relationship Id="rId14" Type="http://schemas.openxmlformats.org/officeDocument/2006/relationships/image" Target="../media/image29.pn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19" Type="http://schemas.openxmlformats.org/officeDocument/2006/relationships/image" Target="../media/image17.png"/><Relationship Id="rId18" Type="http://schemas.openxmlformats.org/officeDocument/2006/relationships/image" Target="../media/image34.png"/></Relationships>
</file>

<file path=ppt/slideLayouts/_rels/slideLayout4.xml.rels><?xml version="1.0" encoding="UTF-8" standalone="yes"?><Relationships xmlns="http://schemas.openxmlformats.org/package/2006/relationships"><Relationship Id="rId20" Type="http://schemas.openxmlformats.org/officeDocument/2006/relationships/image" Target="../media/image22.png"/><Relationship Id="rId22" Type="http://schemas.openxmlformats.org/officeDocument/2006/relationships/image" Target="../media/image27.png"/><Relationship Id="rId21" Type="http://schemas.openxmlformats.org/officeDocument/2006/relationships/image" Target="../media/image32.png"/><Relationship Id="rId24" Type="http://schemas.openxmlformats.org/officeDocument/2006/relationships/image" Target="../media/image35.png"/><Relationship Id="rId23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26" Type="http://schemas.openxmlformats.org/officeDocument/2006/relationships/image" Target="../media/image40.png"/><Relationship Id="rId25" Type="http://schemas.openxmlformats.org/officeDocument/2006/relationships/image" Target="../media/image37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24.png"/><Relationship Id="rId8" Type="http://schemas.openxmlformats.org/officeDocument/2006/relationships/image" Target="../media/image13.png"/><Relationship Id="rId11" Type="http://schemas.openxmlformats.org/officeDocument/2006/relationships/image" Target="../media/image31.png"/><Relationship Id="rId10" Type="http://schemas.openxmlformats.org/officeDocument/2006/relationships/image" Target="../media/image8.png"/><Relationship Id="rId13" Type="http://schemas.openxmlformats.org/officeDocument/2006/relationships/image" Target="../media/image39.png"/><Relationship Id="rId12" Type="http://schemas.openxmlformats.org/officeDocument/2006/relationships/image" Target="../media/image30.png"/><Relationship Id="rId15" Type="http://schemas.openxmlformats.org/officeDocument/2006/relationships/image" Target="../media/image15.png"/><Relationship Id="rId14" Type="http://schemas.openxmlformats.org/officeDocument/2006/relationships/image" Target="../media/image29.pn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19" Type="http://schemas.openxmlformats.org/officeDocument/2006/relationships/image" Target="../media/image17.png"/><Relationship Id="rId18" Type="http://schemas.openxmlformats.org/officeDocument/2006/relationships/image" Target="../media/image3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Relationship Id="rId10" Type="http://schemas.openxmlformats.org/officeDocument/2006/relationships/image" Target="../media/image8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Relationship Id="rId11" Type="http://schemas.openxmlformats.org/officeDocument/2006/relationships/image" Target="../media/image9.gif"/><Relationship Id="rId10" Type="http://schemas.openxmlformats.org/officeDocument/2006/relationships/image" Target="../media/image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Relationship Id="rId10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Relationship Id="rId11" Type="http://schemas.openxmlformats.org/officeDocument/2006/relationships/image" Target="../media/image9.gif"/><Relationship Id="rId10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3.png"/><Relationship Id="rId10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28.png"/><Relationship Id="rId21" Type="http://schemas.openxmlformats.org/officeDocument/2006/relationships/image" Target="../media/image27.png"/><Relationship Id="rId24" Type="http://schemas.openxmlformats.org/officeDocument/2006/relationships/image" Target="../media/image17.png"/><Relationship Id="rId23" Type="http://schemas.openxmlformats.org/officeDocument/2006/relationships/image" Target="../media/image37.png"/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6.png"/><Relationship Id="rId26" Type="http://schemas.openxmlformats.org/officeDocument/2006/relationships/image" Target="../media/image36.png"/><Relationship Id="rId25" Type="http://schemas.openxmlformats.org/officeDocument/2006/relationships/image" Target="../media/image42.png"/><Relationship Id="rId28" Type="http://schemas.openxmlformats.org/officeDocument/2006/relationships/hyperlink" Target="https://twitter.com/CMIC_Group" TargetMode="External"/><Relationship Id="rId27" Type="http://schemas.openxmlformats.org/officeDocument/2006/relationships/image" Target="../media/image41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29" Type="http://schemas.openxmlformats.org/officeDocument/2006/relationships/hyperlink" Target="https://www.linkedin.com/company/cmic-group/?viewAsMember=tru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13.png"/><Relationship Id="rId31" Type="http://schemas.openxmlformats.org/officeDocument/2006/relationships/hyperlink" Target="http://www.cmicgroup.com/" TargetMode="External"/><Relationship Id="rId30" Type="http://schemas.openxmlformats.org/officeDocument/2006/relationships/hyperlink" Target="https://www.youtube.com/channel/UCvcNZ3lQxYbzWzVeqRKKoJQ/featured" TargetMode="External"/><Relationship Id="rId11" Type="http://schemas.openxmlformats.org/officeDocument/2006/relationships/image" Target="../media/image31.png"/><Relationship Id="rId10" Type="http://schemas.openxmlformats.org/officeDocument/2006/relationships/image" Target="../media/image8.png"/><Relationship Id="rId32" Type="http://schemas.openxmlformats.org/officeDocument/2006/relationships/image" Target="../media/image38.png"/><Relationship Id="rId13" Type="http://schemas.openxmlformats.org/officeDocument/2006/relationships/image" Target="../media/image39.png"/><Relationship Id="rId12" Type="http://schemas.openxmlformats.org/officeDocument/2006/relationships/image" Target="../media/image30.png"/><Relationship Id="rId15" Type="http://schemas.openxmlformats.org/officeDocument/2006/relationships/image" Target="../media/image15.png"/><Relationship Id="rId14" Type="http://schemas.openxmlformats.org/officeDocument/2006/relationships/image" Target="../media/image29.png"/><Relationship Id="rId17" Type="http://schemas.openxmlformats.org/officeDocument/2006/relationships/image" Target="../media/image18.png"/><Relationship Id="rId16" Type="http://schemas.openxmlformats.org/officeDocument/2006/relationships/image" Target="../media/image16.png"/><Relationship Id="rId19" Type="http://schemas.openxmlformats.org/officeDocument/2006/relationships/image" Target="../media/image22.png"/><Relationship Id="rId18" Type="http://schemas.openxmlformats.org/officeDocument/2006/relationships/image" Target="../media/image3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413435" y="958062"/>
            <a:ext cx="824979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" name="Google Shape;1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" name="Google Shape;24;p4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25" name="Google Shape;25;p4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 rotWithShape="1">
          <a:blip r:embed="rId11">
            <a:alphaModFix/>
          </a:blip>
          <a:srcRect b="13754" l="10798" r="11599" t="26455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5"/>
          <p:cNvPicPr preferRelativeResize="0"/>
          <p:nvPr/>
        </p:nvPicPr>
        <p:blipFill rotWithShape="1">
          <a:blip r:embed="rId2">
            <a:alphaModFix/>
          </a:blip>
          <a:srcRect b="0" l="37221" r="0" t="0"/>
          <a:stretch/>
        </p:blipFill>
        <p:spPr>
          <a:xfrm>
            <a:off x="-9144" y="207815"/>
            <a:ext cx="4373532" cy="651366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/>
          <p:nvPr/>
        </p:nvSpPr>
        <p:spPr>
          <a:xfrm>
            <a:off x="3855563" y="2311253"/>
            <a:ext cx="5288437" cy="2639506"/>
          </a:xfrm>
          <a:prstGeom prst="rect">
            <a:avLst/>
          </a:prstGeom>
          <a:solidFill>
            <a:srgbClr val="0065A4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 txBox="1"/>
          <p:nvPr>
            <p:ph type="ctrTitle"/>
          </p:nvPr>
        </p:nvSpPr>
        <p:spPr>
          <a:xfrm>
            <a:off x="3951596" y="2866541"/>
            <a:ext cx="4560295" cy="5890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  <a:defRPr b="1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subTitle"/>
          </p:nvPr>
        </p:nvSpPr>
        <p:spPr>
          <a:xfrm>
            <a:off x="3951596" y="3650568"/>
            <a:ext cx="4213783" cy="38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b="0" sz="22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5"/>
          <p:cNvSpPr txBox="1"/>
          <p:nvPr>
            <p:ph idx="2" type="body"/>
          </p:nvPr>
        </p:nvSpPr>
        <p:spPr>
          <a:xfrm>
            <a:off x="3855563" y="5412518"/>
            <a:ext cx="3033712" cy="284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3" type="body"/>
          </p:nvPr>
        </p:nvSpPr>
        <p:spPr>
          <a:xfrm>
            <a:off x="3855563" y="5054369"/>
            <a:ext cx="3911535" cy="2595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/>
          <p:nvPr/>
        </p:nvSpPr>
        <p:spPr>
          <a:xfrm>
            <a:off x="-1" y="6562390"/>
            <a:ext cx="393272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©2022 CMIC Group – All Rights Reserved 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5771" y="24384"/>
            <a:ext cx="3160888" cy="1194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#2">
  <p:cSld name="Section Break #2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2660" y="1630803"/>
            <a:ext cx="9144000" cy="352979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/>
          <p:nvPr>
            <p:ph type="title"/>
          </p:nvPr>
        </p:nvSpPr>
        <p:spPr>
          <a:xfrm>
            <a:off x="776533" y="2508361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400"/>
              <a:buFont typeface="Calibri"/>
              <a:buNone/>
              <a:defRPr b="1" sz="34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673" y="600457"/>
            <a:ext cx="295657" cy="17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6"/>
          <p:cNvPicPr preferRelativeResize="0"/>
          <p:nvPr/>
        </p:nvPicPr>
        <p:blipFill rotWithShape="1">
          <a:blip r:embed="rId7">
            <a:alphaModFix/>
          </a:blip>
          <a:srcRect b="3610" l="1" r="7519" t="0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3198" y="721993"/>
            <a:ext cx="418622" cy="43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6"/>
          <p:cNvPicPr preferRelativeResize="0"/>
          <p:nvPr/>
        </p:nvPicPr>
        <p:blipFill rotWithShape="1">
          <a:blip r:embed="rId12">
            <a:alphaModFix/>
          </a:blip>
          <a:srcRect b="0" l="3811" r="0" t="0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1796" y="734125"/>
            <a:ext cx="281437" cy="46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99342" y="988161"/>
            <a:ext cx="460124" cy="34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46678" y="283313"/>
            <a:ext cx="450361" cy="36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1424447">
            <a:off x="7832298" y="514930"/>
            <a:ext cx="367579" cy="36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54412" y="227365"/>
            <a:ext cx="500415" cy="1975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6"/>
          <p:cNvGrpSpPr/>
          <p:nvPr/>
        </p:nvGrpSpPr>
        <p:grpSpPr>
          <a:xfrm>
            <a:off x="8012230" y="1010131"/>
            <a:ext cx="365573" cy="168311"/>
            <a:chOff x="3091047" y="2790905"/>
            <a:chExt cx="2669673" cy="1369615"/>
          </a:xfrm>
        </p:grpSpPr>
        <p:pic>
          <p:nvPicPr>
            <p:cNvPr id="59" name="Google Shape;59;p6"/>
            <p:cNvPicPr preferRelativeResize="0"/>
            <p:nvPr/>
          </p:nvPicPr>
          <p:blipFill rotWithShape="1">
            <a:blip r:embed="rId18">
              <a:alphaModFix/>
            </a:blip>
            <a:srcRect b="1275" l="0" r="9866" t="0"/>
            <a:stretch/>
          </p:blipFill>
          <p:spPr>
            <a:xfrm>
              <a:off x="3091047" y="2790905"/>
              <a:ext cx="2669673" cy="1259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" name="Google Shape;60;p6"/>
            <p:cNvSpPr/>
            <p:nvPr/>
          </p:nvSpPr>
          <p:spPr>
            <a:xfrm>
              <a:off x="4626864" y="3895344"/>
              <a:ext cx="512064" cy="2651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1" name="Google Shape;61;p6"/>
          <p:cNvPicPr preferRelativeResize="0"/>
          <p:nvPr/>
        </p:nvPicPr>
        <p:blipFill rotWithShape="1">
          <a:blip r:embed="rId19">
            <a:alphaModFix/>
          </a:blip>
          <a:srcRect b="1356" l="0" r="6690" t="3633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695858" y="1590081"/>
            <a:ext cx="450802" cy="44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6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996200" y="1191945"/>
            <a:ext cx="152806" cy="4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6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672122" y="1294744"/>
            <a:ext cx="417028" cy="34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6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 rot="10164149">
            <a:off x="7383557" y="-98712"/>
            <a:ext cx="504282" cy="34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6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 rot="1393624">
            <a:off x="7144770" y="-5102"/>
            <a:ext cx="369815" cy="2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6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896106" y="-23904"/>
            <a:ext cx="272295" cy="293513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6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01034" y="6216490"/>
            <a:ext cx="358781" cy="31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6"/>
          <p:cNvPicPr preferRelativeResize="0"/>
          <p:nvPr/>
        </p:nvPicPr>
        <p:blipFill rotWithShape="1">
          <a:blip r:embed="rId15">
            <a:alphaModFix/>
          </a:blip>
          <a:srcRect b="28721" l="0" r="-3569" t="0"/>
          <a:stretch/>
        </p:blipFill>
        <p:spPr>
          <a:xfrm>
            <a:off x="1461579" y="6271190"/>
            <a:ext cx="466445" cy="25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7175548">
            <a:off x="393746" y="5263408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83396" y="6068005"/>
            <a:ext cx="460124" cy="34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6"/>
          <p:cNvPicPr preferRelativeResize="0"/>
          <p:nvPr/>
        </p:nvPicPr>
        <p:blipFill rotWithShape="1">
          <a:blip r:embed="rId7">
            <a:alphaModFix/>
          </a:blip>
          <a:srcRect b="3610" l="1" r="7519" t="0"/>
          <a:stretch/>
        </p:blipFill>
        <p:spPr>
          <a:xfrm>
            <a:off x="2208518" y="6577575"/>
            <a:ext cx="425176" cy="27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6"/>
          <p:cNvPicPr preferRelativeResize="0"/>
          <p:nvPr/>
        </p:nvPicPr>
        <p:blipFill rotWithShape="1">
          <a:blip r:embed="rId5">
            <a:alphaModFix/>
          </a:blip>
          <a:srcRect b="0" l="-6998" r="-1" t="42899"/>
          <a:stretch/>
        </p:blipFill>
        <p:spPr>
          <a:xfrm rot="10800000">
            <a:off x="2244759" y="6397651"/>
            <a:ext cx="404407" cy="2123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" name="Google Shape;75;p6"/>
          <p:cNvGrpSpPr/>
          <p:nvPr/>
        </p:nvGrpSpPr>
        <p:grpSpPr>
          <a:xfrm rot="10800000">
            <a:off x="-138618" y="4826586"/>
            <a:ext cx="2381031" cy="2208954"/>
            <a:chOff x="7048506" y="-17316"/>
            <a:chExt cx="2381031" cy="2208954"/>
          </a:xfrm>
        </p:grpSpPr>
        <p:pic>
          <p:nvPicPr>
            <p:cNvPr id="76" name="Google Shape;76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989054" y="-17316"/>
              <a:ext cx="446527" cy="439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" name="Google Shape;77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56073" y="752857"/>
              <a:ext cx="295657" cy="170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" name="Google Shape;78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30343" y="152400"/>
              <a:ext cx="251461" cy="355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8334594">
              <a:off x="8975933" y="575106"/>
              <a:ext cx="377953" cy="371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2019983">
              <a:off x="8348927" y="154949"/>
              <a:ext cx="370538" cy="604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6"/>
            <p:cNvPicPr preferRelativeResize="0"/>
            <p:nvPr/>
          </p:nvPicPr>
          <p:blipFill rotWithShape="1">
            <a:blip r:embed="rId7">
              <a:alphaModFix/>
            </a:blip>
            <a:srcRect b="3610" l="1" r="7519" t="0"/>
            <a:stretch/>
          </p:blipFill>
          <p:spPr>
            <a:xfrm>
              <a:off x="8408745" y="640973"/>
              <a:ext cx="425176" cy="2744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0202" y="507493"/>
              <a:ext cx="284989" cy="2026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986683" y="145544"/>
              <a:ext cx="297016" cy="257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118427" y="347701"/>
              <a:ext cx="246246" cy="266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55598" y="874393"/>
              <a:ext cx="418622" cy="434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6"/>
            <p:cNvPicPr preferRelativeResize="0"/>
            <p:nvPr/>
          </p:nvPicPr>
          <p:blipFill rotWithShape="1">
            <a:blip r:embed="rId12">
              <a:alphaModFix/>
            </a:blip>
            <a:srcRect b="0" l="3811" r="0" t="0"/>
            <a:stretch/>
          </p:blipFill>
          <p:spPr>
            <a:xfrm>
              <a:off x="8283692" y="883126"/>
              <a:ext cx="258960" cy="279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534196" y="886525"/>
              <a:ext cx="281437" cy="469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751742" y="1140561"/>
              <a:ext cx="460124" cy="347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199078" y="435713"/>
              <a:ext cx="450361" cy="362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 rot="-1424447">
              <a:off x="7984698" y="667330"/>
              <a:ext cx="367579" cy="367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806812" y="379765"/>
              <a:ext cx="500415" cy="1975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2" name="Google Shape;92;p6"/>
            <p:cNvGrpSpPr/>
            <p:nvPr/>
          </p:nvGrpSpPr>
          <p:grpSpPr>
            <a:xfrm>
              <a:off x="8164630" y="1162531"/>
              <a:ext cx="365573" cy="168311"/>
              <a:chOff x="3091047" y="2790905"/>
              <a:chExt cx="2669673" cy="1369615"/>
            </a:xfrm>
          </p:grpSpPr>
          <p:pic>
            <p:nvPicPr>
              <p:cNvPr id="93" name="Google Shape;93;p6"/>
              <p:cNvPicPr preferRelativeResize="0"/>
              <p:nvPr/>
            </p:nvPicPr>
            <p:blipFill rotWithShape="1">
              <a:blip r:embed="rId18">
                <a:alphaModFix/>
              </a:blip>
              <a:srcRect b="1275" l="0" r="9866" t="0"/>
              <a:stretch/>
            </p:blipFill>
            <p:spPr>
              <a:xfrm>
                <a:off x="3091047" y="2790905"/>
                <a:ext cx="2669673" cy="12598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" name="Google Shape;94;p6"/>
              <p:cNvSpPr/>
              <p:nvPr/>
            </p:nvSpPr>
            <p:spPr>
              <a:xfrm>
                <a:off x="4626864" y="3895344"/>
                <a:ext cx="512064" cy="26517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95" name="Google Shape;95;p6"/>
            <p:cNvPicPr preferRelativeResize="0"/>
            <p:nvPr/>
          </p:nvPicPr>
          <p:blipFill rotWithShape="1">
            <a:blip r:embed="rId19">
              <a:alphaModFix/>
            </a:blip>
            <a:srcRect b="1356" l="0" r="6690" t="3633"/>
            <a:stretch/>
          </p:blipFill>
          <p:spPr>
            <a:xfrm>
              <a:off x="7920091" y="1032979"/>
              <a:ext cx="333181" cy="254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" name="Google Shape;96;p6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848258" y="1742481"/>
              <a:ext cx="450802" cy="449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6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148600" y="1344345"/>
              <a:ext cx="152806" cy="44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" name="Google Shape;98;p6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824522" y="1447144"/>
              <a:ext cx="417028" cy="343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6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 rot="10164149">
              <a:off x="7535957" y="53688"/>
              <a:ext cx="504282" cy="347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6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 rot="1393624">
              <a:off x="7297170" y="147298"/>
              <a:ext cx="369815" cy="214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6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048506" y="128496"/>
              <a:ext cx="272295" cy="2935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2" name="Google Shape;102;p6"/>
          <p:cNvPicPr preferRelativeResize="0"/>
          <p:nvPr/>
        </p:nvPicPr>
        <p:blipFill rotWithShape="1">
          <a:blip r:embed="rId12">
            <a:alphaModFix/>
          </a:blip>
          <a:srcRect b="0" l="3811" r="0" t="0"/>
          <a:stretch/>
        </p:blipFill>
        <p:spPr>
          <a:xfrm>
            <a:off x="1318858" y="6067242"/>
            <a:ext cx="258960" cy="27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10458104">
            <a:off x="229585" y="4868477"/>
            <a:ext cx="418622" cy="43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22499" y="4402312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6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 rot="-7143812">
            <a:off x="267019" y="4449959"/>
            <a:ext cx="308945" cy="5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#1">
  <p:cSld name="Section Break #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"/>
          <p:cNvSpPr txBox="1"/>
          <p:nvPr>
            <p:ph type="title"/>
          </p:nvPr>
        </p:nvSpPr>
        <p:spPr>
          <a:xfrm>
            <a:off x="691243" y="198741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400"/>
              <a:buFont typeface="Calibri"/>
              <a:buNone/>
              <a:defRPr b="1" sz="34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673" y="600457"/>
            <a:ext cx="295657" cy="17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7"/>
          <p:cNvPicPr preferRelativeResize="0"/>
          <p:nvPr/>
        </p:nvPicPr>
        <p:blipFill rotWithShape="1">
          <a:blip r:embed="rId7">
            <a:alphaModFix/>
          </a:blip>
          <a:srcRect b="3610" l="1" r="7519" t="0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3198" y="721993"/>
            <a:ext cx="418622" cy="43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12">
            <a:alphaModFix/>
          </a:blip>
          <a:srcRect b="0" l="3811" r="0" t="0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1796" y="734125"/>
            <a:ext cx="281437" cy="46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99342" y="988161"/>
            <a:ext cx="460124" cy="34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46678" y="283313"/>
            <a:ext cx="450361" cy="36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7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1424447">
            <a:off x="7832298" y="514930"/>
            <a:ext cx="367579" cy="36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7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54412" y="227365"/>
            <a:ext cx="500415" cy="1975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7"/>
          <p:cNvGrpSpPr/>
          <p:nvPr/>
        </p:nvGrpSpPr>
        <p:grpSpPr>
          <a:xfrm>
            <a:off x="8012230" y="1010131"/>
            <a:ext cx="365573" cy="168311"/>
            <a:chOff x="3091047" y="2790905"/>
            <a:chExt cx="2669673" cy="1369615"/>
          </a:xfrm>
        </p:grpSpPr>
        <p:pic>
          <p:nvPicPr>
            <p:cNvPr id="126" name="Google Shape;126;p7"/>
            <p:cNvPicPr preferRelativeResize="0"/>
            <p:nvPr/>
          </p:nvPicPr>
          <p:blipFill rotWithShape="1">
            <a:blip r:embed="rId18">
              <a:alphaModFix/>
            </a:blip>
            <a:srcRect b="1275" l="0" r="9866" t="0"/>
            <a:stretch/>
          </p:blipFill>
          <p:spPr>
            <a:xfrm>
              <a:off x="3091047" y="2790905"/>
              <a:ext cx="2669673" cy="12598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" name="Google Shape;127;p7"/>
            <p:cNvSpPr/>
            <p:nvPr/>
          </p:nvSpPr>
          <p:spPr>
            <a:xfrm>
              <a:off x="4626864" y="3895344"/>
              <a:ext cx="512064" cy="265176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8" name="Google Shape;128;p7"/>
          <p:cNvPicPr preferRelativeResize="0"/>
          <p:nvPr/>
        </p:nvPicPr>
        <p:blipFill rotWithShape="1">
          <a:blip r:embed="rId19">
            <a:alphaModFix/>
          </a:blip>
          <a:srcRect b="1356" l="0" r="6690" t="3633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7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695858" y="1590081"/>
            <a:ext cx="450802" cy="44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996200" y="1191945"/>
            <a:ext cx="152806" cy="4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8672122" y="1294744"/>
            <a:ext cx="417028" cy="34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 rot="10164149">
            <a:off x="7383557" y="-98712"/>
            <a:ext cx="504282" cy="347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7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 rot="1393624">
            <a:off x="7144770" y="-5102"/>
            <a:ext cx="369815" cy="2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6896106" y="-23904"/>
            <a:ext cx="272295" cy="29351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 txBox="1"/>
          <p:nvPr/>
        </p:nvSpPr>
        <p:spPr>
          <a:xfrm>
            <a:off x="8487208" y="665444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001034" y="6216490"/>
            <a:ext cx="358781" cy="311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7"/>
          <p:cNvPicPr preferRelativeResize="0"/>
          <p:nvPr/>
        </p:nvPicPr>
        <p:blipFill rotWithShape="1">
          <a:blip r:embed="rId15">
            <a:alphaModFix/>
          </a:blip>
          <a:srcRect b="28721" l="0" r="-3569" t="0"/>
          <a:stretch/>
        </p:blipFill>
        <p:spPr>
          <a:xfrm>
            <a:off x="1461579" y="6271190"/>
            <a:ext cx="466445" cy="258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7175548">
            <a:off x="393746" y="5263408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83396" y="6068005"/>
            <a:ext cx="460124" cy="34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7"/>
          <p:cNvPicPr preferRelativeResize="0"/>
          <p:nvPr/>
        </p:nvPicPr>
        <p:blipFill rotWithShape="1">
          <a:blip r:embed="rId7">
            <a:alphaModFix/>
          </a:blip>
          <a:srcRect b="3610" l="1" r="7519" t="0"/>
          <a:stretch/>
        </p:blipFill>
        <p:spPr>
          <a:xfrm>
            <a:off x="2208518" y="6577575"/>
            <a:ext cx="425176" cy="27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7"/>
          <p:cNvPicPr preferRelativeResize="0"/>
          <p:nvPr/>
        </p:nvPicPr>
        <p:blipFill rotWithShape="1">
          <a:blip r:embed="rId5">
            <a:alphaModFix/>
          </a:blip>
          <a:srcRect b="0" l="-6998" r="-1" t="42899"/>
          <a:stretch/>
        </p:blipFill>
        <p:spPr>
          <a:xfrm rot="10800000">
            <a:off x="2244759" y="6397651"/>
            <a:ext cx="404407" cy="2123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7"/>
          <p:cNvGrpSpPr/>
          <p:nvPr/>
        </p:nvGrpSpPr>
        <p:grpSpPr>
          <a:xfrm rot="10800000">
            <a:off x="-138618" y="4826586"/>
            <a:ext cx="2381031" cy="2208954"/>
            <a:chOff x="7048506" y="-17316"/>
            <a:chExt cx="2381031" cy="2208954"/>
          </a:xfrm>
        </p:grpSpPr>
        <p:pic>
          <p:nvPicPr>
            <p:cNvPr id="143" name="Google Shape;143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7989054" y="-17316"/>
              <a:ext cx="446527" cy="439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856073" y="752857"/>
              <a:ext cx="295657" cy="1706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30343" y="152400"/>
              <a:ext cx="251461" cy="355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8334594">
              <a:off x="8975933" y="575106"/>
              <a:ext cx="377953" cy="3718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-2019983">
              <a:off x="8348927" y="154949"/>
              <a:ext cx="370538" cy="6049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7"/>
            <p:cNvPicPr preferRelativeResize="0"/>
            <p:nvPr/>
          </p:nvPicPr>
          <p:blipFill rotWithShape="1">
            <a:blip r:embed="rId7">
              <a:alphaModFix/>
            </a:blip>
            <a:srcRect b="3610" l="1" r="7519" t="0"/>
            <a:stretch/>
          </p:blipFill>
          <p:spPr>
            <a:xfrm>
              <a:off x="8408745" y="640973"/>
              <a:ext cx="425176" cy="27443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0202" y="507493"/>
              <a:ext cx="284989" cy="2026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7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986683" y="145544"/>
              <a:ext cx="297016" cy="257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7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9118427" y="347701"/>
              <a:ext cx="246246" cy="2666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7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8955598" y="874393"/>
              <a:ext cx="418622" cy="434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7"/>
            <p:cNvPicPr preferRelativeResize="0"/>
            <p:nvPr/>
          </p:nvPicPr>
          <p:blipFill rotWithShape="1">
            <a:blip r:embed="rId12">
              <a:alphaModFix/>
            </a:blip>
            <a:srcRect b="0" l="3811" r="0" t="0"/>
            <a:stretch/>
          </p:blipFill>
          <p:spPr>
            <a:xfrm>
              <a:off x="8283692" y="883126"/>
              <a:ext cx="258960" cy="2794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7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8534196" y="886525"/>
              <a:ext cx="281437" cy="46906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7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8751742" y="1140561"/>
              <a:ext cx="460124" cy="3473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7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8199078" y="435713"/>
              <a:ext cx="450361" cy="362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7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 rot="-1424447">
              <a:off x="7984698" y="667330"/>
              <a:ext cx="367579" cy="3675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7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7806812" y="379765"/>
              <a:ext cx="500415" cy="1975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9" name="Google Shape;159;p7"/>
            <p:cNvGrpSpPr/>
            <p:nvPr/>
          </p:nvGrpSpPr>
          <p:grpSpPr>
            <a:xfrm>
              <a:off x="8164630" y="1162531"/>
              <a:ext cx="365573" cy="168311"/>
              <a:chOff x="3091047" y="2790905"/>
              <a:chExt cx="2669673" cy="1369615"/>
            </a:xfrm>
          </p:grpSpPr>
          <p:pic>
            <p:nvPicPr>
              <p:cNvPr id="160" name="Google Shape;160;p7"/>
              <p:cNvPicPr preferRelativeResize="0"/>
              <p:nvPr/>
            </p:nvPicPr>
            <p:blipFill rotWithShape="1">
              <a:blip r:embed="rId18">
                <a:alphaModFix/>
              </a:blip>
              <a:srcRect b="1275" l="0" r="9866" t="0"/>
              <a:stretch/>
            </p:blipFill>
            <p:spPr>
              <a:xfrm>
                <a:off x="3091047" y="2790905"/>
                <a:ext cx="2669673" cy="12598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" name="Google Shape;161;p7"/>
              <p:cNvSpPr/>
              <p:nvPr/>
            </p:nvSpPr>
            <p:spPr>
              <a:xfrm>
                <a:off x="4626864" y="3895344"/>
                <a:ext cx="512064" cy="265176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62" name="Google Shape;162;p7"/>
            <p:cNvPicPr preferRelativeResize="0"/>
            <p:nvPr/>
          </p:nvPicPr>
          <p:blipFill rotWithShape="1">
            <a:blip r:embed="rId19">
              <a:alphaModFix/>
            </a:blip>
            <a:srcRect b="1356" l="0" r="6690" t="3633"/>
            <a:stretch/>
          </p:blipFill>
          <p:spPr>
            <a:xfrm>
              <a:off x="7920091" y="1032979"/>
              <a:ext cx="333181" cy="2544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7"/>
            <p:cNvPicPr preferRelativeResize="0"/>
            <p:nvPr/>
          </p:nvPicPr>
          <p:blipFill rotWithShape="1">
            <a:blip r:embed="rId20">
              <a:alphaModFix/>
            </a:blip>
            <a:srcRect b="0" l="0" r="0" t="0"/>
            <a:stretch/>
          </p:blipFill>
          <p:spPr>
            <a:xfrm>
              <a:off x="8848258" y="1742481"/>
              <a:ext cx="450802" cy="4491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7"/>
            <p:cNvPicPr preferRelativeResize="0"/>
            <p:nvPr/>
          </p:nvPicPr>
          <p:blipFill rotWithShape="1">
            <a:blip r:embed="rId21">
              <a:alphaModFix/>
            </a:blip>
            <a:srcRect b="0" l="0" r="0" t="0"/>
            <a:stretch/>
          </p:blipFill>
          <p:spPr>
            <a:xfrm>
              <a:off x="9148600" y="1344345"/>
              <a:ext cx="152806" cy="44921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7"/>
            <p:cNvPicPr preferRelativeResize="0"/>
            <p:nvPr/>
          </p:nvPicPr>
          <p:blipFill rotWithShape="1">
            <a:blip r:embed="rId22">
              <a:alphaModFix/>
            </a:blip>
            <a:srcRect b="0" l="0" r="0" t="0"/>
            <a:stretch/>
          </p:blipFill>
          <p:spPr>
            <a:xfrm>
              <a:off x="8824522" y="1447144"/>
              <a:ext cx="417028" cy="3437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7"/>
            <p:cNvPicPr preferRelativeResize="0"/>
            <p:nvPr/>
          </p:nvPicPr>
          <p:blipFill rotWithShape="1">
            <a:blip r:embed="rId23">
              <a:alphaModFix/>
            </a:blip>
            <a:srcRect b="0" l="0" r="0" t="0"/>
            <a:stretch/>
          </p:blipFill>
          <p:spPr>
            <a:xfrm rot="10164149">
              <a:off x="7535957" y="53688"/>
              <a:ext cx="504282" cy="3479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7"/>
            <p:cNvPicPr preferRelativeResize="0"/>
            <p:nvPr/>
          </p:nvPicPr>
          <p:blipFill rotWithShape="1">
            <a:blip r:embed="rId24">
              <a:alphaModFix/>
            </a:blip>
            <a:srcRect b="0" l="0" r="0" t="0"/>
            <a:stretch/>
          </p:blipFill>
          <p:spPr>
            <a:xfrm rot="1393624">
              <a:off x="7297170" y="147298"/>
              <a:ext cx="369815" cy="2144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7"/>
            <p:cNvPicPr preferRelativeResize="0"/>
            <p:nvPr/>
          </p:nvPicPr>
          <p:blipFill rotWithShape="1">
            <a:blip r:embed="rId25">
              <a:alphaModFix/>
            </a:blip>
            <a:srcRect b="0" l="0" r="0" t="0"/>
            <a:stretch/>
          </p:blipFill>
          <p:spPr>
            <a:xfrm>
              <a:off x="7048506" y="128496"/>
              <a:ext cx="272295" cy="29351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69" name="Google Shape;169;p7"/>
          <p:cNvPicPr preferRelativeResize="0"/>
          <p:nvPr/>
        </p:nvPicPr>
        <p:blipFill rotWithShape="1">
          <a:blip r:embed="rId12">
            <a:alphaModFix/>
          </a:blip>
          <a:srcRect b="0" l="3811" r="0" t="0"/>
          <a:stretch/>
        </p:blipFill>
        <p:spPr>
          <a:xfrm>
            <a:off x="1318858" y="6067242"/>
            <a:ext cx="258960" cy="27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 rot="-10458104">
            <a:off x="229585" y="4868477"/>
            <a:ext cx="418622" cy="43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-22499" y="4402312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7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 rot="-7143812">
            <a:off x="267019" y="4449959"/>
            <a:ext cx="308945" cy="50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7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No Logo">
  <p:cSld name="Title and Content - No Logo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8"/>
          <p:cNvSpPr txBox="1"/>
          <p:nvPr>
            <p:ph idx="1" type="body"/>
          </p:nvPr>
        </p:nvSpPr>
        <p:spPr>
          <a:xfrm>
            <a:off x="413435" y="958062"/>
            <a:ext cx="824979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7" name="Google Shape;17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8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8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187" name="Google Shape;187;p8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#2">
  <p:cSld name="Title and Content #2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11221" y="5830478"/>
            <a:ext cx="9120078" cy="102752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413435" y="958062"/>
            <a:ext cx="824979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5" name="Google Shape;19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9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4" name="Google Shape;204;p9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205" name="Google Shape;205;p9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9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9"/>
          <p:cNvPicPr preferRelativeResize="0"/>
          <p:nvPr/>
        </p:nvPicPr>
        <p:blipFill rotWithShape="1">
          <a:blip r:embed="rId11">
            <a:alphaModFix/>
          </a:blip>
          <a:srcRect b="13754" l="10798" r="11599" t="26455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 #2">
  <p:cSld name="1_Title and Content #2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/>
          <p:nvPr/>
        </p:nvSpPr>
        <p:spPr>
          <a:xfrm>
            <a:off x="11221" y="5830478"/>
            <a:ext cx="9120078" cy="102752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10"/>
          <p:cNvSpPr txBox="1"/>
          <p:nvPr>
            <p:ph idx="1" type="body"/>
          </p:nvPr>
        </p:nvSpPr>
        <p:spPr>
          <a:xfrm>
            <a:off x="413435" y="958062"/>
            <a:ext cx="824979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4" name="Google Shape;21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10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3" name="Google Shape;223;p10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224" name="Google Shape;224;p10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0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and Call Out Box (resizeable)">
  <p:cSld name="Title, Content and Call Out Box (resizeable)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1"/>
          <p:cNvSpPr txBox="1"/>
          <p:nvPr>
            <p:ph idx="1" type="body"/>
          </p:nvPr>
        </p:nvSpPr>
        <p:spPr>
          <a:xfrm>
            <a:off x="177766" y="1000742"/>
            <a:ext cx="48561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31" name="Google Shape;23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0" name="Google Shape;240;p11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241" name="Google Shape;241;p11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3" name="Google Shape;243;p11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1"/>
          <p:cNvPicPr preferRelativeResize="0"/>
          <p:nvPr/>
        </p:nvPicPr>
        <p:blipFill rotWithShape="1">
          <a:blip r:embed="rId11">
            <a:alphaModFix/>
          </a:blip>
          <a:srcRect b="13754" l="10798" r="11599" t="26455"/>
          <a:stretch/>
        </p:blipFill>
        <p:spPr>
          <a:xfrm>
            <a:off x="7428813" y="6120669"/>
            <a:ext cx="1618488" cy="471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, Content and Call Out Box (resizeable)">
  <p:cSld name="1_Title, Content and Call Out Box (resizeable)"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"/>
          <p:cNvSpPr txBox="1"/>
          <p:nvPr>
            <p:ph type="title"/>
          </p:nvPr>
        </p:nvSpPr>
        <p:spPr>
          <a:xfrm>
            <a:off x="413435" y="249155"/>
            <a:ext cx="7886700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3000"/>
              <a:buFont typeface="Calibri"/>
              <a:buNone/>
              <a:defRPr b="1" sz="30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12"/>
          <p:cNvSpPr txBox="1"/>
          <p:nvPr>
            <p:ph idx="1" type="body"/>
          </p:nvPr>
        </p:nvSpPr>
        <p:spPr>
          <a:xfrm>
            <a:off x="177766" y="1000742"/>
            <a:ext cx="485614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65A4"/>
              </a:buClr>
              <a:buSzPts val="2500"/>
              <a:buFont typeface="Noto Sans Symbols"/>
              <a:buChar char="▪"/>
              <a:defRPr sz="25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200"/>
              <a:buFont typeface="Noto Sans Symbols"/>
              <a:buChar char="▪"/>
              <a:defRPr sz="22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20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800"/>
              <a:buFont typeface="Noto Sans Symbols"/>
              <a:buChar char="▪"/>
              <a:defRPr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65A4"/>
              </a:buClr>
              <a:buSzPts val="1600"/>
              <a:buFont typeface="Noto Sans Symbols"/>
              <a:buChar char="▪"/>
              <a:defRPr sz="1600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49" name="Google Shape;24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47880" y="587120"/>
            <a:ext cx="295657" cy="199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2"/>
          <p:cNvPicPr preferRelativeResize="0"/>
          <p:nvPr/>
        </p:nvPicPr>
        <p:blipFill rotWithShape="1">
          <a:blip r:embed="rId7">
            <a:alphaModFix/>
          </a:blip>
          <a:srcRect b="13832" l="0" r="4123" t="1"/>
          <a:stretch/>
        </p:blipFill>
        <p:spPr>
          <a:xfrm>
            <a:off x="8307088" y="510183"/>
            <a:ext cx="440792" cy="245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12"/>
          <p:cNvGrpSpPr/>
          <p:nvPr/>
        </p:nvGrpSpPr>
        <p:grpSpPr>
          <a:xfrm>
            <a:off x="556770" y="741966"/>
            <a:ext cx="8587230" cy="45720"/>
            <a:chOff x="556770" y="815118"/>
            <a:chExt cx="8587230" cy="45720"/>
          </a:xfrm>
        </p:grpSpPr>
        <p:sp>
          <p:nvSpPr>
            <p:cNvPr id="259" name="Google Shape;259;p12"/>
            <p:cNvSpPr/>
            <p:nvPr/>
          </p:nvSpPr>
          <p:spPr>
            <a:xfrm>
              <a:off x="2110622" y="815119"/>
              <a:ext cx="7033378" cy="45719"/>
            </a:xfrm>
            <a:prstGeom prst="rect">
              <a:avLst/>
            </a:prstGeom>
            <a:solidFill>
              <a:srgbClr val="0065A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2"/>
            <p:cNvSpPr/>
            <p:nvPr/>
          </p:nvSpPr>
          <p:spPr>
            <a:xfrm>
              <a:off x="556770" y="815118"/>
              <a:ext cx="1553852" cy="45719"/>
            </a:xfrm>
            <a:prstGeom prst="rect">
              <a:avLst/>
            </a:prstGeom>
            <a:solidFill>
              <a:srgbClr val="54BCE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54BC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2"/>
          <p:cNvSpPr txBox="1"/>
          <p:nvPr/>
        </p:nvSpPr>
        <p:spPr>
          <a:xfrm>
            <a:off x="8487208" y="6634127"/>
            <a:ext cx="580154" cy="17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ja-JP" sz="12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058111" y="6596390"/>
            <a:ext cx="103586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, Thank You, Contact Info">
  <p:cSld name="Closing Slide, Thank You, Contact Info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"/>
          <p:cNvSpPr/>
          <p:nvPr/>
        </p:nvSpPr>
        <p:spPr>
          <a:xfrm>
            <a:off x="0" y="0"/>
            <a:ext cx="9144000" cy="6864856"/>
          </a:xfrm>
          <a:prstGeom prst="rect">
            <a:avLst/>
          </a:prstGeom>
          <a:solidFill>
            <a:srgbClr val="0065A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36654" y="-169716"/>
            <a:ext cx="446527" cy="43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673" y="600457"/>
            <a:ext cx="295657" cy="170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77943" y="0"/>
            <a:ext cx="251461" cy="3550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8334594">
            <a:off x="8823533" y="422706"/>
            <a:ext cx="377953" cy="371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2019983">
            <a:off x="8196527" y="2549"/>
            <a:ext cx="370538" cy="60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3"/>
          <p:cNvPicPr preferRelativeResize="0"/>
          <p:nvPr/>
        </p:nvPicPr>
        <p:blipFill rotWithShape="1">
          <a:blip r:embed="rId7">
            <a:alphaModFix/>
          </a:blip>
          <a:srcRect b="3610" l="1" r="7519" t="0"/>
          <a:stretch/>
        </p:blipFill>
        <p:spPr>
          <a:xfrm>
            <a:off x="8256345" y="488573"/>
            <a:ext cx="425176" cy="274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97802" y="355093"/>
            <a:ext cx="284989" cy="202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34283" y="-6856"/>
            <a:ext cx="297016" cy="25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66027" y="195301"/>
            <a:ext cx="246246" cy="266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803198" y="721993"/>
            <a:ext cx="418622" cy="43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3"/>
          <p:cNvPicPr preferRelativeResize="0"/>
          <p:nvPr/>
        </p:nvPicPr>
        <p:blipFill rotWithShape="1">
          <a:blip r:embed="rId12">
            <a:alphaModFix/>
          </a:blip>
          <a:srcRect b="0" l="3811" r="0" t="0"/>
          <a:stretch/>
        </p:blipFill>
        <p:spPr>
          <a:xfrm>
            <a:off x="8131292" y="730726"/>
            <a:ext cx="258960" cy="27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81796" y="734125"/>
            <a:ext cx="281437" cy="469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599342" y="988161"/>
            <a:ext cx="460124" cy="347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8046678" y="283313"/>
            <a:ext cx="450361" cy="3628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-1424447">
            <a:off x="7832298" y="514930"/>
            <a:ext cx="367579" cy="3675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7654412" y="227365"/>
            <a:ext cx="500415" cy="197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13"/>
          <p:cNvPicPr preferRelativeResize="0"/>
          <p:nvPr/>
        </p:nvPicPr>
        <p:blipFill rotWithShape="1">
          <a:blip r:embed="rId18">
            <a:alphaModFix/>
          </a:blip>
          <a:srcRect b="1275" l="0" r="9866" t="0"/>
          <a:stretch/>
        </p:blipFill>
        <p:spPr>
          <a:xfrm>
            <a:off x="8012230" y="1010132"/>
            <a:ext cx="365573" cy="1548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695858" y="1590081"/>
            <a:ext cx="450802" cy="4491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8996200" y="1191945"/>
            <a:ext cx="152806" cy="449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8672122" y="1294744"/>
            <a:ext cx="417028" cy="34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3"/>
          <p:cNvPicPr preferRelativeResize="0"/>
          <p:nvPr/>
        </p:nvPicPr>
        <p:blipFill rotWithShape="1">
          <a:blip r:embed="rId22">
            <a:alphaModFix/>
          </a:blip>
          <a:srcRect b="25664" l="0" r="21687" t="0"/>
          <a:stretch/>
        </p:blipFill>
        <p:spPr>
          <a:xfrm rot="10164149">
            <a:off x="7500206" y="-20232"/>
            <a:ext cx="394912" cy="2586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234736" y="-23904"/>
            <a:ext cx="272295" cy="293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3"/>
          <p:cNvPicPr preferRelativeResize="0"/>
          <p:nvPr/>
        </p:nvPicPr>
        <p:blipFill rotWithShape="1">
          <a:blip r:embed="rId24">
            <a:alphaModFix/>
          </a:blip>
          <a:srcRect b="1356" l="0" r="6690" t="3633"/>
          <a:stretch/>
        </p:blipFill>
        <p:spPr>
          <a:xfrm>
            <a:off x="7767691" y="880579"/>
            <a:ext cx="333181" cy="254442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135623" y="6588590"/>
            <a:ext cx="3164649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100"/>
              <a:buFont typeface="Calibri"/>
              <a:buNone/>
            </a:pPr>
            <a:r>
              <a:rPr b="0" i="0" lang="ja-JP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Copyright ©2022 CMIC Group – All Rights Reserved </a:t>
            </a:r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856711" y="3156480"/>
            <a:ext cx="3357819" cy="200147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5063438" y="3254705"/>
            <a:ext cx="232959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5063438" y="3748005"/>
            <a:ext cx="425975" cy="40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5013183" y="4190396"/>
            <a:ext cx="519959" cy="2902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 result for youtube icon" id="293" name="Google Shape;293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5148214" y="4582921"/>
            <a:ext cx="288074" cy="276272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3"/>
          <p:cNvSpPr/>
          <p:nvPr/>
        </p:nvSpPr>
        <p:spPr>
          <a:xfrm>
            <a:off x="989275" y="3156480"/>
            <a:ext cx="3357819" cy="2001471"/>
          </a:xfrm>
          <a:prstGeom prst="rect">
            <a:avLst/>
          </a:prstGeom>
          <a:solidFill>
            <a:srgbClr val="F5F5F5"/>
          </a:solidFill>
          <a:ln>
            <a:noFill/>
          </a:ln>
          <a:effectLst>
            <a:outerShdw blurRad="50800" rotWithShape="0" algn="br" dir="135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1183917" y="3349128"/>
            <a:ext cx="16272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ja-JP" sz="2400" u="none" cap="none" strike="noStrike">
                <a:solidFill>
                  <a:srgbClr val="0065A4"/>
                </a:solidFill>
                <a:latin typeface="Calibri"/>
                <a:ea typeface="Calibri"/>
                <a:cs typeface="Calibri"/>
                <a:sym typeface="Calibri"/>
              </a:rPr>
              <a:t>Contact 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3"/>
          <p:cNvSpPr txBox="1"/>
          <p:nvPr/>
        </p:nvSpPr>
        <p:spPr>
          <a:xfrm>
            <a:off x="5398438" y="4174010"/>
            <a:ext cx="41788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2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@CMIC_Group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5412871" y="3785606"/>
            <a:ext cx="41788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2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CMIC Group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5402859" y="4548065"/>
            <a:ext cx="417880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ja-JP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CMIC Group YouTube Channel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1181917" y="4351725"/>
            <a:ext cx="2168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ja-JP" sz="1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www.cmicgroup.com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6757742" y="5791368"/>
            <a:ext cx="1982819" cy="556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83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"/>
          <p:cNvSpPr txBox="1"/>
          <p:nvPr>
            <p:ph type="title"/>
          </p:nvPr>
        </p:nvSpPr>
        <p:spPr>
          <a:xfrm>
            <a:off x="413435" y="249155"/>
            <a:ext cx="8540066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2700"/>
              <a:buFont typeface="Meiryo"/>
              <a:buNone/>
            </a:pPr>
            <a:r>
              <a:rPr lang="ja-JP" sz="2700">
                <a:latin typeface="Arial"/>
                <a:ea typeface="Arial"/>
                <a:cs typeface="Arial"/>
                <a:sym typeface="Arial"/>
              </a:rPr>
              <a:t>Nghiệp vụ xử lý công việc với sponsor 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" name="Google Shape;307;p1"/>
          <p:cNvGraphicFramePr/>
          <p:nvPr/>
        </p:nvGraphicFramePr>
        <p:xfrm>
          <a:off x="497839" y="848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{5FA30394-45BC-40B6-8B2C-87DB2A4D2849}</a:tableStyleId>
              </a:tblPr>
              <a:tblGrid>
                <a:gridCol w="462275"/>
                <a:gridCol w="799850"/>
                <a:gridCol w="429875"/>
                <a:gridCol w="676800"/>
                <a:gridCol w="2030400"/>
                <a:gridCol w="2030400"/>
                <a:gridCol w="203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Phân loại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PIC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Mục đích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Tool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Nguồn thông tin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Cách làm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Liên lạc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Người yêu cầu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Mail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Phiếu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câu hỏi RFI, 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file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hợp đồng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Y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êu cầu xác nhận hạng mục liên quan đến IT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bị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Để quản lý liên lạc yêu cầu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100">
                          <a:latin typeface="Arial"/>
                          <a:ea typeface="Arial"/>
                          <a:cs typeface="Arial"/>
                          <a:sym typeface="Arial"/>
                        </a:rPr>
                        <a:t>File Excel lịch trình trả lời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Thông tin mail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Ngày yêu cầu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Client name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Thông tin công ty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Số lượng câu hỏi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Ngày giao hàng mong muốn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Xem thông tin mail để tạo phiếu (ticket?)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bị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Như trên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Box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Mail yêu cầu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Phiếu câu hỏi 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RFI、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Hợp đồng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Mỗi 1 liên hệ (trao đổi, yêu cầu) sẽ tạo 1 folder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 Đ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ể các tài liệu liên quan vào đó.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bị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Để keep lại knowledge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Phiếu câu hỏi 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RFI、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Hợp đồng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Chép lại nội dung trong bảng câu hỏi.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Chuẩn bị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Để hiểu nội dung câu hỏi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Rosetta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GSC</a:t>
                      </a:r>
                      <a:endParaRPr sz="10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Phiếu câu hỏi 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RFI、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file hợp đồng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File Excel đã được ghi chép lại/nhập liệu lại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Dịch tiếng Anh sang tiếng Nhật.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Nghiệp vụ tương lai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Bộ tài liệu Knowledge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Intranet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Các loại văn bản khác nhau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Kiểm tra nội dung câu hỏi và nhập câu trả lời của bộ phận ICT.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Nghiệp vụ tương lai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Escalate các phần không rõ sang các team khác.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Nghiệp vụ tương lai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Xác nhận cuối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"/>
          <p:cNvSpPr txBox="1"/>
          <p:nvPr>
            <p:ph type="title"/>
          </p:nvPr>
        </p:nvSpPr>
        <p:spPr>
          <a:xfrm>
            <a:off x="413435" y="249155"/>
            <a:ext cx="8540066" cy="449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eiryo"/>
              <a:buNone/>
            </a:pPr>
            <a:r>
              <a:rPr lang="ja-JP" sz="27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Nghiệp vụ xử lý công việc với sponsor </a:t>
            </a:r>
            <a:endParaRPr sz="2700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eiryo"/>
              <a:buNone/>
            </a:pPr>
            <a:r>
              <a:t/>
            </a:r>
            <a:endParaRPr sz="2700">
              <a:solidFill>
                <a:schemeClr val="accent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Meiryo"/>
              <a:buNone/>
            </a:pPr>
            <a:r>
              <a:t/>
            </a:r>
            <a:endParaRPr sz="2700">
              <a:solidFill>
                <a:schemeClr val="accent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65A4"/>
              </a:buClr>
              <a:buSzPts val="2700"/>
              <a:buFont typeface="Meiryo"/>
              <a:buNone/>
            </a:pPr>
            <a:r>
              <a:t/>
            </a:r>
            <a:endParaRPr sz="2700">
              <a:latin typeface="Meiryo"/>
              <a:ea typeface="Meiryo"/>
              <a:cs typeface="Meiryo"/>
              <a:sym typeface="Meiryo"/>
            </a:endParaRPr>
          </a:p>
        </p:txBody>
      </p:sp>
      <p:graphicFrame>
        <p:nvGraphicFramePr>
          <p:cNvPr id="314" name="Google Shape;314;p2"/>
          <p:cNvGraphicFramePr/>
          <p:nvPr/>
        </p:nvGraphicFramePr>
        <p:xfrm>
          <a:off x="497839" y="8483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{5FA30394-45BC-40B6-8B2C-87DB2A4D2849}</a:tableStyleId>
              </a:tblPr>
              <a:tblGrid>
                <a:gridCol w="507600"/>
                <a:gridCol w="507600"/>
                <a:gridCol w="676800"/>
                <a:gridCol w="676800"/>
                <a:gridCol w="2030400"/>
                <a:gridCol w="2030400"/>
                <a:gridCol w="20304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Phân loại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PIC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Mục đích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Tool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Nguồn thông tin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Cách làm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Hậu xử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Dịch từ tiếng Nhật sang tiếng Anh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Hậu xử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Template Excel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Phiếu</a:t>
                      </a: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câu hỏi RFI đã nhận và file hợp đồng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Chép lại nội dung trả lời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Trả lời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Mail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Gửi phản hồi hoàn tất công việc đến bên yêu cầu.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839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Công việc quản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Để quản lý liên lạc yêu cầu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File Excel lịch trình trả lời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Status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Effort xử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・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Ngày close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Cập nhật bảng quản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13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Công việc quản lý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ITQM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Để keep lại knowledge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File Excel 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Bộ tài liệu Knowledge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Calibri"/>
                        <a:buNone/>
                      </a:pPr>
                      <a:r>
                        <a:rPr lang="ja-JP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ựa trên template excel, ghi bổ sung nội dung trả lời vào </a:t>
                      </a:r>
                      <a:r>
                        <a:rPr lang="ja-JP" sz="1000">
                          <a:latin typeface="Arial"/>
                          <a:ea typeface="Arial"/>
                          <a:cs typeface="Arial"/>
                          <a:sym typeface="Arial"/>
                        </a:rPr>
                        <a:t>Bộ tài liệu Knowledge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CMIC Colors">
      <a:dk1>
        <a:srgbClr val="000000"/>
      </a:dk1>
      <a:lt1>
        <a:srgbClr val="FFFFFF"/>
      </a:lt1>
      <a:dk2>
        <a:srgbClr val="003B5E"/>
      </a:dk2>
      <a:lt2>
        <a:srgbClr val="54BCEB"/>
      </a:lt2>
      <a:accent1>
        <a:srgbClr val="0065A4"/>
      </a:accent1>
      <a:accent2>
        <a:srgbClr val="E5004D"/>
      </a:accent2>
      <a:accent3>
        <a:srgbClr val="7859A4"/>
      </a:accent3>
      <a:accent4>
        <a:srgbClr val="71CDA1"/>
      </a:accent4>
      <a:accent5>
        <a:srgbClr val="FFCA27"/>
      </a:accent5>
      <a:accent6>
        <a:srgbClr val="99313A"/>
      </a:accent6>
      <a:hlink>
        <a:srgbClr val="54BCEB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2022-10-14T02:04:52Z</dcterms:created>
  <dc:creator>WAKUI, Yuichiro (涌井 雄一郎)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0x010100955584D74D90AB418245ED910989F9DE</vt:lpwstr>
  </property>
</Properties>
</file>