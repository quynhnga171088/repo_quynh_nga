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28"/>
  </p:notesMasterIdLst>
  <p:handoutMasterIdLst>
    <p:handoutMasterId r:id="rId29"/>
  </p:handoutMasterIdLst>
  <p:sldIdLst>
    <p:sldId id="264" r:id="rId2"/>
    <p:sldId id="268" r:id="rId3"/>
    <p:sldId id="300" r:id="rId4"/>
    <p:sldId id="311" r:id="rId5"/>
    <p:sldId id="312" r:id="rId6"/>
    <p:sldId id="310" r:id="rId7"/>
    <p:sldId id="283" r:id="rId8"/>
    <p:sldId id="304" r:id="rId9"/>
    <p:sldId id="306" r:id="rId10"/>
    <p:sldId id="305" r:id="rId11"/>
    <p:sldId id="307" r:id="rId12"/>
    <p:sldId id="308" r:id="rId13"/>
    <p:sldId id="291" r:id="rId14"/>
    <p:sldId id="298" r:id="rId15"/>
    <p:sldId id="299" r:id="rId16"/>
    <p:sldId id="275" r:id="rId17"/>
    <p:sldId id="313" r:id="rId18"/>
    <p:sldId id="272" r:id="rId19"/>
    <p:sldId id="276" r:id="rId20"/>
    <p:sldId id="302" r:id="rId21"/>
    <p:sldId id="301" r:id="rId22"/>
    <p:sldId id="280" r:id="rId23"/>
    <p:sldId id="289" r:id="rId24"/>
    <p:sldId id="281" r:id="rId25"/>
    <p:sldId id="293" r:id="rId26"/>
    <p:sldId id="303" r:id="rId27"/>
  </p:sldIdLst>
  <p:sldSz cx="9906000" cy="6858000" type="A4"/>
  <p:notesSz cx="6635750" cy="9766300"/>
  <p:defaultTextStyle>
    <a:defPPr>
      <a:defRPr lang="ja-JP"/>
    </a:defPPr>
    <a:lvl1pPr algn="l" rtl="0" fontAlgn="base">
      <a:spcBef>
        <a:spcPct val="0"/>
      </a:spcBef>
      <a:spcAft>
        <a:spcPct val="0"/>
      </a:spcAft>
      <a:defRPr kumimoji="1" kern="1200">
        <a:solidFill>
          <a:schemeClr val="tx1"/>
        </a:solidFill>
        <a:latin typeface="HGS創英角ｺﾞｼｯｸUB" charset="-128"/>
        <a:ea typeface="ＭＳ Ｐゴシック" charset="-128"/>
        <a:cs typeface="+mn-cs"/>
      </a:defRPr>
    </a:lvl1pPr>
    <a:lvl2pPr marL="457200" algn="l" rtl="0" fontAlgn="base">
      <a:spcBef>
        <a:spcPct val="0"/>
      </a:spcBef>
      <a:spcAft>
        <a:spcPct val="0"/>
      </a:spcAft>
      <a:defRPr kumimoji="1" kern="1200">
        <a:solidFill>
          <a:schemeClr val="tx1"/>
        </a:solidFill>
        <a:latin typeface="HGS創英角ｺﾞｼｯｸUB" charset="-128"/>
        <a:ea typeface="ＭＳ Ｐゴシック" charset="-128"/>
        <a:cs typeface="+mn-cs"/>
      </a:defRPr>
    </a:lvl2pPr>
    <a:lvl3pPr marL="914400" algn="l" rtl="0" fontAlgn="base">
      <a:spcBef>
        <a:spcPct val="0"/>
      </a:spcBef>
      <a:spcAft>
        <a:spcPct val="0"/>
      </a:spcAft>
      <a:defRPr kumimoji="1" kern="1200">
        <a:solidFill>
          <a:schemeClr val="tx1"/>
        </a:solidFill>
        <a:latin typeface="HGS創英角ｺﾞｼｯｸUB" charset="-128"/>
        <a:ea typeface="ＭＳ Ｐゴシック" charset="-128"/>
        <a:cs typeface="+mn-cs"/>
      </a:defRPr>
    </a:lvl3pPr>
    <a:lvl4pPr marL="1371600" algn="l" rtl="0" fontAlgn="base">
      <a:spcBef>
        <a:spcPct val="0"/>
      </a:spcBef>
      <a:spcAft>
        <a:spcPct val="0"/>
      </a:spcAft>
      <a:defRPr kumimoji="1" kern="1200">
        <a:solidFill>
          <a:schemeClr val="tx1"/>
        </a:solidFill>
        <a:latin typeface="HGS創英角ｺﾞｼｯｸUB" charset="-128"/>
        <a:ea typeface="ＭＳ Ｐゴシック" charset="-128"/>
        <a:cs typeface="+mn-cs"/>
      </a:defRPr>
    </a:lvl4pPr>
    <a:lvl5pPr marL="1828800" algn="l" rtl="0" fontAlgn="base">
      <a:spcBef>
        <a:spcPct val="0"/>
      </a:spcBef>
      <a:spcAft>
        <a:spcPct val="0"/>
      </a:spcAft>
      <a:defRPr kumimoji="1" kern="1200">
        <a:solidFill>
          <a:schemeClr val="tx1"/>
        </a:solidFill>
        <a:latin typeface="HGS創英角ｺﾞｼｯｸUB" charset="-128"/>
        <a:ea typeface="ＭＳ Ｐゴシック" charset="-128"/>
        <a:cs typeface="+mn-cs"/>
      </a:defRPr>
    </a:lvl5pPr>
    <a:lvl6pPr marL="2286000" algn="l" defTabSz="914400" rtl="0" eaLnBrk="1" latinLnBrk="0" hangingPunct="1">
      <a:defRPr kumimoji="1" kern="1200">
        <a:solidFill>
          <a:schemeClr val="tx1"/>
        </a:solidFill>
        <a:latin typeface="HGS創英角ｺﾞｼｯｸUB" charset="-128"/>
        <a:ea typeface="ＭＳ Ｐゴシック" charset="-128"/>
        <a:cs typeface="+mn-cs"/>
      </a:defRPr>
    </a:lvl6pPr>
    <a:lvl7pPr marL="2743200" algn="l" defTabSz="914400" rtl="0" eaLnBrk="1" latinLnBrk="0" hangingPunct="1">
      <a:defRPr kumimoji="1" kern="1200">
        <a:solidFill>
          <a:schemeClr val="tx1"/>
        </a:solidFill>
        <a:latin typeface="HGS創英角ｺﾞｼｯｸUB" charset="-128"/>
        <a:ea typeface="ＭＳ Ｐゴシック" charset="-128"/>
        <a:cs typeface="+mn-cs"/>
      </a:defRPr>
    </a:lvl7pPr>
    <a:lvl8pPr marL="3200400" algn="l" defTabSz="914400" rtl="0" eaLnBrk="1" latinLnBrk="0" hangingPunct="1">
      <a:defRPr kumimoji="1" kern="1200">
        <a:solidFill>
          <a:schemeClr val="tx1"/>
        </a:solidFill>
        <a:latin typeface="HGS創英角ｺﾞｼｯｸUB" charset="-128"/>
        <a:ea typeface="ＭＳ Ｐゴシック" charset="-128"/>
        <a:cs typeface="+mn-cs"/>
      </a:defRPr>
    </a:lvl8pPr>
    <a:lvl9pPr marL="3657600" algn="l" defTabSz="914400" rtl="0" eaLnBrk="1" latinLnBrk="0" hangingPunct="1">
      <a:defRPr kumimoji="1" kern="1200">
        <a:solidFill>
          <a:schemeClr val="tx1"/>
        </a:solidFill>
        <a:latin typeface="HGS創英角ｺﾞｼｯｸUB" charset="-128"/>
        <a:ea typeface="ＭＳ Ｐゴシック"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30C1"/>
    <a:srgbClr val="EDEAF9"/>
    <a:srgbClr val="DDD6F3"/>
    <a:srgbClr val="1111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FB9B4-0F1A-4337-BD8F-71AFE9642BB5}" v="1" dt="2024-07-30T07:00:56.95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727" autoAdjust="0"/>
  </p:normalViewPr>
  <p:slideViewPr>
    <p:cSldViewPr snapToGrid="0">
      <p:cViewPr varScale="1">
        <p:scale>
          <a:sx n="107" d="100"/>
          <a:sy n="107" d="100"/>
        </p:scale>
        <p:origin x="1398"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和田 健太(事企画)" userId="af7d8b1e-97a9-4944-8ded-8bc88f5e4906" providerId="ADAL" clId="{164B687D-7599-49FF-B634-37BAA134AD81}"/>
    <pc:docChg chg="undo custSel addSld delSld modSld">
      <pc:chgData name="大和田 健太(事企画)" userId="af7d8b1e-97a9-4944-8ded-8bc88f5e4906" providerId="ADAL" clId="{164B687D-7599-49FF-B634-37BAA134AD81}" dt="2024-07-23T11:46:47.255" v="8991" actId="20577"/>
      <pc:docMkLst>
        <pc:docMk/>
      </pc:docMkLst>
      <pc:sldChg chg="modSp mod">
        <pc:chgData name="大和田 健太(事企画)" userId="af7d8b1e-97a9-4944-8ded-8bc88f5e4906" providerId="ADAL" clId="{164B687D-7599-49FF-B634-37BAA134AD81}" dt="2024-07-23T11:46:16.548" v="8874" actId="20577"/>
        <pc:sldMkLst>
          <pc:docMk/>
          <pc:sldMk cId="465708593" sldId="264"/>
        </pc:sldMkLst>
        <pc:spChg chg="mod">
          <ac:chgData name="大和田 健太(事企画)" userId="af7d8b1e-97a9-4944-8ded-8bc88f5e4906" providerId="ADAL" clId="{164B687D-7599-49FF-B634-37BAA134AD81}" dt="2024-07-23T11:46:16.548" v="8874" actId="20577"/>
          <ac:spMkLst>
            <pc:docMk/>
            <pc:sldMk cId="465708593" sldId="264"/>
            <ac:spMk id="8" creationId="{A81A8CC7-4D5F-422D-8CC7-474C57CE977C}"/>
          </ac:spMkLst>
        </pc:spChg>
      </pc:sldChg>
      <pc:sldChg chg="modSp mod">
        <pc:chgData name="大和田 健太(事企画)" userId="af7d8b1e-97a9-4944-8ded-8bc88f5e4906" providerId="ADAL" clId="{164B687D-7599-49FF-B634-37BAA134AD81}" dt="2024-07-23T09:25:21.751" v="5413" actId="20577"/>
        <pc:sldMkLst>
          <pc:docMk/>
          <pc:sldMk cId="688041237" sldId="268"/>
        </pc:sldMkLst>
        <pc:spChg chg="mod">
          <ac:chgData name="大和田 健太(事企画)" userId="af7d8b1e-97a9-4944-8ded-8bc88f5e4906" providerId="ADAL" clId="{164B687D-7599-49FF-B634-37BAA134AD81}" dt="2024-07-23T09:25:21.751" v="5413" actId="20577"/>
          <ac:spMkLst>
            <pc:docMk/>
            <pc:sldMk cId="688041237" sldId="268"/>
            <ac:spMk id="3" creationId="{0CDCFC1F-D664-4D11-AEDF-FA50F5DFCE44}"/>
          </ac:spMkLst>
        </pc:spChg>
      </pc:sldChg>
      <pc:sldChg chg="modSp mod">
        <pc:chgData name="大和田 健太(事企画)" userId="af7d8b1e-97a9-4944-8ded-8bc88f5e4906" providerId="ADAL" clId="{164B687D-7599-49FF-B634-37BAA134AD81}" dt="2024-07-23T09:28:01.682" v="5484"/>
        <pc:sldMkLst>
          <pc:docMk/>
          <pc:sldMk cId="2699640754" sldId="272"/>
        </pc:sldMkLst>
        <pc:spChg chg="mod">
          <ac:chgData name="大和田 健太(事企画)" userId="af7d8b1e-97a9-4944-8ded-8bc88f5e4906" providerId="ADAL" clId="{164B687D-7599-49FF-B634-37BAA134AD81}" dt="2024-07-23T09:28:01.682" v="5484"/>
          <ac:spMkLst>
            <pc:docMk/>
            <pc:sldMk cId="2699640754" sldId="272"/>
            <ac:spMk id="3" creationId="{9422AD71-2368-5673-F216-43A5F7A59E11}"/>
          </ac:spMkLst>
        </pc:spChg>
      </pc:sldChg>
      <pc:sldChg chg="modSp mod">
        <pc:chgData name="大和田 健太(事企画)" userId="af7d8b1e-97a9-4944-8ded-8bc88f5e4906" providerId="ADAL" clId="{164B687D-7599-49FF-B634-37BAA134AD81}" dt="2024-07-23T09:24:24.171" v="5407" actId="20577"/>
        <pc:sldMkLst>
          <pc:docMk/>
          <pc:sldMk cId="3846379160" sldId="275"/>
        </pc:sldMkLst>
        <pc:spChg chg="mod">
          <ac:chgData name="大和田 健太(事企画)" userId="af7d8b1e-97a9-4944-8ded-8bc88f5e4906" providerId="ADAL" clId="{164B687D-7599-49FF-B634-37BAA134AD81}" dt="2024-07-23T09:24:24.171" v="5407" actId="20577"/>
          <ac:spMkLst>
            <pc:docMk/>
            <pc:sldMk cId="3846379160" sldId="275"/>
            <ac:spMk id="3" creationId="{80A03E82-457C-1C36-CB79-5100891E7AFB}"/>
          </ac:spMkLst>
        </pc:spChg>
      </pc:sldChg>
      <pc:sldChg chg="addSp delSp modSp mod">
        <pc:chgData name="大和田 健太(事企画)" userId="af7d8b1e-97a9-4944-8ded-8bc88f5e4906" providerId="ADAL" clId="{164B687D-7599-49FF-B634-37BAA134AD81}" dt="2024-07-23T10:43:37.579" v="5767" actId="20577"/>
        <pc:sldMkLst>
          <pc:docMk/>
          <pc:sldMk cId="1195024300" sldId="280"/>
        </pc:sldMkLst>
        <pc:spChg chg="mod">
          <ac:chgData name="大和田 健太(事企画)" userId="af7d8b1e-97a9-4944-8ded-8bc88f5e4906" providerId="ADAL" clId="{164B687D-7599-49FF-B634-37BAA134AD81}" dt="2024-07-23T10:43:37.579" v="5767" actId="20577"/>
          <ac:spMkLst>
            <pc:docMk/>
            <pc:sldMk cId="1195024300" sldId="280"/>
            <ac:spMk id="3" creationId="{926A1555-1D37-306F-E3BF-BA3E0C5098B5}"/>
          </ac:spMkLst>
        </pc:spChg>
        <pc:picChg chg="del">
          <ac:chgData name="大和田 健太(事企画)" userId="af7d8b1e-97a9-4944-8ded-8bc88f5e4906" providerId="ADAL" clId="{164B687D-7599-49FF-B634-37BAA134AD81}" dt="2024-07-23T09:58:40.560" v="5486" actId="478"/>
          <ac:picMkLst>
            <pc:docMk/>
            <pc:sldMk cId="1195024300" sldId="280"/>
            <ac:picMk id="7" creationId="{4044E6E9-4D9C-5624-D675-71123FBD2251}"/>
          </ac:picMkLst>
        </pc:picChg>
        <pc:picChg chg="add mod">
          <ac:chgData name="大和田 健太(事企画)" userId="af7d8b1e-97a9-4944-8ded-8bc88f5e4906" providerId="ADAL" clId="{164B687D-7599-49FF-B634-37BAA134AD81}" dt="2024-07-23T09:59:25.117" v="5490" actId="14100"/>
          <ac:picMkLst>
            <pc:docMk/>
            <pc:sldMk cId="1195024300" sldId="280"/>
            <ac:picMk id="9" creationId="{A15667C8-1898-E874-441A-0556DF761FF6}"/>
          </ac:picMkLst>
        </pc:picChg>
      </pc:sldChg>
      <pc:sldChg chg="addSp delSp modSp mod">
        <pc:chgData name="大和田 健太(事企画)" userId="af7d8b1e-97a9-4944-8ded-8bc88f5e4906" providerId="ADAL" clId="{164B687D-7599-49FF-B634-37BAA134AD81}" dt="2024-07-23T11:14:42.530" v="7403" actId="20577"/>
        <pc:sldMkLst>
          <pc:docMk/>
          <pc:sldMk cId="1960545638" sldId="281"/>
        </pc:sldMkLst>
        <pc:spChg chg="mod">
          <ac:chgData name="大和田 健太(事企画)" userId="af7d8b1e-97a9-4944-8ded-8bc88f5e4906" providerId="ADAL" clId="{164B687D-7599-49FF-B634-37BAA134AD81}" dt="2024-07-23T11:06:46.770" v="6481" actId="20577"/>
          <ac:spMkLst>
            <pc:docMk/>
            <pc:sldMk cId="1960545638" sldId="281"/>
            <ac:spMk id="2" creationId="{7771D4C5-DDF4-D654-833B-B49BB4FE470C}"/>
          </ac:spMkLst>
        </pc:spChg>
        <pc:spChg chg="mod">
          <ac:chgData name="大和田 健太(事企画)" userId="af7d8b1e-97a9-4944-8ded-8bc88f5e4906" providerId="ADAL" clId="{164B687D-7599-49FF-B634-37BAA134AD81}" dt="2024-07-23T11:08:52.174" v="6512" actId="20577"/>
          <ac:spMkLst>
            <pc:docMk/>
            <pc:sldMk cId="1960545638" sldId="281"/>
            <ac:spMk id="10" creationId="{B1A2FD70-955F-6A02-616B-A57323F9F759}"/>
          </ac:spMkLst>
        </pc:spChg>
        <pc:spChg chg="del">
          <ac:chgData name="大和田 健太(事企画)" userId="af7d8b1e-97a9-4944-8ded-8bc88f5e4906" providerId="ADAL" clId="{164B687D-7599-49FF-B634-37BAA134AD81}" dt="2024-07-23T11:08:02.509" v="6484" actId="478"/>
          <ac:spMkLst>
            <pc:docMk/>
            <pc:sldMk cId="1960545638" sldId="281"/>
            <ac:spMk id="11" creationId="{D0482B29-4535-6F3C-1E92-C52EBE688766}"/>
          </ac:spMkLst>
        </pc:spChg>
        <pc:spChg chg="mod">
          <ac:chgData name="大和田 健太(事企画)" userId="af7d8b1e-97a9-4944-8ded-8bc88f5e4906" providerId="ADAL" clId="{164B687D-7599-49FF-B634-37BAA134AD81}" dt="2024-07-23T11:14:42.530" v="7403" actId="20577"/>
          <ac:spMkLst>
            <pc:docMk/>
            <pc:sldMk cId="1960545638" sldId="281"/>
            <ac:spMk id="12" creationId="{3839C002-9181-904D-006E-DE520DF150E6}"/>
          </ac:spMkLst>
        </pc:spChg>
        <pc:picChg chg="del">
          <ac:chgData name="大和田 健太(事企画)" userId="af7d8b1e-97a9-4944-8ded-8bc88f5e4906" providerId="ADAL" clId="{164B687D-7599-49FF-B634-37BAA134AD81}" dt="2024-07-23T11:08:03.759" v="6485" actId="478"/>
          <ac:picMkLst>
            <pc:docMk/>
            <pc:sldMk cId="1960545638" sldId="281"/>
            <ac:picMk id="6" creationId="{DE183455-6E89-CE55-61E1-472A366BA356}"/>
          </ac:picMkLst>
        </pc:picChg>
        <pc:picChg chg="add del mod">
          <ac:chgData name="大和田 健太(事企画)" userId="af7d8b1e-97a9-4944-8ded-8bc88f5e4906" providerId="ADAL" clId="{164B687D-7599-49FF-B634-37BAA134AD81}" dt="2024-07-23T11:08:13.845" v="6491" actId="22"/>
          <ac:picMkLst>
            <pc:docMk/>
            <pc:sldMk cId="1960545638" sldId="281"/>
            <ac:picMk id="7" creationId="{3EA2F34A-8612-70A0-8DD9-461E38AFBB38}"/>
          </ac:picMkLst>
        </pc:picChg>
        <pc:picChg chg="del mod">
          <ac:chgData name="大和田 健太(事企画)" userId="af7d8b1e-97a9-4944-8ded-8bc88f5e4906" providerId="ADAL" clId="{164B687D-7599-49FF-B634-37BAA134AD81}" dt="2024-07-23T11:06:48.399" v="6483" actId="478"/>
          <ac:picMkLst>
            <pc:docMk/>
            <pc:sldMk cId="1960545638" sldId="281"/>
            <ac:picMk id="9" creationId="{F9120D70-E7CC-D19C-FDB9-803D4C30DF9A}"/>
          </ac:picMkLst>
        </pc:picChg>
        <pc:picChg chg="add mod">
          <ac:chgData name="大和田 健太(事企画)" userId="af7d8b1e-97a9-4944-8ded-8bc88f5e4906" providerId="ADAL" clId="{164B687D-7599-49FF-B634-37BAA134AD81}" dt="2024-07-23T11:08:40.396" v="6496" actId="1076"/>
          <ac:picMkLst>
            <pc:docMk/>
            <pc:sldMk cId="1960545638" sldId="281"/>
            <ac:picMk id="13" creationId="{F2256248-6817-0CE7-61E8-D53245D40E1A}"/>
          </ac:picMkLst>
        </pc:picChg>
      </pc:sldChg>
      <pc:sldChg chg="del">
        <pc:chgData name="大和田 健太(事企画)" userId="af7d8b1e-97a9-4944-8ded-8bc88f5e4906" providerId="ADAL" clId="{164B687D-7599-49FF-B634-37BAA134AD81}" dt="2024-07-23T11:22:45.333" v="7500" actId="47"/>
        <pc:sldMkLst>
          <pc:docMk/>
          <pc:sldMk cId="2150406033" sldId="282"/>
        </pc:sldMkLst>
      </pc:sldChg>
      <pc:sldChg chg="delSp modSp mod">
        <pc:chgData name="大和田 健太(事企画)" userId="af7d8b1e-97a9-4944-8ded-8bc88f5e4906" providerId="ADAL" clId="{164B687D-7599-49FF-B634-37BAA134AD81}" dt="2024-07-23T09:26:02.017" v="5440" actId="20577"/>
        <pc:sldMkLst>
          <pc:docMk/>
          <pc:sldMk cId="1293057152" sldId="283"/>
        </pc:sldMkLst>
        <pc:spChg chg="mod">
          <ac:chgData name="大和田 健太(事企画)" userId="af7d8b1e-97a9-4944-8ded-8bc88f5e4906" providerId="ADAL" clId="{164B687D-7599-49FF-B634-37BAA134AD81}" dt="2024-07-23T07:12:39.618" v="2543" actId="20577"/>
          <ac:spMkLst>
            <pc:docMk/>
            <pc:sldMk cId="1293057152" sldId="283"/>
            <ac:spMk id="2" creationId="{0907CFB0-A5A8-5377-569A-3AA7E7F7EC4A}"/>
          </ac:spMkLst>
        </pc:spChg>
        <pc:spChg chg="mod">
          <ac:chgData name="大和田 健太(事企画)" userId="af7d8b1e-97a9-4944-8ded-8bc88f5e4906" providerId="ADAL" clId="{164B687D-7599-49FF-B634-37BAA134AD81}" dt="2024-07-23T09:26:02.017" v="5440" actId="20577"/>
          <ac:spMkLst>
            <pc:docMk/>
            <pc:sldMk cId="1293057152" sldId="283"/>
            <ac:spMk id="3" creationId="{B8538AE3-AAEC-0C3C-BFBD-7AA804E20FB1}"/>
          </ac:spMkLst>
        </pc:spChg>
        <pc:spChg chg="del">
          <ac:chgData name="大和田 健太(事企画)" userId="af7d8b1e-97a9-4944-8ded-8bc88f5e4906" providerId="ADAL" clId="{164B687D-7599-49FF-B634-37BAA134AD81}" dt="2024-07-23T05:48:03.371" v="337" actId="478"/>
          <ac:spMkLst>
            <pc:docMk/>
            <pc:sldMk cId="1293057152" sldId="283"/>
            <ac:spMk id="6" creationId="{CC0822FE-C7CF-74F2-E6C3-C9C9BB54519B}"/>
          </ac:spMkLst>
        </pc:spChg>
        <pc:spChg chg="del">
          <ac:chgData name="大和田 健太(事企画)" userId="af7d8b1e-97a9-4944-8ded-8bc88f5e4906" providerId="ADAL" clId="{164B687D-7599-49FF-B634-37BAA134AD81}" dt="2024-07-23T05:48:04.343" v="338" actId="478"/>
          <ac:spMkLst>
            <pc:docMk/>
            <pc:sldMk cId="1293057152" sldId="283"/>
            <ac:spMk id="7" creationId="{32D100E8-C2BB-7C1B-F651-C77A4770564F}"/>
          </ac:spMkLst>
        </pc:spChg>
        <pc:spChg chg="del">
          <ac:chgData name="大和田 健太(事企画)" userId="af7d8b1e-97a9-4944-8ded-8bc88f5e4906" providerId="ADAL" clId="{164B687D-7599-49FF-B634-37BAA134AD81}" dt="2024-07-23T05:48:06.911" v="339" actId="478"/>
          <ac:spMkLst>
            <pc:docMk/>
            <pc:sldMk cId="1293057152" sldId="283"/>
            <ac:spMk id="8" creationId="{D3BA9CF5-22B3-4461-C428-775052F294C0}"/>
          </ac:spMkLst>
        </pc:spChg>
        <pc:spChg chg="del">
          <ac:chgData name="大和田 健太(事企画)" userId="af7d8b1e-97a9-4944-8ded-8bc88f5e4906" providerId="ADAL" clId="{164B687D-7599-49FF-B634-37BAA134AD81}" dt="2024-07-23T05:48:07.986" v="340" actId="478"/>
          <ac:spMkLst>
            <pc:docMk/>
            <pc:sldMk cId="1293057152" sldId="283"/>
            <ac:spMk id="9" creationId="{133CB45F-DFA7-B5C9-496A-EAC6EC86FC3A}"/>
          </ac:spMkLst>
        </pc:spChg>
      </pc:sldChg>
      <pc:sldChg chg="del">
        <pc:chgData name="大和田 健太(事企画)" userId="af7d8b1e-97a9-4944-8ded-8bc88f5e4906" providerId="ADAL" clId="{164B687D-7599-49FF-B634-37BAA134AD81}" dt="2024-07-23T08:37:14.180" v="4342" actId="47"/>
        <pc:sldMkLst>
          <pc:docMk/>
          <pc:sldMk cId="2901811963" sldId="284"/>
        </pc:sldMkLst>
      </pc:sldChg>
      <pc:sldChg chg="del">
        <pc:chgData name="大和田 健太(事企画)" userId="af7d8b1e-97a9-4944-8ded-8bc88f5e4906" providerId="ADAL" clId="{164B687D-7599-49FF-B634-37BAA134AD81}" dt="2024-07-23T08:37:15.484" v="4343" actId="47"/>
        <pc:sldMkLst>
          <pc:docMk/>
          <pc:sldMk cId="439584514" sldId="285"/>
        </pc:sldMkLst>
      </pc:sldChg>
      <pc:sldChg chg="del">
        <pc:chgData name="大和田 健太(事企画)" userId="af7d8b1e-97a9-4944-8ded-8bc88f5e4906" providerId="ADAL" clId="{164B687D-7599-49FF-B634-37BAA134AD81}" dt="2024-07-23T08:37:14.180" v="4342" actId="47"/>
        <pc:sldMkLst>
          <pc:docMk/>
          <pc:sldMk cId="2973384492" sldId="286"/>
        </pc:sldMkLst>
      </pc:sldChg>
      <pc:sldChg chg="del">
        <pc:chgData name="大和田 健太(事企画)" userId="af7d8b1e-97a9-4944-8ded-8bc88f5e4906" providerId="ADAL" clId="{164B687D-7599-49FF-B634-37BAA134AD81}" dt="2024-07-23T08:37:14.180" v="4342" actId="47"/>
        <pc:sldMkLst>
          <pc:docMk/>
          <pc:sldMk cId="3974386107" sldId="287"/>
        </pc:sldMkLst>
      </pc:sldChg>
      <pc:sldChg chg="addSp delSp modSp mod">
        <pc:chgData name="大和田 健太(事企画)" userId="af7d8b1e-97a9-4944-8ded-8bc88f5e4906" providerId="ADAL" clId="{164B687D-7599-49FF-B634-37BAA134AD81}" dt="2024-07-23T11:16:29.302" v="7458" actId="571"/>
        <pc:sldMkLst>
          <pc:docMk/>
          <pc:sldMk cId="518693496" sldId="289"/>
        </pc:sldMkLst>
        <pc:spChg chg="mod">
          <ac:chgData name="大和田 健太(事企画)" userId="af7d8b1e-97a9-4944-8ded-8bc88f5e4906" providerId="ADAL" clId="{164B687D-7599-49FF-B634-37BAA134AD81}" dt="2024-07-23T10:43:53.627" v="5774" actId="20577"/>
          <ac:spMkLst>
            <pc:docMk/>
            <pc:sldMk cId="518693496" sldId="289"/>
            <ac:spMk id="2" creationId="{7771D4C5-DDF4-D654-833B-B49BB4FE470C}"/>
          </ac:spMkLst>
        </pc:spChg>
        <pc:spChg chg="mod">
          <ac:chgData name="大和田 健太(事企画)" userId="af7d8b1e-97a9-4944-8ded-8bc88f5e4906" providerId="ADAL" clId="{164B687D-7599-49FF-B634-37BAA134AD81}" dt="2024-07-23T10:55:27.767" v="5898" actId="1076"/>
          <ac:spMkLst>
            <pc:docMk/>
            <pc:sldMk cId="518693496" sldId="289"/>
            <ac:spMk id="10" creationId="{B1A2FD70-955F-6A02-616B-A57323F9F759}"/>
          </ac:spMkLst>
        </pc:spChg>
        <pc:spChg chg="mod">
          <ac:chgData name="大和田 健太(事企画)" userId="af7d8b1e-97a9-4944-8ded-8bc88f5e4906" providerId="ADAL" clId="{164B687D-7599-49FF-B634-37BAA134AD81}" dt="2024-07-23T10:55:11.321" v="5855" actId="1076"/>
          <ac:spMkLst>
            <pc:docMk/>
            <pc:sldMk cId="518693496" sldId="289"/>
            <ac:spMk id="11" creationId="{D0482B29-4535-6F3C-1E92-C52EBE688766}"/>
          </ac:spMkLst>
        </pc:spChg>
        <pc:spChg chg="add mod">
          <ac:chgData name="大和田 健太(事企画)" userId="af7d8b1e-97a9-4944-8ded-8bc88f5e4906" providerId="ADAL" clId="{164B687D-7599-49FF-B634-37BAA134AD81}" dt="2024-07-23T11:06:24.270" v="6465" actId="1076"/>
          <ac:spMkLst>
            <pc:docMk/>
            <pc:sldMk cId="518693496" sldId="289"/>
            <ac:spMk id="12" creationId="{C8A44A1D-F8EC-736F-CBAC-553AE591EA68}"/>
          </ac:spMkLst>
        </pc:spChg>
        <pc:spChg chg="mod">
          <ac:chgData name="大和田 健太(事企画)" userId="af7d8b1e-97a9-4944-8ded-8bc88f5e4906" providerId="ADAL" clId="{164B687D-7599-49FF-B634-37BAA134AD81}" dt="2024-07-23T10:56:18.301" v="5999" actId="20577"/>
          <ac:spMkLst>
            <pc:docMk/>
            <pc:sldMk cId="518693496" sldId="289"/>
            <ac:spMk id="13" creationId="{C772EFC8-B757-40AF-C939-322CB30C5B93}"/>
          </ac:spMkLst>
        </pc:spChg>
        <pc:spChg chg="add mod">
          <ac:chgData name="大和田 健太(事企画)" userId="af7d8b1e-97a9-4944-8ded-8bc88f5e4906" providerId="ADAL" clId="{164B687D-7599-49FF-B634-37BAA134AD81}" dt="2024-07-23T11:16:29.302" v="7458" actId="571"/>
          <ac:spMkLst>
            <pc:docMk/>
            <pc:sldMk cId="518693496" sldId="289"/>
            <ac:spMk id="15" creationId="{EB27708C-AD37-132A-D775-9D115C26DFEE}"/>
          </ac:spMkLst>
        </pc:spChg>
        <pc:picChg chg="del">
          <ac:chgData name="大和田 健太(事企画)" userId="af7d8b1e-97a9-4944-8ded-8bc88f5e4906" providerId="ADAL" clId="{164B687D-7599-49FF-B634-37BAA134AD81}" dt="2024-07-23T10:53:06.275" v="5775" actId="478"/>
          <ac:picMkLst>
            <pc:docMk/>
            <pc:sldMk cId="518693496" sldId="289"/>
            <ac:picMk id="6" creationId="{4D10B74C-CB25-7319-0D75-F22280948694}"/>
          </ac:picMkLst>
        </pc:picChg>
        <pc:picChg chg="add mod">
          <ac:chgData name="大和田 健太(事企画)" userId="af7d8b1e-97a9-4944-8ded-8bc88f5e4906" providerId="ADAL" clId="{164B687D-7599-49FF-B634-37BAA134AD81}" dt="2024-07-23T10:55:03.537" v="5854" actId="1076"/>
          <ac:picMkLst>
            <pc:docMk/>
            <pc:sldMk cId="518693496" sldId="289"/>
            <ac:picMk id="7" creationId="{02783EE1-4555-B84D-69CD-0FE6D69AAA52}"/>
          </ac:picMkLst>
        </pc:picChg>
        <pc:picChg chg="add mod">
          <ac:chgData name="大和田 健太(事企画)" userId="af7d8b1e-97a9-4944-8ded-8bc88f5e4906" providerId="ADAL" clId="{164B687D-7599-49FF-B634-37BAA134AD81}" dt="2024-07-23T10:55:11.321" v="5855" actId="1076"/>
          <ac:picMkLst>
            <pc:docMk/>
            <pc:sldMk cId="518693496" sldId="289"/>
            <ac:picMk id="9" creationId="{921B2BB4-CDA3-E63B-A5E1-AEF30576EF0C}"/>
          </ac:picMkLst>
        </pc:picChg>
        <pc:picChg chg="del">
          <ac:chgData name="大和田 健太(事企画)" userId="af7d8b1e-97a9-4944-8ded-8bc88f5e4906" providerId="ADAL" clId="{164B687D-7599-49FF-B634-37BAA134AD81}" dt="2024-07-23T10:53:42.117" v="5781" actId="478"/>
          <ac:picMkLst>
            <pc:docMk/>
            <pc:sldMk cId="518693496" sldId="289"/>
            <ac:picMk id="14" creationId="{F4E1FB12-DB4B-8C45-C668-6548E734BB95}"/>
          </ac:picMkLst>
        </pc:picChg>
      </pc:sldChg>
      <pc:sldChg chg="delSp modSp add del mod">
        <pc:chgData name="大和田 健太(事企画)" userId="af7d8b1e-97a9-4944-8ded-8bc88f5e4906" providerId="ADAL" clId="{164B687D-7599-49FF-B634-37BAA134AD81}" dt="2024-07-23T10:59:32.676" v="6424" actId="20577"/>
        <pc:sldMkLst>
          <pc:docMk/>
          <pc:sldMk cId="2436116000" sldId="291"/>
        </pc:sldMkLst>
        <pc:spChg chg="mod">
          <ac:chgData name="大和田 健太(事企画)" userId="af7d8b1e-97a9-4944-8ded-8bc88f5e4906" providerId="ADAL" clId="{164B687D-7599-49FF-B634-37BAA134AD81}" dt="2024-07-23T10:59:32.676" v="6424" actId="20577"/>
          <ac:spMkLst>
            <pc:docMk/>
            <pc:sldMk cId="2436116000" sldId="291"/>
            <ac:spMk id="3" creationId="{B8538AE3-AAEC-0C3C-BFBD-7AA804E20FB1}"/>
          </ac:spMkLst>
        </pc:spChg>
        <pc:spChg chg="del">
          <ac:chgData name="大和田 健太(事企画)" userId="af7d8b1e-97a9-4944-8ded-8bc88f5e4906" providerId="ADAL" clId="{164B687D-7599-49FF-B634-37BAA134AD81}" dt="2024-07-23T08:39:24.294" v="4371" actId="478"/>
          <ac:spMkLst>
            <pc:docMk/>
            <pc:sldMk cId="2436116000" sldId="291"/>
            <ac:spMk id="8" creationId="{C3323CF1-FEE7-05AF-67F8-184600D7BA33}"/>
          </ac:spMkLst>
        </pc:spChg>
        <pc:spChg chg="del">
          <ac:chgData name="大和田 健太(事企画)" userId="af7d8b1e-97a9-4944-8ded-8bc88f5e4906" providerId="ADAL" clId="{164B687D-7599-49FF-B634-37BAA134AD81}" dt="2024-07-23T08:39:25.360" v="4372" actId="478"/>
          <ac:spMkLst>
            <pc:docMk/>
            <pc:sldMk cId="2436116000" sldId="291"/>
            <ac:spMk id="9" creationId="{C3EA4FDF-9322-DFE8-3405-ECFF8052636E}"/>
          </ac:spMkLst>
        </pc:spChg>
        <pc:spChg chg="del">
          <ac:chgData name="大和田 健太(事企画)" userId="af7d8b1e-97a9-4944-8ded-8bc88f5e4906" providerId="ADAL" clId="{164B687D-7599-49FF-B634-37BAA134AD81}" dt="2024-07-23T08:38:04.322" v="4350" actId="478"/>
          <ac:spMkLst>
            <pc:docMk/>
            <pc:sldMk cId="2436116000" sldId="291"/>
            <ac:spMk id="10" creationId="{E9540AC8-4329-BF64-B666-6DF30169C403}"/>
          </ac:spMkLst>
        </pc:spChg>
        <pc:picChg chg="del">
          <ac:chgData name="大和田 健太(事企画)" userId="af7d8b1e-97a9-4944-8ded-8bc88f5e4906" providerId="ADAL" clId="{164B687D-7599-49FF-B634-37BAA134AD81}" dt="2024-07-23T08:39:22.578" v="4370" actId="478"/>
          <ac:picMkLst>
            <pc:docMk/>
            <pc:sldMk cId="2436116000" sldId="291"/>
            <ac:picMk id="6" creationId="{1DD8F03B-D673-4F46-0A79-F68C937CC980}"/>
          </ac:picMkLst>
        </pc:picChg>
        <pc:picChg chg="del">
          <ac:chgData name="大和田 健太(事企画)" userId="af7d8b1e-97a9-4944-8ded-8bc88f5e4906" providerId="ADAL" clId="{164B687D-7599-49FF-B634-37BAA134AD81}" dt="2024-07-23T08:39:25.853" v="4373" actId="478"/>
          <ac:picMkLst>
            <pc:docMk/>
            <pc:sldMk cId="2436116000" sldId="291"/>
            <ac:picMk id="7" creationId="{90A88A8B-9F9F-7F0D-5419-F477090C71ED}"/>
          </ac:picMkLst>
        </pc:picChg>
      </pc:sldChg>
      <pc:sldChg chg="del">
        <pc:chgData name="大和田 健太(事企画)" userId="af7d8b1e-97a9-4944-8ded-8bc88f5e4906" providerId="ADAL" clId="{164B687D-7599-49FF-B634-37BAA134AD81}" dt="2024-07-23T11:22:46.595" v="7501" actId="47"/>
        <pc:sldMkLst>
          <pc:docMk/>
          <pc:sldMk cId="1372081829" sldId="292"/>
        </pc:sldMkLst>
      </pc:sldChg>
      <pc:sldChg chg="addSp delSp modSp mod">
        <pc:chgData name="大和田 健太(事企画)" userId="af7d8b1e-97a9-4944-8ded-8bc88f5e4906" providerId="ADAL" clId="{164B687D-7599-49FF-B634-37BAA134AD81}" dt="2024-07-23T11:22:40.910" v="7499" actId="1076"/>
        <pc:sldMkLst>
          <pc:docMk/>
          <pc:sldMk cId="3263324324" sldId="293"/>
        </pc:sldMkLst>
        <pc:spChg chg="mod">
          <ac:chgData name="大和田 健太(事企画)" userId="af7d8b1e-97a9-4944-8ded-8bc88f5e4906" providerId="ADAL" clId="{164B687D-7599-49FF-B634-37BAA134AD81}" dt="2024-07-23T11:15:53.656" v="7428" actId="20577"/>
          <ac:spMkLst>
            <pc:docMk/>
            <pc:sldMk cId="3263324324" sldId="293"/>
            <ac:spMk id="2" creationId="{93BE1448-FC39-2230-23C0-9D2FE3C13008}"/>
          </ac:spMkLst>
        </pc:spChg>
        <pc:spChg chg="del">
          <ac:chgData name="大和田 健太(事企画)" userId="af7d8b1e-97a9-4944-8ded-8bc88f5e4906" providerId="ADAL" clId="{164B687D-7599-49FF-B634-37BAA134AD81}" dt="2024-07-23T11:16:00.259" v="7435" actId="478"/>
          <ac:spMkLst>
            <pc:docMk/>
            <pc:sldMk cId="3263324324" sldId="293"/>
            <ac:spMk id="7" creationId="{16CE6DB2-AA7E-7DD5-7A82-15613B28A757}"/>
          </ac:spMkLst>
        </pc:spChg>
        <pc:spChg chg="del mod">
          <ac:chgData name="大和田 健太(事企画)" userId="af7d8b1e-97a9-4944-8ded-8bc88f5e4906" providerId="ADAL" clId="{164B687D-7599-49FF-B634-37BAA134AD81}" dt="2024-07-23T11:16:24.368" v="7456" actId="478"/>
          <ac:spMkLst>
            <pc:docMk/>
            <pc:sldMk cId="3263324324" sldId="293"/>
            <ac:spMk id="10" creationId="{7B952F4D-E423-49A9-AC02-1835B3E5C4AF}"/>
          </ac:spMkLst>
        </pc:spChg>
        <pc:spChg chg="add mod">
          <ac:chgData name="大和田 健太(事企画)" userId="af7d8b1e-97a9-4944-8ded-8bc88f5e4906" providerId="ADAL" clId="{164B687D-7599-49FF-B634-37BAA134AD81}" dt="2024-07-23T11:22:40.910" v="7499" actId="1076"/>
          <ac:spMkLst>
            <pc:docMk/>
            <pc:sldMk cId="3263324324" sldId="293"/>
            <ac:spMk id="11" creationId="{86E80EE9-DD59-2011-725F-233A9FC9A007}"/>
          </ac:spMkLst>
        </pc:spChg>
        <pc:spChg chg="mod">
          <ac:chgData name="大和田 健太(事企画)" userId="af7d8b1e-97a9-4944-8ded-8bc88f5e4906" providerId="ADAL" clId="{164B687D-7599-49FF-B634-37BAA134AD81}" dt="2024-07-23T11:16:17.731" v="7453" actId="1076"/>
          <ac:spMkLst>
            <pc:docMk/>
            <pc:sldMk cId="3263324324" sldId="293"/>
            <ac:spMk id="12" creationId="{D8A19FF2-FB5A-D159-9D5A-952A2177FA83}"/>
          </ac:spMkLst>
        </pc:spChg>
        <pc:picChg chg="del mod">
          <ac:chgData name="大和田 健太(事企画)" userId="af7d8b1e-97a9-4944-8ded-8bc88f5e4906" providerId="ADAL" clId="{164B687D-7599-49FF-B634-37BAA134AD81}" dt="2024-07-23T11:15:54.902" v="7430" actId="478"/>
          <ac:picMkLst>
            <pc:docMk/>
            <pc:sldMk cId="3263324324" sldId="293"/>
            <ac:picMk id="6" creationId="{9164BDA6-73B1-3A7B-A63B-0D3B98311B90}"/>
          </ac:picMkLst>
        </pc:picChg>
        <pc:picChg chg="add mod">
          <ac:chgData name="大和田 健太(事企画)" userId="af7d8b1e-97a9-4944-8ded-8bc88f5e4906" providerId="ADAL" clId="{164B687D-7599-49FF-B634-37BAA134AD81}" dt="2024-07-23T11:16:04.985" v="7437" actId="14100"/>
          <ac:picMkLst>
            <pc:docMk/>
            <pc:sldMk cId="3263324324" sldId="293"/>
            <ac:picMk id="8" creationId="{0C0FFC8E-2B95-3E68-761A-297AFD3F11CA}"/>
          </ac:picMkLst>
        </pc:picChg>
        <pc:picChg chg="del mod">
          <ac:chgData name="大和田 健太(事企画)" userId="af7d8b1e-97a9-4944-8ded-8bc88f5e4906" providerId="ADAL" clId="{164B687D-7599-49FF-B634-37BAA134AD81}" dt="2024-07-23T11:15:58.647" v="7434" actId="478"/>
          <ac:picMkLst>
            <pc:docMk/>
            <pc:sldMk cId="3263324324" sldId="293"/>
            <ac:picMk id="9" creationId="{DC48C3FD-1068-990C-FABD-E3D82B864E47}"/>
          </ac:picMkLst>
        </pc:picChg>
      </pc:sldChg>
      <pc:sldChg chg="del">
        <pc:chgData name="大和田 健太(事企画)" userId="af7d8b1e-97a9-4944-8ded-8bc88f5e4906" providerId="ADAL" clId="{164B687D-7599-49FF-B634-37BAA134AD81}" dt="2024-07-23T11:22:47.977" v="7502" actId="47"/>
        <pc:sldMkLst>
          <pc:docMk/>
          <pc:sldMk cId="354877125" sldId="294"/>
        </pc:sldMkLst>
      </pc:sldChg>
      <pc:sldChg chg="del">
        <pc:chgData name="大和田 健太(事企画)" userId="af7d8b1e-97a9-4944-8ded-8bc88f5e4906" providerId="ADAL" clId="{164B687D-7599-49FF-B634-37BAA134AD81}" dt="2024-07-23T08:52:30.919" v="4788" actId="47"/>
        <pc:sldMkLst>
          <pc:docMk/>
          <pc:sldMk cId="548106283" sldId="295"/>
        </pc:sldMkLst>
      </pc:sldChg>
      <pc:sldChg chg="add del">
        <pc:chgData name="大和田 健太(事企画)" userId="af7d8b1e-97a9-4944-8ded-8bc88f5e4906" providerId="ADAL" clId="{164B687D-7599-49FF-B634-37BAA134AD81}" dt="2024-07-23T08:52:33.153" v="4789" actId="47"/>
        <pc:sldMkLst>
          <pc:docMk/>
          <pc:sldMk cId="1960521336" sldId="296"/>
        </pc:sldMkLst>
      </pc:sldChg>
      <pc:sldChg chg="add del">
        <pc:chgData name="大和田 健太(事企画)" userId="af7d8b1e-97a9-4944-8ded-8bc88f5e4906" providerId="ADAL" clId="{164B687D-7599-49FF-B634-37BAA134AD81}" dt="2024-07-23T08:52:37.400" v="4790" actId="47"/>
        <pc:sldMkLst>
          <pc:docMk/>
          <pc:sldMk cId="2844883992" sldId="297"/>
        </pc:sldMkLst>
      </pc:sldChg>
      <pc:sldChg chg="modSp mod">
        <pc:chgData name="大和田 健太(事企画)" userId="af7d8b1e-97a9-4944-8ded-8bc88f5e4906" providerId="ADAL" clId="{164B687D-7599-49FF-B634-37BAA134AD81}" dt="2024-07-23T09:21:13.614" v="5303" actId="20577"/>
        <pc:sldMkLst>
          <pc:docMk/>
          <pc:sldMk cId="3691458305" sldId="298"/>
        </pc:sldMkLst>
        <pc:spChg chg="mod">
          <ac:chgData name="大和田 健太(事企画)" userId="af7d8b1e-97a9-4944-8ded-8bc88f5e4906" providerId="ADAL" clId="{164B687D-7599-49FF-B634-37BAA134AD81}" dt="2024-07-23T09:21:13.614" v="5303" actId="20577"/>
          <ac:spMkLst>
            <pc:docMk/>
            <pc:sldMk cId="3691458305" sldId="298"/>
            <ac:spMk id="3" creationId="{B8538AE3-AAEC-0C3C-BFBD-7AA804E20FB1}"/>
          </ac:spMkLst>
        </pc:spChg>
        <pc:spChg chg="mod">
          <ac:chgData name="大和田 健太(事企画)" userId="af7d8b1e-97a9-4944-8ded-8bc88f5e4906" providerId="ADAL" clId="{164B687D-7599-49FF-B634-37BAA134AD81}" dt="2024-07-23T09:18:11.480" v="5126" actId="1076"/>
          <ac:spMkLst>
            <pc:docMk/>
            <pc:sldMk cId="3691458305" sldId="298"/>
            <ac:spMk id="14" creationId="{0C9C5EEB-AA13-2CC2-9F46-2D6A1A59FF70}"/>
          </ac:spMkLst>
        </pc:spChg>
        <pc:picChg chg="mod">
          <ac:chgData name="大和田 健太(事企画)" userId="af7d8b1e-97a9-4944-8ded-8bc88f5e4906" providerId="ADAL" clId="{164B687D-7599-49FF-B634-37BAA134AD81}" dt="2024-07-23T09:18:11.480" v="5126" actId="1076"/>
          <ac:picMkLst>
            <pc:docMk/>
            <pc:sldMk cId="3691458305" sldId="298"/>
            <ac:picMk id="8" creationId="{B4362C8B-6F60-EAAB-3B2F-2C93B18C5754}"/>
          </ac:picMkLst>
        </pc:picChg>
      </pc:sldChg>
      <pc:sldChg chg="modSp mod">
        <pc:chgData name="大和田 健太(事企画)" userId="af7d8b1e-97a9-4944-8ded-8bc88f5e4906" providerId="ADAL" clId="{164B687D-7599-49FF-B634-37BAA134AD81}" dt="2024-07-23T09:24:39.556" v="5409" actId="6549"/>
        <pc:sldMkLst>
          <pc:docMk/>
          <pc:sldMk cId="1684582629" sldId="299"/>
        </pc:sldMkLst>
        <pc:spChg chg="mod">
          <ac:chgData name="大和田 健太(事企画)" userId="af7d8b1e-97a9-4944-8ded-8bc88f5e4906" providerId="ADAL" clId="{164B687D-7599-49FF-B634-37BAA134AD81}" dt="2024-07-23T09:24:39.556" v="5409" actId="6549"/>
          <ac:spMkLst>
            <pc:docMk/>
            <pc:sldMk cId="1684582629" sldId="299"/>
            <ac:spMk id="3" creationId="{73229C5E-7061-7A35-84FC-1328D7F7E0B9}"/>
          </ac:spMkLst>
        </pc:spChg>
      </pc:sldChg>
      <pc:sldChg chg="addSp delSp modSp mod">
        <pc:chgData name="大和田 健太(事企画)" userId="af7d8b1e-97a9-4944-8ded-8bc88f5e4906" providerId="ADAL" clId="{164B687D-7599-49FF-B634-37BAA134AD81}" dt="2024-07-23T11:46:47.255" v="8991" actId="20577"/>
        <pc:sldMkLst>
          <pc:docMk/>
          <pc:sldMk cId="463888232" sldId="300"/>
        </pc:sldMkLst>
        <pc:spChg chg="mod">
          <ac:chgData name="大和田 健太(事企画)" userId="af7d8b1e-97a9-4944-8ded-8bc88f5e4906" providerId="ADAL" clId="{164B687D-7599-49FF-B634-37BAA134AD81}" dt="2024-07-23T11:46:23.933" v="8893" actId="20577"/>
          <ac:spMkLst>
            <pc:docMk/>
            <pc:sldMk cId="463888232" sldId="300"/>
            <ac:spMk id="2" creationId="{464B5FC6-D941-191C-FD24-7D4C6A1EDA06}"/>
          </ac:spMkLst>
        </pc:spChg>
        <pc:spChg chg="mod">
          <ac:chgData name="大和田 健太(事企画)" userId="af7d8b1e-97a9-4944-8ded-8bc88f5e4906" providerId="ADAL" clId="{164B687D-7599-49FF-B634-37BAA134AD81}" dt="2024-07-23T11:46:47.255" v="8991" actId="20577"/>
          <ac:spMkLst>
            <pc:docMk/>
            <pc:sldMk cId="463888232" sldId="300"/>
            <ac:spMk id="3" creationId="{88B3E9E8-DD4F-6A37-C1D1-84D1A69F8265}"/>
          </ac:spMkLst>
        </pc:spChg>
        <pc:spChg chg="del">
          <ac:chgData name="大和田 健太(事企画)" userId="af7d8b1e-97a9-4944-8ded-8bc88f5e4906" providerId="ADAL" clId="{164B687D-7599-49FF-B634-37BAA134AD81}" dt="2024-07-23T05:48:37.955" v="348" actId="478"/>
          <ac:spMkLst>
            <pc:docMk/>
            <pc:sldMk cId="463888232" sldId="300"/>
            <ac:spMk id="9" creationId="{34A946E8-A297-7866-F009-E30AE6D5A4D6}"/>
          </ac:spMkLst>
        </pc:spChg>
        <pc:spChg chg="del">
          <ac:chgData name="大和田 健太(事企画)" userId="af7d8b1e-97a9-4944-8ded-8bc88f5e4906" providerId="ADAL" clId="{164B687D-7599-49FF-B634-37BAA134AD81}" dt="2024-07-23T05:48:36.684" v="347" actId="478"/>
          <ac:spMkLst>
            <pc:docMk/>
            <pc:sldMk cId="463888232" sldId="300"/>
            <ac:spMk id="10" creationId="{D412A2F5-815A-2EF4-1248-DD2A9F2A7666}"/>
          </ac:spMkLst>
        </pc:spChg>
        <pc:spChg chg="del">
          <ac:chgData name="大和田 健太(事企画)" userId="af7d8b1e-97a9-4944-8ded-8bc88f5e4906" providerId="ADAL" clId="{164B687D-7599-49FF-B634-37BAA134AD81}" dt="2024-07-23T05:48:33.397" v="343" actId="478"/>
          <ac:spMkLst>
            <pc:docMk/>
            <pc:sldMk cId="463888232" sldId="300"/>
            <ac:spMk id="12" creationId="{7FC32134-A677-4D90-8DE5-79406C6D2FB9}"/>
          </ac:spMkLst>
        </pc:spChg>
        <pc:spChg chg="del">
          <ac:chgData name="大和田 健太(事企画)" userId="af7d8b1e-97a9-4944-8ded-8bc88f5e4906" providerId="ADAL" clId="{164B687D-7599-49FF-B634-37BAA134AD81}" dt="2024-07-23T05:48:34.564" v="344" actId="478"/>
          <ac:spMkLst>
            <pc:docMk/>
            <pc:sldMk cId="463888232" sldId="300"/>
            <ac:spMk id="14" creationId="{C31A82A6-AE56-62A3-945E-A4047DC85D50}"/>
          </ac:spMkLst>
        </pc:spChg>
        <pc:spChg chg="del">
          <ac:chgData name="大和田 健太(事企画)" userId="af7d8b1e-97a9-4944-8ded-8bc88f5e4906" providerId="ADAL" clId="{164B687D-7599-49FF-B634-37BAA134AD81}" dt="2024-07-23T11:28:29.655" v="7977" actId="478"/>
          <ac:spMkLst>
            <pc:docMk/>
            <pc:sldMk cId="463888232" sldId="300"/>
            <ac:spMk id="15" creationId="{3365092A-D3B4-425B-1EE4-556A3C960096}"/>
          </ac:spMkLst>
        </pc:spChg>
        <pc:spChg chg="del mod">
          <ac:chgData name="大和田 健太(事企画)" userId="af7d8b1e-97a9-4944-8ded-8bc88f5e4906" providerId="ADAL" clId="{164B687D-7599-49FF-B634-37BAA134AD81}" dt="2024-07-23T11:36:21.338" v="7981" actId="478"/>
          <ac:spMkLst>
            <pc:docMk/>
            <pc:sldMk cId="463888232" sldId="300"/>
            <ac:spMk id="19" creationId="{02D460E0-BD99-9952-6268-30478E50E099}"/>
          </ac:spMkLst>
        </pc:spChg>
        <pc:spChg chg="del">
          <ac:chgData name="大和田 健太(事企画)" userId="af7d8b1e-97a9-4944-8ded-8bc88f5e4906" providerId="ADAL" clId="{164B687D-7599-49FF-B634-37BAA134AD81}" dt="2024-07-23T11:28:29.655" v="7977" actId="478"/>
          <ac:spMkLst>
            <pc:docMk/>
            <pc:sldMk cId="463888232" sldId="300"/>
            <ac:spMk id="22" creationId="{69A10978-DC1D-B4E0-2B29-471F5E01C288}"/>
          </ac:spMkLst>
        </pc:spChg>
        <pc:spChg chg="del">
          <ac:chgData name="大和田 健太(事企画)" userId="af7d8b1e-97a9-4944-8ded-8bc88f5e4906" providerId="ADAL" clId="{164B687D-7599-49FF-B634-37BAA134AD81}" dt="2024-07-23T11:28:29.655" v="7977" actId="478"/>
          <ac:spMkLst>
            <pc:docMk/>
            <pc:sldMk cId="463888232" sldId="300"/>
            <ac:spMk id="25" creationId="{B7F2D579-E476-A3CB-3AC3-EB442F8FBC3F}"/>
          </ac:spMkLst>
        </pc:spChg>
        <pc:spChg chg="del">
          <ac:chgData name="大和田 健太(事企画)" userId="af7d8b1e-97a9-4944-8ded-8bc88f5e4906" providerId="ADAL" clId="{164B687D-7599-49FF-B634-37BAA134AD81}" dt="2024-07-23T11:28:29.655" v="7977" actId="478"/>
          <ac:spMkLst>
            <pc:docMk/>
            <pc:sldMk cId="463888232" sldId="300"/>
            <ac:spMk id="26" creationId="{B6234FCC-8CE0-B435-59C6-08AC41ED67AD}"/>
          </ac:spMkLst>
        </pc:spChg>
        <pc:spChg chg="del">
          <ac:chgData name="大和田 健太(事企画)" userId="af7d8b1e-97a9-4944-8ded-8bc88f5e4906" providerId="ADAL" clId="{164B687D-7599-49FF-B634-37BAA134AD81}" dt="2024-07-23T11:28:29.655" v="7977" actId="478"/>
          <ac:spMkLst>
            <pc:docMk/>
            <pc:sldMk cId="463888232" sldId="300"/>
            <ac:spMk id="27" creationId="{F3D8CAA5-D4D8-A375-144B-25A88AF4A2C1}"/>
          </ac:spMkLst>
        </pc:spChg>
        <pc:spChg chg="del">
          <ac:chgData name="大和田 健太(事企画)" userId="af7d8b1e-97a9-4944-8ded-8bc88f5e4906" providerId="ADAL" clId="{164B687D-7599-49FF-B634-37BAA134AD81}" dt="2024-07-23T11:28:29.655" v="7977" actId="478"/>
          <ac:spMkLst>
            <pc:docMk/>
            <pc:sldMk cId="463888232" sldId="300"/>
            <ac:spMk id="29" creationId="{84532447-E952-B800-94FA-C693FDDFCED6}"/>
          </ac:spMkLst>
        </pc:spChg>
        <pc:spChg chg="del">
          <ac:chgData name="大和田 健太(事企画)" userId="af7d8b1e-97a9-4944-8ded-8bc88f5e4906" providerId="ADAL" clId="{164B687D-7599-49FF-B634-37BAA134AD81}" dt="2024-07-23T05:48:23.381" v="341" actId="478"/>
          <ac:spMkLst>
            <pc:docMk/>
            <pc:sldMk cId="463888232" sldId="300"/>
            <ac:spMk id="48" creationId="{39396B5D-648F-EAA3-99DA-8D137CDCB79D}"/>
          </ac:spMkLst>
        </pc:spChg>
        <pc:picChg chg="del">
          <ac:chgData name="大和田 健太(事企画)" userId="af7d8b1e-97a9-4944-8ded-8bc88f5e4906" providerId="ADAL" clId="{164B687D-7599-49FF-B634-37BAA134AD81}" dt="2024-07-23T05:48:35.026" v="345" actId="478"/>
          <ac:picMkLst>
            <pc:docMk/>
            <pc:sldMk cId="463888232" sldId="300"/>
            <ac:picMk id="6" creationId="{B0E32017-E00C-4E27-89F2-7B41C3D3C1B8}"/>
          </ac:picMkLst>
        </pc:picChg>
        <pc:picChg chg="del">
          <ac:chgData name="大和田 健太(事企画)" userId="af7d8b1e-97a9-4944-8ded-8bc88f5e4906" providerId="ADAL" clId="{164B687D-7599-49FF-B634-37BAA134AD81}" dt="2024-07-23T05:48:35.572" v="346" actId="478"/>
          <ac:picMkLst>
            <pc:docMk/>
            <pc:sldMk cId="463888232" sldId="300"/>
            <ac:picMk id="7" creationId="{C13989E8-0EA8-45B9-85BF-7F829FB520EB}"/>
          </ac:picMkLst>
        </pc:picChg>
        <pc:picChg chg="add del mod">
          <ac:chgData name="大和田 健太(事企画)" userId="af7d8b1e-97a9-4944-8ded-8bc88f5e4906" providerId="ADAL" clId="{164B687D-7599-49FF-B634-37BAA134AD81}" dt="2024-07-23T11:28:26.564" v="7976" actId="478"/>
          <ac:picMkLst>
            <pc:docMk/>
            <pc:sldMk cId="463888232" sldId="300"/>
            <ac:picMk id="11" creationId="{8451787F-E2E7-163E-0AE1-9A9DF718D463}"/>
          </ac:picMkLst>
        </pc:picChg>
        <pc:picChg chg="add del mod">
          <ac:chgData name="大和田 健太(事企画)" userId="af7d8b1e-97a9-4944-8ded-8bc88f5e4906" providerId="ADAL" clId="{164B687D-7599-49FF-B634-37BAA134AD81}" dt="2024-07-23T08:46:54.722" v="4662" actId="478"/>
          <ac:picMkLst>
            <pc:docMk/>
            <pc:sldMk cId="463888232" sldId="300"/>
            <ac:picMk id="13" creationId="{342E618D-DB94-31CD-C43D-0C403F883D0A}"/>
          </ac:picMkLst>
        </pc:picChg>
        <pc:picChg chg="del">
          <ac:chgData name="大和田 健太(事企画)" userId="af7d8b1e-97a9-4944-8ded-8bc88f5e4906" providerId="ADAL" clId="{164B687D-7599-49FF-B634-37BAA134AD81}" dt="2024-07-23T11:28:29.655" v="7977" actId="478"/>
          <ac:picMkLst>
            <pc:docMk/>
            <pc:sldMk cId="463888232" sldId="300"/>
            <ac:picMk id="16" creationId="{658E9A55-98F3-33BC-C23C-D21CC6CEB000}"/>
          </ac:picMkLst>
        </pc:picChg>
        <pc:picChg chg="del">
          <ac:chgData name="大和田 健太(事企画)" userId="af7d8b1e-97a9-4944-8ded-8bc88f5e4906" providerId="ADAL" clId="{164B687D-7599-49FF-B634-37BAA134AD81}" dt="2024-07-23T11:28:29.655" v="7977" actId="478"/>
          <ac:picMkLst>
            <pc:docMk/>
            <pc:sldMk cId="463888232" sldId="300"/>
            <ac:picMk id="24" creationId="{B73022CC-AB2C-AAA3-C743-25AB937E862C}"/>
          </ac:picMkLst>
        </pc:picChg>
        <pc:picChg chg="del">
          <ac:chgData name="大和田 健太(事企画)" userId="af7d8b1e-97a9-4944-8ded-8bc88f5e4906" providerId="ADAL" clId="{164B687D-7599-49FF-B634-37BAA134AD81}" dt="2024-07-23T05:48:29.707" v="342" actId="478"/>
          <ac:picMkLst>
            <pc:docMk/>
            <pc:sldMk cId="463888232" sldId="300"/>
            <ac:picMk id="47" creationId="{12BFA01B-203A-E43A-94C6-69176390E460}"/>
          </ac:picMkLst>
        </pc:picChg>
      </pc:sldChg>
      <pc:sldChg chg="modSp mod">
        <pc:chgData name="大和田 健太(事企画)" userId="af7d8b1e-97a9-4944-8ded-8bc88f5e4906" providerId="ADAL" clId="{164B687D-7599-49FF-B634-37BAA134AD81}" dt="2024-07-23T11:27:19.223" v="7940" actId="20577"/>
        <pc:sldMkLst>
          <pc:docMk/>
          <pc:sldMk cId="2131633524" sldId="302"/>
        </pc:sldMkLst>
        <pc:spChg chg="mod">
          <ac:chgData name="大和田 健太(事企画)" userId="af7d8b1e-97a9-4944-8ded-8bc88f5e4906" providerId="ADAL" clId="{164B687D-7599-49FF-B634-37BAA134AD81}" dt="2024-07-23T11:27:19.223" v="7940" actId="20577"/>
          <ac:spMkLst>
            <pc:docMk/>
            <pc:sldMk cId="2131633524" sldId="302"/>
            <ac:spMk id="3" creationId="{F2DD400A-25F7-A51B-CB82-C1B72720E25B}"/>
          </ac:spMkLst>
        </pc:spChg>
      </pc:sldChg>
      <pc:sldChg chg="del">
        <pc:chgData name="大和田 健太(事企画)" userId="af7d8b1e-97a9-4944-8ded-8bc88f5e4906" providerId="ADAL" clId="{164B687D-7599-49FF-B634-37BAA134AD81}" dt="2024-07-23T09:28:41.205" v="5485" actId="47"/>
        <pc:sldMkLst>
          <pc:docMk/>
          <pc:sldMk cId="365838743" sldId="303"/>
        </pc:sldMkLst>
      </pc:sldChg>
      <pc:sldChg chg="modSp add mod">
        <pc:chgData name="大和田 健太(事企画)" userId="af7d8b1e-97a9-4944-8ded-8bc88f5e4906" providerId="ADAL" clId="{164B687D-7599-49FF-B634-37BAA134AD81}" dt="2024-07-23T07:46:15.881" v="3985" actId="20577"/>
        <pc:sldMkLst>
          <pc:docMk/>
          <pc:sldMk cId="2096401525" sldId="304"/>
        </pc:sldMkLst>
        <pc:spChg chg="mod">
          <ac:chgData name="大和田 健太(事企画)" userId="af7d8b1e-97a9-4944-8ded-8bc88f5e4906" providerId="ADAL" clId="{164B687D-7599-49FF-B634-37BAA134AD81}" dt="2024-07-23T07:12:44.185" v="2546" actId="20577"/>
          <ac:spMkLst>
            <pc:docMk/>
            <pc:sldMk cId="2096401525" sldId="304"/>
            <ac:spMk id="2" creationId="{0907CFB0-A5A8-5377-569A-3AA7E7F7EC4A}"/>
          </ac:spMkLst>
        </pc:spChg>
        <pc:spChg chg="mod">
          <ac:chgData name="大和田 健太(事企画)" userId="af7d8b1e-97a9-4944-8ded-8bc88f5e4906" providerId="ADAL" clId="{164B687D-7599-49FF-B634-37BAA134AD81}" dt="2024-07-23T07:46:15.881" v="3985" actId="20577"/>
          <ac:spMkLst>
            <pc:docMk/>
            <pc:sldMk cId="2096401525" sldId="304"/>
            <ac:spMk id="3" creationId="{B8538AE3-AAEC-0C3C-BFBD-7AA804E20FB1}"/>
          </ac:spMkLst>
        </pc:spChg>
      </pc:sldChg>
      <pc:sldChg chg="modSp add mod">
        <pc:chgData name="大和田 健太(事企画)" userId="af7d8b1e-97a9-4944-8ded-8bc88f5e4906" providerId="ADAL" clId="{164B687D-7599-49FF-B634-37BAA134AD81}" dt="2024-07-23T07:50:22.432" v="4096" actId="20577"/>
        <pc:sldMkLst>
          <pc:docMk/>
          <pc:sldMk cId="3787687376" sldId="305"/>
        </pc:sldMkLst>
        <pc:spChg chg="mod">
          <ac:chgData name="大和田 健太(事企画)" userId="af7d8b1e-97a9-4944-8ded-8bc88f5e4906" providerId="ADAL" clId="{164B687D-7599-49FF-B634-37BAA134AD81}" dt="2024-07-23T07:27:17.313" v="3433" actId="6549"/>
          <ac:spMkLst>
            <pc:docMk/>
            <pc:sldMk cId="3787687376" sldId="305"/>
            <ac:spMk id="2" creationId="{0907CFB0-A5A8-5377-569A-3AA7E7F7EC4A}"/>
          </ac:spMkLst>
        </pc:spChg>
        <pc:spChg chg="mod">
          <ac:chgData name="大和田 健太(事企画)" userId="af7d8b1e-97a9-4944-8ded-8bc88f5e4906" providerId="ADAL" clId="{164B687D-7599-49FF-B634-37BAA134AD81}" dt="2024-07-23T07:50:22.432" v="4096" actId="20577"/>
          <ac:spMkLst>
            <pc:docMk/>
            <pc:sldMk cId="3787687376" sldId="305"/>
            <ac:spMk id="3" creationId="{B8538AE3-AAEC-0C3C-BFBD-7AA804E20FB1}"/>
          </ac:spMkLst>
        </pc:spChg>
      </pc:sldChg>
      <pc:sldChg chg="modSp add mod">
        <pc:chgData name="大和田 健太(事企画)" userId="af7d8b1e-97a9-4944-8ded-8bc88f5e4906" providerId="ADAL" clId="{164B687D-7599-49FF-B634-37BAA134AD81}" dt="2024-07-23T09:26:37.835" v="5481" actId="20577"/>
        <pc:sldMkLst>
          <pc:docMk/>
          <pc:sldMk cId="3559008621" sldId="306"/>
        </pc:sldMkLst>
        <pc:spChg chg="mod">
          <ac:chgData name="大和田 健太(事企画)" userId="af7d8b1e-97a9-4944-8ded-8bc88f5e4906" providerId="ADAL" clId="{164B687D-7599-49FF-B634-37BAA134AD81}" dt="2024-07-23T09:26:37.835" v="5481" actId="20577"/>
          <ac:spMkLst>
            <pc:docMk/>
            <pc:sldMk cId="3559008621" sldId="306"/>
            <ac:spMk id="3" creationId="{B8538AE3-AAEC-0C3C-BFBD-7AA804E20FB1}"/>
          </ac:spMkLst>
        </pc:spChg>
      </pc:sldChg>
      <pc:sldChg chg="modSp add mod">
        <pc:chgData name="大和田 健太(事企画)" userId="af7d8b1e-97a9-4944-8ded-8bc88f5e4906" providerId="ADAL" clId="{164B687D-7599-49FF-B634-37BAA134AD81}" dt="2024-07-23T07:52:14.109" v="4226" actId="20577"/>
        <pc:sldMkLst>
          <pc:docMk/>
          <pc:sldMk cId="386264282" sldId="307"/>
        </pc:sldMkLst>
        <pc:spChg chg="mod">
          <ac:chgData name="大和田 健太(事企画)" userId="af7d8b1e-97a9-4944-8ded-8bc88f5e4906" providerId="ADAL" clId="{164B687D-7599-49FF-B634-37BAA134AD81}" dt="2024-07-23T07:48:08.241" v="4054" actId="20577"/>
          <ac:spMkLst>
            <pc:docMk/>
            <pc:sldMk cId="386264282" sldId="307"/>
            <ac:spMk id="2" creationId="{0907CFB0-A5A8-5377-569A-3AA7E7F7EC4A}"/>
          </ac:spMkLst>
        </pc:spChg>
        <pc:spChg chg="mod">
          <ac:chgData name="大和田 健太(事企画)" userId="af7d8b1e-97a9-4944-8ded-8bc88f5e4906" providerId="ADAL" clId="{164B687D-7599-49FF-B634-37BAA134AD81}" dt="2024-07-23T07:52:14.109" v="4226" actId="20577"/>
          <ac:spMkLst>
            <pc:docMk/>
            <pc:sldMk cId="386264282" sldId="307"/>
            <ac:spMk id="3" creationId="{B8538AE3-AAEC-0C3C-BFBD-7AA804E20FB1}"/>
          </ac:spMkLst>
        </pc:spChg>
      </pc:sldChg>
      <pc:sldChg chg="modSp add mod">
        <pc:chgData name="大和田 健太(事企画)" userId="af7d8b1e-97a9-4944-8ded-8bc88f5e4906" providerId="ADAL" clId="{164B687D-7599-49FF-B634-37BAA134AD81}" dt="2024-07-23T09:20:51.053" v="5267" actId="14"/>
        <pc:sldMkLst>
          <pc:docMk/>
          <pc:sldMk cId="2196460799" sldId="308"/>
        </pc:sldMkLst>
        <pc:spChg chg="mod">
          <ac:chgData name="大和田 健太(事企画)" userId="af7d8b1e-97a9-4944-8ded-8bc88f5e4906" providerId="ADAL" clId="{164B687D-7599-49FF-B634-37BAA134AD81}" dt="2024-07-23T08:48:59.313" v="4672" actId="20577"/>
          <ac:spMkLst>
            <pc:docMk/>
            <pc:sldMk cId="2196460799" sldId="308"/>
            <ac:spMk id="2" creationId="{0907CFB0-A5A8-5377-569A-3AA7E7F7EC4A}"/>
          </ac:spMkLst>
        </pc:spChg>
        <pc:spChg chg="mod">
          <ac:chgData name="大和田 健太(事企画)" userId="af7d8b1e-97a9-4944-8ded-8bc88f5e4906" providerId="ADAL" clId="{164B687D-7599-49FF-B634-37BAA134AD81}" dt="2024-07-23T09:20:51.053" v="5267" actId="14"/>
          <ac:spMkLst>
            <pc:docMk/>
            <pc:sldMk cId="2196460799" sldId="308"/>
            <ac:spMk id="3" creationId="{B8538AE3-AAEC-0C3C-BFBD-7AA804E20FB1}"/>
          </ac:spMkLst>
        </pc:spChg>
      </pc:sldChg>
    </pc:docChg>
  </pc:docChgLst>
  <pc:docChgLst>
    <pc:chgData name="久保田 進也(事企画)" userId="c8b94d65-9569-4b3a-81df-651959d38fce" providerId="ADAL" clId="{A40FB9B4-0F1A-4337-BD8F-71AFE9642BB5}"/>
    <pc:docChg chg="modSld">
      <pc:chgData name="久保田 進也(事企画)" userId="c8b94d65-9569-4b3a-81df-651959d38fce" providerId="ADAL" clId="{A40FB9B4-0F1A-4337-BD8F-71AFE9642BB5}" dt="2024-07-30T07:00:56.958" v="0" actId="478"/>
      <pc:docMkLst>
        <pc:docMk/>
      </pc:docMkLst>
      <pc:sldChg chg="delSp">
        <pc:chgData name="久保田 進也(事企画)" userId="c8b94d65-9569-4b3a-81df-651959d38fce" providerId="ADAL" clId="{A40FB9B4-0F1A-4337-BD8F-71AFE9642BB5}" dt="2024-07-30T07:00:56.958" v="0" actId="478"/>
        <pc:sldMkLst>
          <pc:docMk/>
          <pc:sldMk cId="465708593" sldId="264"/>
        </pc:sldMkLst>
        <pc:spChg chg="del">
          <ac:chgData name="久保田 進也(事企画)" userId="c8b94d65-9569-4b3a-81df-651959d38fce" providerId="ADAL" clId="{A40FB9B4-0F1A-4337-BD8F-71AFE9642BB5}" dt="2024-07-30T07:00:56.958" v="0" actId="478"/>
          <ac:spMkLst>
            <pc:docMk/>
            <pc:sldMk cId="465708593" sldId="264"/>
            <ac:spMk id="10" creationId="{2C7D8E93-B9FB-4F19-A4DB-A2FE1CCA9223}"/>
          </ac:spMkLst>
        </pc:spChg>
      </pc:sldChg>
    </pc:docChg>
  </pc:docChgLst>
  <pc:docChgLst>
    <pc:chgData name="大和田 健太(事企画)" userId="af7d8b1e-97a9-4944-8ded-8bc88f5e4906" providerId="ADAL" clId="{367C7BF7-2693-424D-9DC3-68E11A657CCE}"/>
    <pc:docChg chg="modSld">
      <pc:chgData name="大和田 健太(事企画)" userId="af7d8b1e-97a9-4944-8ded-8bc88f5e4906" providerId="ADAL" clId="{367C7BF7-2693-424D-9DC3-68E11A657CCE}" dt="2024-07-30T06:33:58.588" v="2" actId="403"/>
      <pc:docMkLst>
        <pc:docMk/>
      </pc:docMkLst>
      <pc:sldChg chg="modSp mod">
        <pc:chgData name="大和田 健太(事企画)" userId="af7d8b1e-97a9-4944-8ded-8bc88f5e4906" providerId="ADAL" clId="{367C7BF7-2693-424D-9DC3-68E11A657CCE}" dt="2024-07-30T06:33:54.856" v="1" actId="403"/>
        <pc:sldMkLst>
          <pc:docMk/>
          <pc:sldMk cId="3846379160" sldId="275"/>
        </pc:sldMkLst>
        <pc:spChg chg="mod">
          <ac:chgData name="大和田 健太(事企画)" userId="af7d8b1e-97a9-4944-8ded-8bc88f5e4906" providerId="ADAL" clId="{367C7BF7-2693-424D-9DC3-68E11A657CCE}" dt="2024-07-30T06:33:46.822" v="0" actId="20577"/>
          <ac:spMkLst>
            <pc:docMk/>
            <pc:sldMk cId="3846379160" sldId="275"/>
            <ac:spMk id="2" creationId="{EC20DEA6-857D-D712-7EAB-192A7397BCCB}"/>
          </ac:spMkLst>
        </pc:spChg>
        <pc:spChg chg="mod">
          <ac:chgData name="大和田 健太(事企画)" userId="af7d8b1e-97a9-4944-8ded-8bc88f5e4906" providerId="ADAL" clId="{367C7BF7-2693-424D-9DC3-68E11A657CCE}" dt="2024-07-30T06:33:54.856" v="1" actId="403"/>
          <ac:spMkLst>
            <pc:docMk/>
            <pc:sldMk cId="3846379160" sldId="275"/>
            <ac:spMk id="3" creationId="{80A03E82-457C-1C36-CB79-5100891E7AFB}"/>
          </ac:spMkLst>
        </pc:spChg>
      </pc:sldChg>
      <pc:sldChg chg="modSp mod">
        <pc:chgData name="大和田 健太(事企画)" userId="af7d8b1e-97a9-4944-8ded-8bc88f5e4906" providerId="ADAL" clId="{367C7BF7-2693-424D-9DC3-68E11A657CCE}" dt="2024-07-30T06:33:58.588" v="2" actId="403"/>
        <pc:sldMkLst>
          <pc:docMk/>
          <pc:sldMk cId="2735623286" sldId="313"/>
        </pc:sldMkLst>
        <pc:spChg chg="mod">
          <ac:chgData name="大和田 健太(事企画)" userId="af7d8b1e-97a9-4944-8ded-8bc88f5e4906" providerId="ADAL" clId="{367C7BF7-2693-424D-9DC3-68E11A657CCE}" dt="2024-07-30T06:33:58.588" v="2" actId="403"/>
          <ac:spMkLst>
            <pc:docMk/>
            <pc:sldMk cId="2735623286" sldId="313"/>
            <ac:spMk id="3" creationId="{80A03E82-457C-1C36-CB79-5100891E7AFB}"/>
          </ac:spMkLst>
        </pc:spChg>
      </pc:sldChg>
    </pc:docChg>
  </pc:docChgLst>
  <pc:docChgLst>
    <pc:chgData name="大和田 健太(事企画)" userId="af7d8b1e-97a9-4944-8ded-8bc88f5e4906" providerId="ADAL" clId="{AEB01585-8DF1-458A-8038-A321490F76A4}"/>
    <pc:docChg chg="undo redo custSel addSld delSld modSld">
      <pc:chgData name="大和田 健太(事企画)" userId="af7d8b1e-97a9-4944-8ded-8bc88f5e4906" providerId="ADAL" clId="{AEB01585-8DF1-458A-8038-A321490F76A4}" dt="2024-07-24T04:07:28.002" v="1297" actId="20577"/>
      <pc:docMkLst>
        <pc:docMk/>
      </pc:docMkLst>
      <pc:sldChg chg="modSp mod">
        <pc:chgData name="大和田 健太(事企画)" userId="af7d8b1e-97a9-4944-8ded-8bc88f5e4906" providerId="ADAL" clId="{AEB01585-8DF1-458A-8038-A321490F76A4}" dt="2024-07-24T01:57:53.674" v="219" actId="5793"/>
        <pc:sldMkLst>
          <pc:docMk/>
          <pc:sldMk cId="688041237" sldId="268"/>
        </pc:sldMkLst>
        <pc:spChg chg="mod">
          <ac:chgData name="大和田 健太(事企画)" userId="af7d8b1e-97a9-4944-8ded-8bc88f5e4906" providerId="ADAL" clId="{AEB01585-8DF1-458A-8038-A321490F76A4}" dt="2024-07-24T01:57:53.674" v="219" actId="5793"/>
          <ac:spMkLst>
            <pc:docMk/>
            <pc:sldMk cId="688041237" sldId="268"/>
            <ac:spMk id="3" creationId="{0CDCFC1F-D664-4D11-AEDF-FA50F5DFCE44}"/>
          </ac:spMkLst>
        </pc:spChg>
      </pc:sldChg>
      <pc:sldChg chg="modSp mod">
        <pc:chgData name="大和田 健太(事企画)" userId="af7d8b1e-97a9-4944-8ded-8bc88f5e4906" providerId="ADAL" clId="{AEB01585-8DF1-458A-8038-A321490F76A4}" dt="2024-07-24T01:55:17.208" v="6" actId="1076"/>
        <pc:sldMkLst>
          <pc:docMk/>
          <pc:sldMk cId="463888232" sldId="300"/>
        </pc:sldMkLst>
        <pc:spChg chg="mod">
          <ac:chgData name="大和田 健太(事企画)" userId="af7d8b1e-97a9-4944-8ded-8bc88f5e4906" providerId="ADAL" clId="{AEB01585-8DF1-458A-8038-A321490F76A4}" dt="2024-07-24T01:55:17.208" v="6" actId="1076"/>
          <ac:spMkLst>
            <pc:docMk/>
            <pc:sldMk cId="463888232" sldId="300"/>
            <ac:spMk id="3" creationId="{88B3E9E8-DD4F-6A37-C1D1-84D1A69F8265}"/>
          </ac:spMkLst>
        </pc:spChg>
      </pc:sldChg>
      <pc:sldChg chg="modSp new del mod">
        <pc:chgData name="大和田 健太(事企画)" userId="af7d8b1e-97a9-4944-8ded-8bc88f5e4906" providerId="ADAL" clId="{AEB01585-8DF1-458A-8038-A321490F76A4}" dt="2024-07-24T04:07:20.998" v="1296" actId="47"/>
        <pc:sldMkLst>
          <pc:docMk/>
          <pc:sldMk cId="2312947684" sldId="309"/>
        </pc:sldMkLst>
        <pc:spChg chg="mod">
          <ac:chgData name="大和田 健太(事企画)" userId="af7d8b1e-97a9-4944-8ded-8bc88f5e4906" providerId="ADAL" clId="{AEB01585-8DF1-458A-8038-A321490F76A4}" dt="2024-07-24T01:55:28.779" v="30"/>
          <ac:spMkLst>
            <pc:docMk/>
            <pc:sldMk cId="2312947684" sldId="309"/>
            <ac:spMk id="2" creationId="{0FC08D13-C749-56EC-5507-4BDE4AA2EB2F}"/>
          </ac:spMkLst>
        </pc:spChg>
        <pc:spChg chg="mod">
          <ac:chgData name="大和田 健太(事企画)" userId="af7d8b1e-97a9-4944-8ded-8bc88f5e4906" providerId="ADAL" clId="{AEB01585-8DF1-458A-8038-A321490F76A4}" dt="2024-07-24T04:04:08.451" v="1219" actId="12"/>
          <ac:spMkLst>
            <pc:docMk/>
            <pc:sldMk cId="2312947684" sldId="309"/>
            <ac:spMk id="3" creationId="{B6C0F456-5664-4AD3-91A9-CBC8903CBDBE}"/>
          </ac:spMkLst>
        </pc:spChg>
      </pc:sldChg>
      <pc:sldChg chg="modSp add mod">
        <pc:chgData name="大和田 健太(事企画)" userId="af7d8b1e-97a9-4944-8ded-8bc88f5e4906" providerId="ADAL" clId="{AEB01585-8DF1-458A-8038-A321490F76A4}" dt="2024-07-24T04:07:28.002" v="1297" actId="20577"/>
        <pc:sldMkLst>
          <pc:docMk/>
          <pc:sldMk cId="149568980" sldId="310"/>
        </pc:sldMkLst>
        <pc:spChg chg="mod">
          <ac:chgData name="大和田 健太(事企画)" userId="af7d8b1e-97a9-4944-8ded-8bc88f5e4906" providerId="ADAL" clId="{AEB01585-8DF1-458A-8038-A321490F76A4}" dt="2024-07-24T04:07:28.002" v="1297" actId="20577"/>
          <ac:spMkLst>
            <pc:docMk/>
            <pc:sldMk cId="149568980" sldId="310"/>
            <ac:spMk id="2" creationId="{0FC08D13-C749-56EC-5507-4BDE4AA2EB2F}"/>
          </ac:spMkLst>
        </pc:spChg>
        <pc:spChg chg="mod">
          <ac:chgData name="大和田 健太(事企画)" userId="af7d8b1e-97a9-4944-8ded-8bc88f5e4906" providerId="ADAL" clId="{AEB01585-8DF1-458A-8038-A321490F76A4}" dt="2024-07-24T03:57:22.229" v="764" actId="404"/>
          <ac:spMkLst>
            <pc:docMk/>
            <pc:sldMk cId="149568980" sldId="310"/>
            <ac:spMk id="3" creationId="{B6C0F456-5664-4AD3-91A9-CBC8903CBDBE}"/>
          </ac:spMkLst>
        </pc:spChg>
      </pc:sldChg>
      <pc:sldChg chg="modSp add mod">
        <pc:chgData name="大和田 健太(事企画)" userId="af7d8b1e-97a9-4944-8ded-8bc88f5e4906" providerId="ADAL" clId="{AEB01585-8DF1-458A-8038-A321490F76A4}" dt="2024-07-24T04:07:01.450" v="1293" actId="20577"/>
        <pc:sldMkLst>
          <pc:docMk/>
          <pc:sldMk cId="3568342237" sldId="311"/>
        </pc:sldMkLst>
        <pc:spChg chg="mod">
          <ac:chgData name="大和田 健太(事企画)" userId="af7d8b1e-97a9-4944-8ded-8bc88f5e4906" providerId="ADAL" clId="{AEB01585-8DF1-458A-8038-A321490F76A4}" dt="2024-07-24T04:07:01.450" v="1293" actId="20577"/>
          <ac:spMkLst>
            <pc:docMk/>
            <pc:sldMk cId="3568342237" sldId="311"/>
            <ac:spMk id="3" creationId="{B6C0F456-5664-4AD3-91A9-CBC8903CBDBE}"/>
          </ac:spMkLst>
        </pc:spChg>
      </pc:sldChg>
      <pc:sldChg chg="modSp add mod">
        <pc:chgData name="大和田 健太(事企画)" userId="af7d8b1e-97a9-4944-8ded-8bc88f5e4906" providerId="ADAL" clId="{AEB01585-8DF1-458A-8038-A321490F76A4}" dt="2024-07-24T04:07:19.123" v="1295" actId="11"/>
        <pc:sldMkLst>
          <pc:docMk/>
          <pc:sldMk cId="2095530807" sldId="312"/>
        </pc:sldMkLst>
        <pc:spChg chg="mod">
          <ac:chgData name="大和田 健太(事企画)" userId="af7d8b1e-97a9-4944-8ded-8bc88f5e4906" providerId="ADAL" clId="{AEB01585-8DF1-458A-8038-A321490F76A4}" dt="2024-07-24T04:05:43.308" v="1268" actId="20577"/>
          <ac:spMkLst>
            <pc:docMk/>
            <pc:sldMk cId="2095530807" sldId="312"/>
            <ac:spMk id="2" creationId="{0FC08D13-C749-56EC-5507-4BDE4AA2EB2F}"/>
          </ac:spMkLst>
        </pc:spChg>
        <pc:spChg chg="mod">
          <ac:chgData name="大和田 健太(事企画)" userId="af7d8b1e-97a9-4944-8ded-8bc88f5e4906" providerId="ADAL" clId="{AEB01585-8DF1-458A-8038-A321490F76A4}" dt="2024-07-24T04:07:19.123" v="1295" actId="11"/>
          <ac:spMkLst>
            <pc:docMk/>
            <pc:sldMk cId="2095530807" sldId="312"/>
            <ac:spMk id="3" creationId="{B6C0F456-5664-4AD3-91A9-CBC8903CBDBE}"/>
          </ac:spMkLst>
        </pc:spChg>
      </pc:sldChg>
    </pc:docChg>
  </pc:docChgLst>
  <pc:docChgLst>
    <pc:chgData name="大和田 健太(事企画)" userId="af7d8b1e-97a9-4944-8ded-8bc88f5e4906" providerId="ADAL" clId="{498D930F-3F28-4716-8257-90F2198EB467}"/>
    <pc:docChg chg="custSel addSld modSld">
      <pc:chgData name="大和田 健太(事企画)" userId="af7d8b1e-97a9-4944-8ded-8bc88f5e4906" providerId="ADAL" clId="{498D930F-3F28-4716-8257-90F2198EB467}" dt="2024-03-19T04:46:01.718" v="344" actId="404"/>
      <pc:docMkLst>
        <pc:docMk/>
      </pc:docMkLst>
      <pc:sldChg chg="modSp mod">
        <pc:chgData name="大和田 健太(事企画)" userId="af7d8b1e-97a9-4944-8ded-8bc88f5e4906" providerId="ADAL" clId="{498D930F-3F28-4716-8257-90F2198EB467}" dt="2024-03-19T04:46:01.718" v="344" actId="404"/>
        <pc:sldMkLst>
          <pc:docMk/>
          <pc:sldMk cId="3333360582" sldId="270"/>
        </pc:sldMkLst>
        <pc:spChg chg="mod">
          <ac:chgData name="大和田 健太(事企画)" userId="af7d8b1e-97a9-4944-8ded-8bc88f5e4906" providerId="ADAL" clId="{498D930F-3F28-4716-8257-90F2198EB467}" dt="2024-03-19T04:46:01.718" v="344" actId="404"/>
          <ac:spMkLst>
            <pc:docMk/>
            <pc:sldMk cId="3333360582" sldId="270"/>
            <ac:spMk id="3" creationId="{80A03E82-457C-1C36-CB79-5100891E7AFB}"/>
          </ac:spMkLst>
        </pc:spChg>
      </pc:sldChg>
      <pc:sldChg chg="modSp mod">
        <pc:chgData name="大和田 健太(事企画)" userId="af7d8b1e-97a9-4944-8ded-8bc88f5e4906" providerId="ADAL" clId="{498D930F-3F28-4716-8257-90F2198EB467}" dt="2024-03-19T04:44:56.015" v="263" actId="20577"/>
        <pc:sldMkLst>
          <pc:docMk/>
          <pc:sldMk cId="3846379160" sldId="275"/>
        </pc:sldMkLst>
        <pc:spChg chg="mod">
          <ac:chgData name="大和田 健太(事企画)" userId="af7d8b1e-97a9-4944-8ded-8bc88f5e4906" providerId="ADAL" clId="{498D930F-3F28-4716-8257-90F2198EB467}" dt="2024-03-19T04:44:56.015" v="263" actId="20577"/>
          <ac:spMkLst>
            <pc:docMk/>
            <pc:sldMk cId="3846379160" sldId="275"/>
            <ac:spMk id="3" creationId="{80A03E82-457C-1C36-CB79-5100891E7AFB}"/>
          </ac:spMkLst>
        </pc:spChg>
      </pc:sldChg>
      <pc:sldChg chg="addSp delSp modSp new mod">
        <pc:chgData name="大和田 健太(事企画)" userId="af7d8b1e-97a9-4944-8ded-8bc88f5e4906" providerId="ADAL" clId="{498D930F-3F28-4716-8257-90F2198EB467}" dt="2024-03-19T04:37:56.154" v="228" actId="20577"/>
        <pc:sldMkLst>
          <pc:docMk/>
          <pc:sldMk cId="796197754" sldId="278"/>
        </pc:sldMkLst>
        <pc:spChg chg="mod">
          <ac:chgData name="大和田 健太(事企画)" userId="af7d8b1e-97a9-4944-8ded-8bc88f5e4906" providerId="ADAL" clId="{498D930F-3F28-4716-8257-90F2198EB467}" dt="2024-03-19T04:33:50.181" v="13" actId="20577"/>
          <ac:spMkLst>
            <pc:docMk/>
            <pc:sldMk cId="796197754" sldId="278"/>
            <ac:spMk id="2" creationId="{20F0132C-8D03-506C-BD23-74755F0EB68E}"/>
          </ac:spMkLst>
        </pc:spChg>
        <pc:spChg chg="del">
          <ac:chgData name="大和田 健太(事企画)" userId="af7d8b1e-97a9-4944-8ded-8bc88f5e4906" providerId="ADAL" clId="{498D930F-3F28-4716-8257-90F2198EB467}" dt="2024-03-19T04:33:52.281" v="14" actId="478"/>
          <ac:spMkLst>
            <pc:docMk/>
            <pc:sldMk cId="796197754" sldId="278"/>
            <ac:spMk id="3" creationId="{352569BB-773D-404F-84B2-131330FCBC91}"/>
          </ac:spMkLst>
        </pc:spChg>
        <pc:spChg chg="add mod">
          <ac:chgData name="大和田 健太(事企画)" userId="af7d8b1e-97a9-4944-8ded-8bc88f5e4906" providerId="ADAL" clId="{498D930F-3F28-4716-8257-90F2198EB467}" dt="2024-03-19T04:34:01.167" v="15"/>
          <ac:spMkLst>
            <pc:docMk/>
            <pc:sldMk cId="796197754" sldId="278"/>
            <ac:spMk id="6" creationId="{4F4CD5A4-E68E-E82C-A12D-10EC07FD0347}"/>
          </ac:spMkLst>
        </pc:spChg>
        <pc:spChg chg="add del mod">
          <ac:chgData name="大和田 健太(事企画)" userId="af7d8b1e-97a9-4944-8ded-8bc88f5e4906" providerId="ADAL" clId="{498D930F-3F28-4716-8257-90F2198EB467}" dt="2024-03-19T04:34:36.834" v="54" actId="478"/>
          <ac:spMkLst>
            <pc:docMk/>
            <pc:sldMk cId="796197754" sldId="278"/>
            <ac:spMk id="7" creationId="{2603E63E-9CD0-E310-E91A-6A7787D28830}"/>
          </ac:spMkLst>
        </pc:spChg>
        <pc:spChg chg="add mod">
          <ac:chgData name="大和田 健太(事企画)" userId="af7d8b1e-97a9-4944-8ded-8bc88f5e4906" providerId="ADAL" clId="{498D930F-3F28-4716-8257-90F2198EB467}" dt="2024-03-19T04:35:00.136" v="86" actId="20577"/>
          <ac:spMkLst>
            <pc:docMk/>
            <pc:sldMk cId="796197754" sldId="278"/>
            <ac:spMk id="8" creationId="{524FE294-4806-98FA-7B1A-B9686CEF45E6}"/>
          </ac:spMkLst>
        </pc:spChg>
        <pc:spChg chg="add mod">
          <ac:chgData name="大和田 健太(事企画)" userId="af7d8b1e-97a9-4944-8ded-8bc88f5e4906" providerId="ADAL" clId="{498D930F-3F28-4716-8257-90F2198EB467}" dt="2024-03-19T04:37:43.667" v="204" actId="20577"/>
          <ac:spMkLst>
            <pc:docMk/>
            <pc:sldMk cId="796197754" sldId="278"/>
            <ac:spMk id="9" creationId="{8313306F-8D2A-EEE8-BB12-B07437AEC9DE}"/>
          </ac:spMkLst>
        </pc:spChg>
        <pc:spChg chg="add mod">
          <ac:chgData name="大和田 健太(事企画)" userId="af7d8b1e-97a9-4944-8ded-8bc88f5e4906" providerId="ADAL" clId="{498D930F-3F28-4716-8257-90F2198EB467}" dt="2024-03-19T04:35:08.533" v="88" actId="1076"/>
          <ac:spMkLst>
            <pc:docMk/>
            <pc:sldMk cId="796197754" sldId="278"/>
            <ac:spMk id="10" creationId="{08235C2F-680D-DE2F-F1BC-224E44AAC39D}"/>
          </ac:spMkLst>
        </pc:spChg>
        <pc:spChg chg="add mod">
          <ac:chgData name="大和田 健太(事企画)" userId="af7d8b1e-97a9-4944-8ded-8bc88f5e4906" providerId="ADAL" clId="{498D930F-3F28-4716-8257-90F2198EB467}" dt="2024-03-19T04:37:48.029" v="215" actId="20577"/>
          <ac:spMkLst>
            <pc:docMk/>
            <pc:sldMk cId="796197754" sldId="278"/>
            <ac:spMk id="11" creationId="{2BD8C279-BA23-56D4-7A2D-9A51AC880498}"/>
          </ac:spMkLst>
        </pc:spChg>
        <pc:spChg chg="add mod">
          <ac:chgData name="大和田 健太(事企画)" userId="af7d8b1e-97a9-4944-8ded-8bc88f5e4906" providerId="ADAL" clId="{498D930F-3F28-4716-8257-90F2198EB467}" dt="2024-03-19T04:35:24.314" v="104" actId="1076"/>
          <ac:spMkLst>
            <pc:docMk/>
            <pc:sldMk cId="796197754" sldId="278"/>
            <ac:spMk id="12" creationId="{EB51CAC6-DEF5-4459-4C5D-93ECE7222080}"/>
          </ac:spMkLst>
        </pc:spChg>
        <pc:spChg chg="add mod">
          <ac:chgData name="大和田 健太(事企画)" userId="af7d8b1e-97a9-4944-8ded-8bc88f5e4906" providerId="ADAL" clId="{498D930F-3F28-4716-8257-90F2198EB467}" dt="2024-03-19T04:35:28.509" v="123" actId="20577"/>
          <ac:spMkLst>
            <pc:docMk/>
            <pc:sldMk cId="796197754" sldId="278"/>
            <ac:spMk id="13" creationId="{C778E293-CB57-6890-9603-77166C469AA0}"/>
          </ac:spMkLst>
        </pc:spChg>
        <pc:spChg chg="add del mod">
          <ac:chgData name="大和田 健太(事企画)" userId="af7d8b1e-97a9-4944-8ded-8bc88f5e4906" providerId="ADAL" clId="{498D930F-3F28-4716-8257-90F2198EB467}" dt="2024-03-19T04:35:37.662" v="127"/>
          <ac:spMkLst>
            <pc:docMk/>
            <pc:sldMk cId="796197754" sldId="278"/>
            <ac:spMk id="14" creationId="{52BDF810-3E41-769A-DD16-81D5061CC640}"/>
          </ac:spMkLst>
        </pc:spChg>
        <pc:spChg chg="add del mod">
          <ac:chgData name="大和田 健太(事企画)" userId="af7d8b1e-97a9-4944-8ded-8bc88f5e4906" providerId="ADAL" clId="{498D930F-3F28-4716-8257-90F2198EB467}" dt="2024-03-19T04:35:37.662" v="127"/>
          <ac:spMkLst>
            <pc:docMk/>
            <pc:sldMk cId="796197754" sldId="278"/>
            <ac:spMk id="15" creationId="{732E1C11-076F-489D-2217-020CE3C1345F}"/>
          </ac:spMkLst>
        </pc:spChg>
        <pc:spChg chg="add mod">
          <ac:chgData name="大和田 健太(事企画)" userId="af7d8b1e-97a9-4944-8ded-8bc88f5e4906" providerId="ADAL" clId="{498D930F-3F28-4716-8257-90F2198EB467}" dt="2024-03-19T04:35:42.491" v="129" actId="1076"/>
          <ac:spMkLst>
            <pc:docMk/>
            <pc:sldMk cId="796197754" sldId="278"/>
            <ac:spMk id="16" creationId="{EF982D7D-62E6-5441-57F0-B358C3260E6C}"/>
          </ac:spMkLst>
        </pc:spChg>
        <pc:spChg chg="add mod">
          <ac:chgData name="大和田 健太(事企画)" userId="af7d8b1e-97a9-4944-8ded-8bc88f5e4906" providerId="ADAL" clId="{498D930F-3F28-4716-8257-90F2198EB467}" dt="2024-03-19T04:37:56.154" v="228" actId="20577"/>
          <ac:spMkLst>
            <pc:docMk/>
            <pc:sldMk cId="796197754" sldId="278"/>
            <ac:spMk id="17" creationId="{23D05EAB-1449-8739-C600-5A2844244E2C}"/>
          </ac:spMkLst>
        </pc:spChg>
      </pc:sldChg>
      <pc:sldChg chg="addSp delSp modSp add mod">
        <pc:chgData name="大和田 健太(事企画)" userId="af7d8b1e-97a9-4944-8ded-8bc88f5e4906" providerId="ADAL" clId="{498D930F-3F28-4716-8257-90F2198EB467}" dt="2024-03-19T04:36:35.595" v="170" actId="20577"/>
        <pc:sldMkLst>
          <pc:docMk/>
          <pc:sldMk cId="2918599685" sldId="279"/>
        </pc:sldMkLst>
        <pc:spChg chg="add mod">
          <ac:chgData name="大和田 健太(事企画)" userId="af7d8b1e-97a9-4944-8ded-8bc88f5e4906" providerId="ADAL" clId="{498D930F-3F28-4716-8257-90F2198EB467}" dt="2024-03-19T04:36:35.595" v="170" actId="20577"/>
          <ac:spMkLst>
            <pc:docMk/>
            <pc:sldMk cId="2918599685" sldId="279"/>
            <ac:spMk id="3" creationId="{53393AD1-70AA-810D-ED04-BD8B7D94B3C9}"/>
          </ac:spMkLst>
        </pc:spChg>
        <pc:spChg chg="del">
          <ac:chgData name="大和田 健太(事企画)" userId="af7d8b1e-97a9-4944-8ded-8bc88f5e4906" providerId="ADAL" clId="{498D930F-3F28-4716-8257-90F2198EB467}" dt="2024-03-19T04:36:07.768" v="157" actId="478"/>
          <ac:spMkLst>
            <pc:docMk/>
            <pc:sldMk cId="2918599685" sldId="279"/>
            <ac:spMk id="8" creationId="{FE6C6B55-27BB-E0C6-E119-FBE5A83C12DC}"/>
          </ac:spMkLst>
        </pc:spChg>
        <pc:spChg chg="mod">
          <ac:chgData name="大和田 健太(事企画)" userId="af7d8b1e-97a9-4944-8ded-8bc88f5e4906" providerId="ADAL" clId="{498D930F-3F28-4716-8257-90F2198EB467}" dt="2024-03-19T04:36:18.566" v="160" actId="113"/>
          <ac:spMkLst>
            <pc:docMk/>
            <pc:sldMk cId="2918599685" sldId="279"/>
            <ac:spMk id="10" creationId="{BAB99554-F54A-B728-5175-5BD7E9C41A19}"/>
          </ac:spMkLst>
        </pc:spChg>
        <pc:spChg chg="mod">
          <ac:chgData name="大和田 健太(事企画)" userId="af7d8b1e-97a9-4944-8ded-8bc88f5e4906" providerId="ADAL" clId="{498D930F-3F28-4716-8257-90F2198EB467}" dt="2024-03-19T04:36:28.945" v="163" actId="1076"/>
          <ac:spMkLst>
            <pc:docMk/>
            <pc:sldMk cId="2918599685" sldId="279"/>
            <ac:spMk id="11" creationId="{84B26D8B-4BD6-7F25-6E5E-DDC8C8C1B7F9}"/>
          </ac:spMkLst>
        </pc:spChg>
        <pc:spChg chg="del">
          <ac:chgData name="大和田 健太(事企画)" userId="af7d8b1e-97a9-4944-8ded-8bc88f5e4906" providerId="ADAL" clId="{498D930F-3F28-4716-8257-90F2198EB467}" dt="2024-03-19T04:36:24.427" v="162" actId="478"/>
          <ac:spMkLst>
            <pc:docMk/>
            <pc:sldMk cId="2918599685" sldId="279"/>
            <ac:spMk id="12" creationId="{8AC2F97C-02E4-4BDF-3995-1C6683A12679}"/>
          </ac:spMkLst>
        </pc:spChg>
      </pc:sldChg>
    </pc:docChg>
  </pc:docChgLst>
  <pc:docChgLst>
    <pc:chgData name="大和田 健太(事企画)" userId="af7d8b1e-97a9-4944-8ded-8bc88f5e4906" providerId="ADAL" clId="{FD051383-C559-4512-8D8F-001140171411}"/>
    <pc:docChg chg="undo custSel modSld">
      <pc:chgData name="大和田 健太(事企画)" userId="af7d8b1e-97a9-4944-8ded-8bc88f5e4906" providerId="ADAL" clId="{FD051383-C559-4512-8D8F-001140171411}" dt="2024-03-19T07:04:42.954" v="997" actId="20577"/>
      <pc:docMkLst>
        <pc:docMk/>
      </pc:docMkLst>
      <pc:sldChg chg="modSp mod">
        <pc:chgData name="大和田 健太(事企画)" userId="af7d8b1e-97a9-4944-8ded-8bc88f5e4906" providerId="ADAL" clId="{FD051383-C559-4512-8D8F-001140171411}" dt="2024-03-19T07:04:42.954" v="997" actId="20577"/>
        <pc:sldMkLst>
          <pc:docMk/>
          <pc:sldMk cId="465708593" sldId="264"/>
        </pc:sldMkLst>
        <pc:spChg chg="mod">
          <ac:chgData name="大和田 健太(事企画)" userId="af7d8b1e-97a9-4944-8ded-8bc88f5e4906" providerId="ADAL" clId="{FD051383-C559-4512-8D8F-001140171411}" dt="2024-03-19T07:04:42.954" v="997" actId="20577"/>
          <ac:spMkLst>
            <pc:docMk/>
            <pc:sldMk cId="465708593" sldId="264"/>
            <ac:spMk id="8" creationId="{A81A8CC7-4D5F-422D-8CC7-474C57CE977C}"/>
          </ac:spMkLst>
        </pc:spChg>
      </pc:sldChg>
      <pc:sldChg chg="modSp">
        <pc:chgData name="大和田 健太(事企画)" userId="af7d8b1e-97a9-4944-8ded-8bc88f5e4906" providerId="ADAL" clId="{FD051383-C559-4512-8D8F-001140171411}" dt="2024-03-19T07:03:53.336" v="950" actId="1076"/>
        <pc:sldMkLst>
          <pc:docMk/>
          <pc:sldMk cId="688041237" sldId="268"/>
        </pc:sldMkLst>
        <pc:spChg chg="mod">
          <ac:chgData name="大和田 健太(事企画)" userId="af7d8b1e-97a9-4944-8ded-8bc88f5e4906" providerId="ADAL" clId="{FD051383-C559-4512-8D8F-001140171411}" dt="2024-03-19T07:03:53.336" v="950" actId="1076"/>
          <ac:spMkLst>
            <pc:docMk/>
            <pc:sldMk cId="688041237" sldId="268"/>
            <ac:spMk id="3" creationId="{0CDCFC1F-D664-4D11-AEDF-FA50F5DFCE44}"/>
          </ac:spMkLst>
        </pc:spChg>
      </pc:sldChg>
      <pc:sldChg chg="modSp mod">
        <pc:chgData name="大和田 健太(事企画)" userId="af7d8b1e-97a9-4944-8ded-8bc88f5e4906" providerId="ADAL" clId="{FD051383-C559-4512-8D8F-001140171411}" dt="2024-03-19T05:35:13.560" v="458" actId="20577"/>
        <pc:sldMkLst>
          <pc:docMk/>
          <pc:sldMk cId="3333360582" sldId="270"/>
        </pc:sldMkLst>
        <pc:spChg chg="mod">
          <ac:chgData name="大和田 健太(事企画)" userId="af7d8b1e-97a9-4944-8ded-8bc88f5e4906" providerId="ADAL" clId="{FD051383-C559-4512-8D8F-001140171411}" dt="2024-03-19T05:35:13.560" v="458" actId="20577"/>
          <ac:spMkLst>
            <pc:docMk/>
            <pc:sldMk cId="3333360582" sldId="270"/>
            <ac:spMk id="3" creationId="{80A03E82-457C-1C36-CB79-5100891E7AFB}"/>
          </ac:spMkLst>
        </pc:spChg>
      </pc:sldChg>
      <pc:sldChg chg="addSp delSp modSp mod">
        <pc:chgData name="大和田 健太(事企画)" userId="af7d8b1e-97a9-4944-8ded-8bc88f5e4906" providerId="ADAL" clId="{FD051383-C559-4512-8D8F-001140171411}" dt="2024-03-19T05:31:08.273" v="427" actId="478"/>
        <pc:sldMkLst>
          <pc:docMk/>
          <pc:sldMk cId="2848346935" sldId="271"/>
        </pc:sldMkLst>
        <pc:spChg chg="mod">
          <ac:chgData name="大和田 健太(事企画)" userId="af7d8b1e-97a9-4944-8ded-8bc88f5e4906" providerId="ADAL" clId="{FD051383-C559-4512-8D8F-001140171411}" dt="2024-03-19T05:28:21.455" v="406" actId="20577"/>
          <ac:spMkLst>
            <pc:docMk/>
            <pc:sldMk cId="2848346935" sldId="271"/>
            <ac:spMk id="3" creationId="{80A03E82-457C-1C36-CB79-5100891E7AFB}"/>
          </ac:spMkLst>
        </pc:spChg>
        <pc:spChg chg="add del mod">
          <ac:chgData name="大和田 健太(事企画)" userId="af7d8b1e-97a9-4944-8ded-8bc88f5e4906" providerId="ADAL" clId="{FD051383-C559-4512-8D8F-001140171411}" dt="2024-03-19T05:31:08.273" v="427" actId="478"/>
          <ac:spMkLst>
            <pc:docMk/>
            <pc:sldMk cId="2848346935" sldId="271"/>
            <ac:spMk id="6" creationId="{D76C7592-2666-65D4-1B9A-C65B2D968B27}"/>
          </ac:spMkLst>
        </pc:spChg>
      </pc:sldChg>
      <pc:sldChg chg="modSp mod">
        <pc:chgData name="大和田 健太(事企画)" userId="af7d8b1e-97a9-4944-8ded-8bc88f5e4906" providerId="ADAL" clId="{FD051383-C559-4512-8D8F-001140171411}" dt="2024-03-19T05:18:06.887" v="143"/>
        <pc:sldMkLst>
          <pc:docMk/>
          <pc:sldMk cId="2823711217" sldId="274"/>
        </pc:sldMkLst>
        <pc:spChg chg="mod">
          <ac:chgData name="大和田 健太(事企画)" userId="af7d8b1e-97a9-4944-8ded-8bc88f5e4906" providerId="ADAL" clId="{FD051383-C559-4512-8D8F-001140171411}" dt="2024-03-19T05:18:06.887" v="143"/>
          <ac:spMkLst>
            <pc:docMk/>
            <pc:sldMk cId="2823711217" sldId="274"/>
            <ac:spMk id="3" creationId="{B8538AE3-AAEC-0C3C-BFBD-7AA804E20FB1}"/>
          </ac:spMkLst>
        </pc:spChg>
      </pc:sldChg>
      <pc:sldChg chg="modSp mod">
        <pc:chgData name="大和田 健太(事企画)" userId="af7d8b1e-97a9-4944-8ded-8bc88f5e4906" providerId="ADAL" clId="{FD051383-C559-4512-8D8F-001140171411}" dt="2024-03-19T06:47:08.327" v="791" actId="404"/>
        <pc:sldMkLst>
          <pc:docMk/>
          <pc:sldMk cId="3846379160" sldId="275"/>
        </pc:sldMkLst>
        <pc:spChg chg="mod">
          <ac:chgData name="大和田 健太(事企画)" userId="af7d8b1e-97a9-4944-8ded-8bc88f5e4906" providerId="ADAL" clId="{FD051383-C559-4512-8D8F-001140171411}" dt="2024-03-19T06:47:08.327" v="791" actId="404"/>
          <ac:spMkLst>
            <pc:docMk/>
            <pc:sldMk cId="3846379160" sldId="275"/>
            <ac:spMk id="3" creationId="{80A03E82-457C-1C36-CB79-5100891E7AFB}"/>
          </ac:spMkLst>
        </pc:spChg>
      </pc:sldChg>
      <pc:sldChg chg="addSp delSp modSp mod">
        <pc:chgData name="大和田 健太(事企画)" userId="af7d8b1e-97a9-4944-8ded-8bc88f5e4906" providerId="ADAL" clId="{FD051383-C559-4512-8D8F-001140171411}" dt="2024-03-19T05:58:25.437" v="785" actId="12385"/>
        <pc:sldMkLst>
          <pc:docMk/>
          <pc:sldMk cId="1637171892" sldId="276"/>
        </pc:sldMkLst>
        <pc:spChg chg="mod">
          <ac:chgData name="大和田 健太(事企画)" userId="af7d8b1e-97a9-4944-8ded-8bc88f5e4906" providerId="ADAL" clId="{FD051383-C559-4512-8D8F-001140171411}" dt="2024-03-19T05:49:52.289" v="769" actId="1076"/>
          <ac:spMkLst>
            <pc:docMk/>
            <pc:sldMk cId="1637171892" sldId="276"/>
            <ac:spMk id="33" creationId="{1E5AEE31-44A0-A047-1224-FC8C2252F97B}"/>
          </ac:spMkLst>
        </pc:spChg>
        <pc:spChg chg="mod">
          <ac:chgData name="大和田 健太(事企画)" userId="af7d8b1e-97a9-4944-8ded-8bc88f5e4906" providerId="ADAL" clId="{FD051383-C559-4512-8D8F-001140171411}" dt="2024-03-19T05:50:02.225" v="770" actId="1076"/>
          <ac:spMkLst>
            <pc:docMk/>
            <pc:sldMk cId="1637171892" sldId="276"/>
            <ac:spMk id="34" creationId="{561CF0AD-AB2F-74FB-8BE2-421F59FBFED6}"/>
          </ac:spMkLst>
        </pc:spChg>
        <pc:spChg chg="mod">
          <ac:chgData name="大和田 健太(事企画)" userId="af7d8b1e-97a9-4944-8ded-8bc88f5e4906" providerId="ADAL" clId="{FD051383-C559-4512-8D8F-001140171411}" dt="2024-03-19T05:48:27.217" v="719" actId="1076"/>
          <ac:spMkLst>
            <pc:docMk/>
            <pc:sldMk cId="1637171892" sldId="276"/>
            <ac:spMk id="50" creationId="{0C062803-E4F0-B7EB-2EE8-907A406745D6}"/>
          </ac:spMkLst>
        </pc:spChg>
        <pc:graphicFrameChg chg="mod modGraphic">
          <ac:chgData name="大和田 健太(事企画)" userId="af7d8b1e-97a9-4944-8ded-8bc88f5e4906" providerId="ADAL" clId="{FD051383-C559-4512-8D8F-001140171411}" dt="2024-03-19T05:58:25.437" v="785" actId="12385"/>
          <ac:graphicFrameMkLst>
            <pc:docMk/>
            <pc:sldMk cId="1637171892" sldId="276"/>
            <ac:graphicFrameMk id="21" creationId="{2F3B6F34-5D49-55B1-9F3C-24B078C1C220}"/>
          </ac:graphicFrameMkLst>
        </pc:graphicFrameChg>
        <pc:cxnChg chg="add del mod">
          <ac:chgData name="大和田 健太(事企画)" userId="af7d8b1e-97a9-4944-8ded-8bc88f5e4906" providerId="ADAL" clId="{FD051383-C559-4512-8D8F-001140171411}" dt="2024-03-19T05:49:26.316" v="765"/>
          <ac:cxnSpMkLst>
            <pc:docMk/>
            <pc:sldMk cId="1637171892" sldId="276"/>
            <ac:cxnSpMk id="3" creationId="{D69762BC-6524-3870-4A8D-BB885C061AB7}"/>
          </ac:cxnSpMkLst>
        </pc:cxnChg>
        <pc:cxnChg chg="add mod">
          <ac:chgData name="大和田 健太(事企画)" userId="af7d8b1e-97a9-4944-8ded-8bc88f5e4906" providerId="ADAL" clId="{FD051383-C559-4512-8D8F-001140171411}" dt="2024-03-19T05:49:32.937" v="767" actId="1076"/>
          <ac:cxnSpMkLst>
            <pc:docMk/>
            <pc:sldMk cId="1637171892" sldId="276"/>
            <ac:cxnSpMk id="6" creationId="{3662A5C0-D243-E950-7B0B-018183757965}"/>
          </ac:cxnSpMkLst>
        </pc:cxnChg>
        <pc:cxnChg chg="mod">
          <ac:chgData name="大和田 健太(事企画)" userId="af7d8b1e-97a9-4944-8ded-8bc88f5e4906" providerId="ADAL" clId="{FD051383-C559-4512-8D8F-001140171411}" dt="2024-03-19T05:49:21.826" v="763" actId="1076"/>
          <ac:cxnSpMkLst>
            <pc:docMk/>
            <pc:sldMk cId="1637171892" sldId="276"/>
            <ac:cxnSpMk id="29" creationId="{46DDD614-C8FB-9DD5-E50C-6F5D69745CF4}"/>
          </ac:cxnSpMkLst>
        </pc:cxnChg>
        <pc:cxnChg chg="mod">
          <ac:chgData name="大和田 健太(事企画)" userId="af7d8b1e-97a9-4944-8ded-8bc88f5e4906" providerId="ADAL" clId="{FD051383-C559-4512-8D8F-001140171411}" dt="2024-03-19T05:49:52.289" v="769" actId="1076"/>
          <ac:cxnSpMkLst>
            <pc:docMk/>
            <pc:sldMk cId="1637171892" sldId="276"/>
            <ac:cxnSpMk id="30" creationId="{5599C53D-FD67-E1CA-B2A7-2D2E8BA90906}"/>
          </ac:cxnSpMkLst>
        </pc:cxnChg>
        <pc:cxnChg chg="mod">
          <ac:chgData name="大和田 健太(事企画)" userId="af7d8b1e-97a9-4944-8ded-8bc88f5e4906" providerId="ADAL" clId="{FD051383-C559-4512-8D8F-001140171411}" dt="2024-03-19T05:50:19.761" v="771" actId="14100"/>
          <ac:cxnSpMkLst>
            <pc:docMk/>
            <pc:sldMk cId="1637171892" sldId="276"/>
            <ac:cxnSpMk id="38" creationId="{863C15CD-59E5-9FC1-CEF0-B364085998A7}"/>
          </ac:cxnSpMkLst>
        </pc:cxnChg>
        <pc:cxnChg chg="mod">
          <ac:chgData name="大和田 健太(事企画)" userId="af7d8b1e-97a9-4944-8ded-8bc88f5e4906" providerId="ADAL" clId="{FD051383-C559-4512-8D8F-001140171411}" dt="2024-03-19T05:49:52.289" v="769" actId="1076"/>
          <ac:cxnSpMkLst>
            <pc:docMk/>
            <pc:sldMk cId="1637171892" sldId="276"/>
            <ac:cxnSpMk id="41" creationId="{84160680-AF71-AAD9-8147-824300FC74B6}"/>
          </ac:cxnSpMkLst>
        </pc:cxnChg>
        <pc:cxnChg chg="mod">
          <ac:chgData name="大和田 健太(事企画)" userId="af7d8b1e-97a9-4944-8ded-8bc88f5e4906" providerId="ADAL" clId="{FD051383-C559-4512-8D8F-001140171411}" dt="2024-03-19T05:49:39.465" v="768" actId="14100"/>
          <ac:cxnSpMkLst>
            <pc:docMk/>
            <pc:sldMk cId="1637171892" sldId="276"/>
            <ac:cxnSpMk id="48" creationId="{0A6489FE-2067-733D-F459-D57B77EB847F}"/>
          </ac:cxnSpMkLst>
        </pc:cxnChg>
      </pc:sldChg>
      <pc:sldChg chg="mod modShow">
        <pc:chgData name="大和田 健太(事企画)" userId="af7d8b1e-97a9-4944-8ded-8bc88f5e4906" providerId="ADAL" clId="{FD051383-C559-4512-8D8F-001140171411}" dt="2024-03-19T04:58:27.951" v="0" actId="729"/>
        <pc:sldMkLst>
          <pc:docMk/>
          <pc:sldMk cId="3542604029" sldId="277"/>
        </pc:sldMkLst>
      </pc:sldChg>
      <pc:sldChg chg="addSp modSp mod">
        <pc:chgData name="大和田 健太(事企画)" userId="af7d8b1e-97a9-4944-8ded-8bc88f5e4906" providerId="ADAL" clId="{FD051383-C559-4512-8D8F-001140171411}" dt="2024-03-19T07:02:14.122" v="927"/>
        <pc:sldMkLst>
          <pc:docMk/>
          <pc:sldMk cId="796197754" sldId="278"/>
        </pc:sldMkLst>
        <pc:spChg chg="mod">
          <ac:chgData name="大和田 健太(事企画)" userId="af7d8b1e-97a9-4944-8ded-8bc88f5e4906" providerId="ADAL" clId="{FD051383-C559-4512-8D8F-001140171411}" dt="2024-03-19T07:02:14.122" v="927"/>
          <ac:spMkLst>
            <pc:docMk/>
            <pc:sldMk cId="796197754" sldId="278"/>
            <ac:spMk id="2" creationId="{20F0132C-8D03-506C-BD23-74755F0EB68E}"/>
          </ac:spMkLst>
        </pc:spChg>
        <pc:spChg chg="add mod ord">
          <ac:chgData name="大和田 健太(事企画)" userId="af7d8b1e-97a9-4944-8ded-8bc88f5e4906" providerId="ADAL" clId="{FD051383-C559-4512-8D8F-001140171411}" dt="2024-03-19T07:02:06.224" v="909" actId="14100"/>
          <ac:spMkLst>
            <pc:docMk/>
            <pc:sldMk cId="796197754" sldId="278"/>
            <ac:spMk id="3" creationId="{B8C6A031-050B-165D-80B3-EB0328A33B73}"/>
          </ac:spMkLst>
        </pc:spChg>
        <pc:spChg chg="add mod">
          <ac:chgData name="大和田 健太(事企画)" userId="af7d8b1e-97a9-4944-8ded-8bc88f5e4906" providerId="ADAL" clId="{FD051383-C559-4512-8D8F-001140171411}" dt="2024-03-19T07:00:24.511" v="832" actId="403"/>
          <ac:spMkLst>
            <pc:docMk/>
            <pc:sldMk cId="796197754" sldId="278"/>
            <ac:spMk id="7" creationId="{6F48B250-09F1-33C7-0FF7-E7A0CEEF49B1}"/>
          </ac:spMkLst>
        </pc:spChg>
        <pc:spChg chg="mod">
          <ac:chgData name="大和田 健太(事企画)" userId="af7d8b1e-97a9-4944-8ded-8bc88f5e4906" providerId="ADAL" clId="{FD051383-C559-4512-8D8F-001140171411}" dt="2024-03-19T07:00:52.350" v="839" actId="12788"/>
          <ac:spMkLst>
            <pc:docMk/>
            <pc:sldMk cId="796197754" sldId="278"/>
            <ac:spMk id="8" creationId="{524FE294-4806-98FA-7B1A-B9686CEF45E6}"/>
          </ac:spMkLst>
        </pc:spChg>
        <pc:spChg chg="mod">
          <ac:chgData name="大和田 健太(事企画)" userId="af7d8b1e-97a9-4944-8ded-8bc88f5e4906" providerId="ADAL" clId="{FD051383-C559-4512-8D8F-001140171411}" dt="2024-03-19T07:00:52.350" v="839" actId="12788"/>
          <ac:spMkLst>
            <pc:docMk/>
            <pc:sldMk cId="796197754" sldId="278"/>
            <ac:spMk id="9" creationId="{8313306F-8D2A-EEE8-BB12-B07437AEC9DE}"/>
          </ac:spMkLst>
        </pc:spChg>
        <pc:spChg chg="mod">
          <ac:chgData name="大和田 健太(事企画)" userId="af7d8b1e-97a9-4944-8ded-8bc88f5e4906" providerId="ADAL" clId="{FD051383-C559-4512-8D8F-001140171411}" dt="2024-03-19T07:00:57.317" v="840" actId="12788"/>
          <ac:spMkLst>
            <pc:docMk/>
            <pc:sldMk cId="796197754" sldId="278"/>
            <ac:spMk id="10" creationId="{08235C2F-680D-DE2F-F1BC-224E44AAC39D}"/>
          </ac:spMkLst>
        </pc:spChg>
        <pc:spChg chg="mod">
          <ac:chgData name="大和田 健太(事企画)" userId="af7d8b1e-97a9-4944-8ded-8bc88f5e4906" providerId="ADAL" clId="{FD051383-C559-4512-8D8F-001140171411}" dt="2024-03-19T07:00:57.317" v="840" actId="12788"/>
          <ac:spMkLst>
            <pc:docMk/>
            <pc:sldMk cId="796197754" sldId="278"/>
            <ac:spMk id="11" creationId="{2BD8C279-BA23-56D4-7A2D-9A51AC880498}"/>
          </ac:spMkLst>
        </pc:spChg>
        <pc:spChg chg="mod">
          <ac:chgData name="大和田 健太(事企画)" userId="af7d8b1e-97a9-4944-8ded-8bc88f5e4906" providerId="ADAL" clId="{FD051383-C559-4512-8D8F-001140171411}" dt="2024-03-19T07:00:52.350" v="839" actId="12788"/>
          <ac:spMkLst>
            <pc:docMk/>
            <pc:sldMk cId="796197754" sldId="278"/>
            <ac:spMk id="12" creationId="{EB51CAC6-DEF5-4459-4C5D-93ECE7222080}"/>
          </ac:spMkLst>
        </pc:spChg>
        <pc:spChg chg="mod">
          <ac:chgData name="大和田 健太(事企画)" userId="af7d8b1e-97a9-4944-8ded-8bc88f5e4906" providerId="ADAL" clId="{FD051383-C559-4512-8D8F-001140171411}" dt="2024-03-19T07:00:52.350" v="839" actId="12788"/>
          <ac:spMkLst>
            <pc:docMk/>
            <pc:sldMk cId="796197754" sldId="278"/>
            <ac:spMk id="13" creationId="{C778E293-CB57-6890-9603-77166C469AA0}"/>
          </ac:spMkLst>
        </pc:spChg>
        <pc:spChg chg="add mod">
          <ac:chgData name="大和田 健太(事企画)" userId="af7d8b1e-97a9-4944-8ded-8bc88f5e4906" providerId="ADAL" clId="{FD051383-C559-4512-8D8F-001140171411}" dt="2024-03-19T07:01:11.113" v="857"/>
          <ac:spMkLst>
            <pc:docMk/>
            <pc:sldMk cId="796197754" sldId="278"/>
            <ac:spMk id="14" creationId="{2540134D-3E04-893D-8CE9-1986E3079A55}"/>
          </ac:spMkLst>
        </pc:spChg>
        <pc:spChg chg="add mod">
          <ac:chgData name="大和田 健太(事企画)" userId="af7d8b1e-97a9-4944-8ded-8bc88f5e4906" providerId="ADAL" clId="{FD051383-C559-4512-8D8F-001140171411}" dt="2024-03-19T07:01:22.655" v="859" actId="1076"/>
          <ac:spMkLst>
            <pc:docMk/>
            <pc:sldMk cId="796197754" sldId="278"/>
            <ac:spMk id="15" creationId="{F839FA14-3A30-DC79-201F-BC6A3BD29E38}"/>
          </ac:spMkLst>
        </pc:spChg>
        <pc:spChg chg="mod">
          <ac:chgData name="大和田 健太(事企画)" userId="af7d8b1e-97a9-4944-8ded-8bc88f5e4906" providerId="ADAL" clId="{FD051383-C559-4512-8D8F-001140171411}" dt="2024-03-19T07:01:00.571" v="841" actId="12788"/>
          <ac:spMkLst>
            <pc:docMk/>
            <pc:sldMk cId="796197754" sldId="278"/>
            <ac:spMk id="16" creationId="{EF982D7D-62E6-5441-57F0-B358C3260E6C}"/>
          </ac:spMkLst>
        </pc:spChg>
        <pc:spChg chg="mod">
          <ac:chgData name="大和田 健太(事企画)" userId="af7d8b1e-97a9-4944-8ded-8bc88f5e4906" providerId="ADAL" clId="{FD051383-C559-4512-8D8F-001140171411}" dt="2024-03-19T07:01:00.571" v="841" actId="12788"/>
          <ac:spMkLst>
            <pc:docMk/>
            <pc:sldMk cId="796197754" sldId="278"/>
            <ac:spMk id="17" creationId="{23D05EAB-1449-8739-C600-5A2844244E2C}"/>
          </ac:spMkLst>
        </pc:spChg>
        <pc:spChg chg="add mod">
          <ac:chgData name="大和田 健太(事企画)" userId="af7d8b1e-97a9-4944-8ded-8bc88f5e4906" providerId="ADAL" clId="{FD051383-C559-4512-8D8F-001140171411}" dt="2024-03-19T07:01:26.602" v="877"/>
          <ac:spMkLst>
            <pc:docMk/>
            <pc:sldMk cId="796197754" sldId="278"/>
            <ac:spMk id="18" creationId="{407C295B-0005-42A8-D3B0-9FA58B1B1313}"/>
          </ac:spMkLst>
        </pc:spChg>
        <pc:spChg chg="add mod">
          <ac:chgData name="大和田 健太(事企画)" userId="af7d8b1e-97a9-4944-8ded-8bc88f5e4906" providerId="ADAL" clId="{FD051383-C559-4512-8D8F-001140171411}" dt="2024-03-19T07:01:52.823" v="907" actId="1076"/>
          <ac:spMkLst>
            <pc:docMk/>
            <pc:sldMk cId="796197754" sldId="278"/>
            <ac:spMk id="19" creationId="{AE06978C-A4EE-0C8F-A914-6EE938B713D9}"/>
          </ac:spMkLst>
        </pc:spChg>
      </pc:sldChg>
      <pc:sldChg chg="modSp mod">
        <pc:chgData name="大和田 健太(事企画)" userId="af7d8b1e-97a9-4944-8ded-8bc88f5e4906" providerId="ADAL" clId="{FD051383-C559-4512-8D8F-001140171411}" dt="2024-03-19T07:02:20.050" v="949"/>
        <pc:sldMkLst>
          <pc:docMk/>
          <pc:sldMk cId="2918599685" sldId="279"/>
        </pc:sldMkLst>
        <pc:spChg chg="mod">
          <ac:chgData name="大和田 健太(事企画)" userId="af7d8b1e-97a9-4944-8ded-8bc88f5e4906" providerId="ADAL" clId="{FD051383-C559-4512-8D8F-001140171411}" dt="2024-03-19T07:02:20.050" v="949"/>
          <ac:spMkLst>
            <pc:docMk/>
            <pc:sldMk cId="2918599685" sldId="279"/>
            <ac:spMk id="2" creationId="{040353C3-7AAD-A03E-2924-36000D516483}"/>
          </ac:spMkLst>
        </pc:spChg>
        <pc:spChg chg="mod">
          <ac:chgData name="大和田 健太(事企画)" userId="af7d8b1e-97a9-4944-8ded-8bc88f5e4906" providerId="ADAL" clId="{FD051383-C559-4512-8D8F-001140171411}" dt="2024-03-19T05:44:11.235" v="602" actId="14100"/>
          <ac:spMkLst>
            <pc:docMk/>
            <pc:sldMk cId="2918599685" sldId="279"/>
            <ac:spMk id="6" creationId="{3EB6D5F9-3D66-E341-A151-5D7ABE8EF5E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Arial" charset="0"/>
                <a:ea typeface="ＭＳ Ｐゴシック" pitchFamily="50" charset="-128"/>
              </a:defRPr>
            </a:lvl1pPr>
          </a:lstStyle>
          <a:p>
            <a:pPr>
              <a:defRPr/>
            </a:pPr>
            <a:endParaRPr lang="en-US" altLang="ja-JP"/>
          </a:p>
        </p:txBody>
      </p:sp>
      <p:sp>
        <p:nvSpPr>
          <p:cNvPr id="62467" name="Rectangle 3"/>
          <p:cNvSpPr>
            <a:spLocks noGrp="1" noChangeArrowheads="1"/>
          </p:cNvSpPr>
          <p:nvPr>
            <p:ph type="dt" sz="quarter" idx="1"/>
          </p:nvPr>
        </p:nvSpPr>
        <p:spPr bwMode="auto">
          <a:xfrm>
            <a:off x="3759200" y="0"/>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Arial" charset="0"/>
                <a:ea typeface="ＭＳ Ｐゴシック" pitchFamily="50" charset="-128"/>
              </a:defRPr>
            </a:lvl1pPr>
          </a:lstStyle>
          <a:p>
            <a:pPr>
              <a:defRPr/>
            </a:pPr>
            <a:endParaRPr lang="en-US" altLang="ja-JP"/>
          </a:p>
        </p:txBody>
      </p:sp>
      <p:sp>
        <p:nvSpPr>
          <p:cNvPr id="62468" name="Rectangle 4"/>
          <p:cNvSpPr>
            <a:spLocks noGrp="1" noChangeArrowheads="1"/>
          </p:cNvSpPr>
          <p:nvPr>
            <p:ph type="ftr" sz="quarter" idx="2"/>
          </p:nvPr>
        </p:nvSpPr>
        <p:spPr bwMode="auto">
          <a:xfrm>
            <a:off x="0" y="9275763"/>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Arial" charset="0"/>
                <a:ea typeface="ＭＳ Ｐゴシック" pitchFamily="50" charset="-128"/>
              </a:defRPr>
            </a:lvl1pPr>
          </a:lstStyle>
          <a:p>
            <a:pPr>
              <a:defRPr/>
            </a:pPr>
            <a:endParaRPr lang="en-US" altLang="ja-JP"/>
          </a:p>
        </p:txBody>
      </p:sp>
      <p:sp>
        <p:nvSpPr>
          <p:cNvPr id="62469" name="Rectangle 5"/>
          <p:cNvSpPr>
            <a:spLocks noGrp="1" noChangeArrowheads="1"/>
          </p:cNvSpPr>
          <p:nvPr>
            <p:ph type="sldNum" sz="quarter" idx="3"/>
          </p:nvPr>
        </p:nvSpPr>
        <p:spPr bwMode="auto">
          <a:xfrm>
            <a:off x="3759200" y="9275763"/>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FA1CFADE-038B-E640-BF8B-FEF9E23F7BEF}"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Arial" charset="0"/>
                <a:ea typeface="ＭＳ Ｐゴシック" pitchFamily="50" charset="-128"/>
              </a:defRPr>
            </a:lvl1pPr>
          </a:lstStyle>
          <a:p>
            <a:pPr>
              <a:defRPr/>
            </a:pPr>
            <a:endParaRPr lang="en-US" altLang="ja-JP"/>
          </a:p>
        </p:txBody>
      </p:sp>
      <p:sp>
        <p:nvSpPr>
          <p:cNvPr id="3075" name="Rectangle 3"/>
          <p:cNvSpPr>
            <a:spLocks noGrp="1" noChangeArrowheads="1"/>
          </p:cNvSpPr>
          <p:nvPr>
            <p:ph type="dt" idx="1"/>
          </p:nvPr>
        </p:nvSpPr>
        <p:spPr bwMode="auto">
          <a:xfrm>
            <a:off x="3759200" y="0"/>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Arial" charset="0"/>
                <a:ea typeface="ＭＳ Ｐゴシック" pitchFamily="50" charset="-128"/>
              </a:defRPr>
            </a:lvl1pPr>
          </a:lstStyle>
          <a:p>
            <a:pPr>
              <a:defRPr/>
            </a:pPr>
            <a:endParaRPr lang="en-US" altLang="ja-JP"/>
          </a:p>
        </p:txBody>
      </p:sp>
      <p:sp>
        <p:nvSpPr>
          <p:cNvPr id="9220" name="Rectangle 4"/>
          <p:cNvSpPr>
            <a:spLocks noGrp="1" noRot="1" noChangeAspect="1" noChangeArrowheads="1" noTextEdit="1"/>
          </p:cNvSpPr>
          <p:nvPr>
            <p:ph type="sldImg" idx="2"/>
          </p:nvPr>
        </p:nvSpPr>
        <p:spPr bwMode="auto">
          <a:xfrm>
            <a:off x="673100" y="731838"/>
            <a:ext cx="5289550" cy="366236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 xmlns:ma14="http://schemas.microsoft.com/office/mac/drawingml/2011/main" val="1"/>
            </a:ext>
          </a:extLst>
        </p:spPr>
      </p:sp>
      <p:sp>
        <p:nvSpPr>
          <p:cNvPr id="3077" name="Rectangle 5"/>
          <p:cNvSpPr>
            <a:spLocks noGrp="1" noChangeArrowheads="1"/>
          </p:cNvSpPr>
          <p:nvPr>
            <p:ph type="body" sz="quarter" idx="3"/>
          </p:nvPr>
        </p:nvSpPr>
        <p:spPr bwMode="auto">
          <a:xfrm>
            <a:off x="663575" y="4638675"/>
            <a:ext cx="5308600" cy="439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3078" name="Rectangle 6"/>
          <p:cNvSpPr>
            <a:spLocks noGrp="1" noChangeArrowheads="1"/>
          </p:cNvSpPr>
          <p:nvPr>
            <p:ph type="ftr" sz="quarter" idx="4"/>
          </p:nvPr>
        </p:nvSpPr>
        <p:spPr bwMode="auto">
          <a:xfrm>
            <a:off x="0" y="9275763"/>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Arial" charset="0"/>
                <a:ea typeface="ＭＳ Ｐゴシック" pitchFamily="50" charset="-128"/>
              </a:defRPr>
            </a:lvl1pPr>
          </a:lstStyle>
          <a:p>
            <a:pPr>
              <a:defRPr/>
            </a:pPr>
            <a:endParaRPr lang="en-US" altLang="ja-JP"/>
          </a:p>
        </p:txBody>
      </p:sp>
      <p:sp>
        <p:nvSpPr>
          <p:cNvPr id="3079" name="Rectangle 7"/>
          <p:cNvSpPr>
            <a:spLocks noGrp="1" noChangeArrowheads="1"/>
          </p:cNvSpPr>
          <p:nvPr>
            <p:ph type="sldNum" sz="quarter" idx="5"/>
          </p:nvPr>
        </p:nvSpPr>
        <p:spPr bwMode="auto">
          <a:xfrm>
            <a:off x="3759200" y="9275763"/>
            <a:ext cx="28749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E759D85C-3D5E-DB4B-B44B-E75F40794D9C}"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Master" Target="../slideMasters/slideMaster1.xml"/><Relationship Id="rId4" Type="http://schemas.openxmlformats.org/officeDocument/2006/relationships/image" Target="../media/image4.w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5" name="Line 6"/>
          <p:cNvSpPr>
            <a:spLocks noChangeShapeType="1"/>
          </p:cNvSpPr>
          <p:nvPr userDrawn="1"/>
        </p:nvSpPr>
        <p:spPr bwMode="auto">
          <a:xfrm>
            <a:off x="0" y="3717925"/>
            <a:ext cx="8408988" cy="0"/>
          </a:xfrm>
          <a:prstGeom prst="line">
            <a:avLst/>
          </a:prstGeom>
          <a:noFill/>
          <a:ln w="9525">
            <a:solidFill>
              <a:schemeClr val="tx1">
                <a:lumMod val="75000"/>
                <a:lumOff val="2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ja-JP" altLang="en-US"/>
          </a:p>
        </p:txBody>
      </p:sp>
      <p:pic>
        <p:nvPicPr>
          <p:cNvPr id="30" name="Picture 33" descr="c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9384" y="296864"/>
            <a:ext cx="1188000" cy="60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1497013" y="2349500"/>
            <a:ext cx="6911975" cy="1179513"/>
          </a:xfrm>
        </p:spPr>
        <p:txBody>
          <a:bodyPr anchor="b"/>
          <a:lstStyle>
            <a:lvl1pPr>
              <a:defRPr sz="3000">
                <a:latin typeface="メイリオ" pitchFamily="50" charset="-128"/>
                <a:ea typeface="メイリオ" pitchFamily="50" charset="-128"/>
                <a:cs typeface="メイリオ" pitchFamily="50" charset="-128"/>
              </a:defRPr>
            </a:lvl1pPr>
          </a:lstStyle>
          <a:p>
            <a:pPr lvl="0"/>
            <a:r>
              <a:rPr lang="ja-JP" altLang="en-US" noProof="0"/>
              <a:t>マスター タイトルの書式設定</a:t>
            </a:r>
          </a:p>
        </p:txBody>
      </p:sp>
      <p:sp>
        <p:nvSpPr>
          <p:cNvPr id="5123" name="Rectangle 3"/>
          <p:cNvSpPr>
            <a:spLocks noGrp="1" noChangeArrowheads="1"/>
          </p:cNvSpPr>
          <p:nvPr>
            <p:ph type="subTitle" idx="1"/>
          </p:nvPr>
        </p:nvSpPr>
        <p:spPr>
          <a:xfrm>
            <a:off x="1485900" y="3933825"/>
            <a:ext cx="6913563" cy="1079500"/>
          </a:xfrm>
        </p:spPr>
        <p:txBody>
          <a:bodyPr/>
          <a:lstStyle>
            <a:lvl1pPr marL="0" indent="0">
              <a:buFont typeface="Wingdings" pitchFamily="2" charset="2"/>
              <a:buNone/>
              <a:defRPr sz="1800">
                <a:latin typeface="メイリオ" pitchFamily="50" charset="-128"/>
                <a:ea typeface="メイリオ" pitchFamily="50" charset="-128"/>
                <a:cs typeface="メイリオ" pitchFamily="50" charset="-128"/>
              </a:defRPr>
            </a:lvl1pPr>
          </a:lstStyle>
          <a:p>
            <a:pPr lvl="0"/>
            <a:r>
              <a:rPr lang="ja-JP" altLang="en-US" noProof="0"/>
              <a:t>マスター サブタイトルの書式設定</a:t>
            </a:r>
          </a:p>
        </p:txBody>
      </p:sp>
      <p:pic>
        <p:nvPicPr>
          <p:cNvPr id="33" name="図 3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928"/>
            <a:ext cx="2882900" cy="2197100"/>
          </a:xfrm>
          <a:prstGeom prst="rect">
            <a:avLst/>
          </a:prstGeom>
        </p:spPr>
      </p:pic>
      <p:pic>
        <p:nvPicPr>
          <p:cNvPr id="34" name="図 3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5152097"/>
            <a:ext cx="9906000" cy="1705903"/>
          </a:xfrm>
          <a:prstGeom prst="rect">
            <a:avLst/>
          </a:prstGeom>
        </p:spPr>
      </p:pic>
      <p:sp>
        <p:nvSpPr>
          <p:cNvPr id="38" name="フッター プレースホルダー 3"/>
          <p:cNvSpPr>
            <a:spLocks noGrp="1"/>
          </p:cNvSpPr>
          <p:nvPr>
            <p:ph type="ftr" sz="quarter" idx="3"/>
          </p:nvPr>
        </p:nvSpPr>
        <p:spPr>
          <a:xfrm>
            <a:off x="200472" y="6507376"/>
            <a:ext cx="6033600" cy="306000"/>
          </a:xfrm>
          <a:prstGeom prst="rect">
            <a:avLst/>
          </a:prstGeom>
          <a:noFill/>
        </p:spPr>
        <p:txBody>
          <a:bodyPr/>
          <a:lstStyle>
            <a:lvl1pPr eaLnBrk="1" hangingPunct="1">
              <a:defRPr kumimoji="1" sz="800" dirty="0" smtClean="0">
                <a:solidFill>
                  <a:srgbClr val="111111"/>
                </a:solidFill>
                <a:latin typeface="Verdana" panose="020B0604030504040204" pitchFamily="34" charset="0"/>
                <a:ea typeface="Verdana" panose="020B0604030504040204" pitchFamily="34" charset="0"/>
                <a:cs typeface="Verdana" panose="020B0604030504040204" pitchFamily="34" charset="0"/>
              </a:defRPr>
            </a:lvl1pPr>
            <a:lvl2pPr marL="742950" indent="-285750" eaLnBrk="0" hangingPunct="0">
              <a:defRPr kumimoji="1">
                <a:solidFill>
                  <a:schemeClr val="tx1"/>
                </a:solidFill>
                <a:latin typeface="HGS創英角ｺﾞｼｯｸUB" pitchFamily="50" charset="-128"/>
                <a:ea typeface="ＭＳ Ｐゴシック" charset="-128"/>
              </a:defRPr>
            </a:lvl2pPr>
            <a:lvl3pPr marL="1143000" indent="-228600" eaLnBrk="0" hangingPunct="0">
              <a:defRPr kumimoji="1">
                <a:solidFill>
                  <a:schemeClr val="tx1"/>
                </a:solidFill>
                <a:latin typeface="HGS創英角ｺﾞｼｯｸUB" pitchFamily="50" charset="-128"/>
                <a:ea typeface="ＭＳ Ｐゴシック" charset="-128"/>
              </a:defRPr>
            </a:lvl3pPr>
            <a:lvl4pPr marL="1600200" indent="-228600" eaLnBrk="0" hangingPunct="0">
              <a:defRPr kumimoji="1">
                <a:solidFill>
                  <a:schemeClr val="tx1"/>
                </a:solidFill>
                <a:latin typeface="HGS創英角ｺﾞｼｯｸUB" pitchFamily="50" charset="-128"/>
                <a:ea typeface="ＭＳ Ｐゴシック" charset="-128"/>
              </a:defRPr>
            </a:lvl4pPr>
            <a:lvl5pPr marL="2057400" indent="-228600" eaLnBrk="0" hangingPunct="0">
              <a:defRPr kumimoji="1">
                <a:solidFill>
                  <a:schemeClr val="tx1"/>
                </a:solidFill>
                <a:latin typeface="HGS創英角ｺﾞｼｯｸUB" pitchFamily="50" charset="-128"/>
                <a:ea typeface="ＭＳ Ｐゴシック" charset="-128"/>
              </a:defRPr>
            </a:lvl5pPr>
            <a:lvl6pPr marL="25146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6pPr>
            <a:lvl7pPr marL="29718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7pPr>
            <a:lvl8pPr marL="34290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8pPr>
            <a:lvl9pPr marL="38862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9pPr>
          </a:lstStyle>
          <a:p>
            <a:pPr>
              <a:defRPr/>
            </a:pPr>
            <a:r>
              <a:rPr lang="en-US" altLang="ja-JP"/>
              <a:t>© Computer Engineering &amp; Consulting Ltd. All rights reserved.</a:t>
            </a:r>
          </a:p>
        </p:txBody>
      </p:sp>
    </p:spTree>
    <p:extLst>
      <p:ext uri="{BB962C8B-B14F-4D97-AF65-F5344CB8AC3E}">
        <p14:creationId xmlns:p14="http://schemas.microsoft.com/office/powerpoint/2010/main" val="1608033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メイリオ" pitchFamily="50" charset="-128"/>
                <a:ea typeface="メイリオ" pitchFamily="50" charset="-128"/>
                <a:cs typeface="メイリオ" pitchFamily="50" charset="-128"/>
              </a:defRPr>
            </a:lvl1pPr>
          </a:lstStyle>
          <a:p>
            <a:r>
              <a:rPr lang="ja-JP" altLang="en-US"/>
              <a:t>マスター タイトルの書式設定</a:t>
            </a:r>
          </a:p>
        </p:txBody>
      </p:sp>
      <p:sp>
        <p:nvSpPr>
          <p:cNvPr id="3" name="コンテンツ プレースホルダー 2"/>
          <p:cNvSpPr>
            <a:spLocks noGrp="1"/>
          </p:cNvSpPr>
          <p:nvPr>
            <p:ph idx="1"/>
          </p:nvPr>
        </p:nvSpPr>
        <p:spPr/>
        <p:txBody>
          <a:bodyPr/>
          <a:lstStyle>
            <a:lvl1pPr>
              <a:defRPr>
                <a:latin typeface="メイリオ" pitchFamily="50" charset="-128"/>
                <a:ea typeface="メイリオ" pitchFamily="50" charset="-128"/>
                <a:cs typeface="メイリオ" pitchFamily="50" charset="-128"/>
              </a:defRPr>
            </a:lvl1pPr>
            <a:lvl2pPr>
              <a:defRPr>
                <a:latin typeface="メイリオ" pitchFamily="50" charset="-128"/>
                <a:ea typeface="メイリオ" pitchFamily="50" charset="-128"/>
                <a:cs typeface="メイリオ" pitchFamily="50" charset="-128"/>
              </a:defRPr>
            </a:lvl2pPr>
            <a:lvl3pPr>
              <a:defRPr>
                <a:latin typeface="メイリオ" pitchFamily="50" charset="-128"/>
                <a:ea typeface="メイリオ" pitchFamily="50" charset="-128"/>
                <a:cs typeface="メイリオ" pitchFamily="50" charset="-128"/>
              </a:defRPr>
            </a:lvl3pPr>
            <a:lvl4pPr>
              <a:defRPr>
                <a:latin typeface="メイリオ" pitchFamily="50" charset="-128"/>
                <a:ea typeface="メイリオ" pitchFamily="50" charset="-128"/>
                <a:cs typeface="メイリオ" pitchFamily="50" charset="-128"/>
              </a:defRPr>
            </a:lvl4pPr>
            <a:lvl5pPr>
              <a:defRPr>
                <a:latin typeface="メイリオ" pitchFamily="50" charset="-128"/>
                <a:ea typeface="メイリオ" pitchFamily="50" charset="-128"/>
                <a:cs typeface="メイリオ" pitchFamily="50" charset="-128"/>
              </a:defRPr>
            </a:lvl5pPr>
          </a:lstStyle>
          <a:p>
            <a:pPr lvl="0"/>
            <a:r>
              <a:rPr lang="ja-JP" altLang="en-US"/>
              <a:t>マスター テキストの書式設定</a:t>
            </a:r>
          </a:p>
        </p:txBody>
      </p:sp>
      <p:sp>
        <p:nvSpPr>
          <p:cNvPr id="5" name="スライド番号プレースホルダー 4"/>
          <p:cNvSpPr>
            <a:spLocks noGrp="1"/>
          </p:cNvSpPr>
          <p:nvPr>
            <p:ph type="sldNum" sz="quarter" idx="11"/>
          </p:nvPr>
        </p:nvSpPr>
        <p:spPr>
          <a:xfrm>
            <a:off x="7545288" y="6504639"/>
            <a:ext cx="2311400" cy="338074"/>
          </a:xfrm>
        </p:spPr>
        <p:txBody>
          <a:bodyPr/>
          <a:lstStyle>
            <a:lvl1pPr>
              <a:defRPr>
                <a:latin typeface="メイリオ" charset="-128"/>
                <a:ea typeface="メイリオ" charset="-128"/>
              </a:defRPr>
            </a:lvl1pPr>
          </a:lstStyle>
          <a:p>
            <a:fld id="{CA6536ED-BD5D-BB4A-995A-A44D28302799}" type="slidenum">
              <a:rPr lang="en-US" altLang="ja-JP"/>
              <a:pPr/>
              <a:t>‹#›</a:t>
            </a:fld>
            <a:endParaRPr lang="en-US" altLang="ja-JP"/>
          </a:p>
        </p:txBody>
      </p:sp>
      <p:sp>
        <p:nvSpPr>
          <p:cNvPr id="6" name="フッター プレースホルダー 3">
            <a:extLst>
              <a:ext uri="{FF2B5EF4-FFF2-40B4-BE49-F238E27FC236}">
                <a16:creationId xmlns:a16="http://schemas.microsoft.com/office/drawing/2014/main" id="{8B8B21CC-647B-4A0D-9C12-FC73050167E0}"/>
              </a:ext>
            </a:extLst>
          </p:cNvPr>
          <p:cNvSpPr>
            <a:spLocks noGrp="1"/>
          </p:cNvSpPr>
          <p:nvPr>
            <p:ph type="ftr" sz="quarter" idx="3"/>
          </p:nvPr>
        </p:nvSpPr>
        <p:spPr>
          <a:xfrm>
            <a:off x="200472" y="6507376"/>
            <a:ext cx="6033600" cy="306000"/>
          </a:xfrm>
          <a:prstGeom prst="rect">
            <a:avLst/>
          </a:prstGeom>
          <a:noFill/>
        </p:spPr>
        <p:txBody>
          <a:bodyPr/>
          <a:lstStyle>
            <a:lvl1pPr eaLnBrk="1" hangingPunct="1">
              <a:defRPr kumimoji="1" sz="800" dirty="0" smtClean="0">
                <a:solidFill>
                  <a:srgbClr val="111111"/>
                </a:solidFill>
                <a:latin typeface="Verdana" panose="020B0604030504040204" pitchFamily="34" charset="0"/>
                <a:ea typeface="Verdana" panose="020B0604030504040204" pitchFamily="34" charset="0"/>
                <a:cs typeface="Verdana" panose="020B0604030504040204" pitchFamily="34" charset="0"/>
              </a:defRPr>
            </a:lvl1pPr>
            <a:lvl2pPr marL="742950" indent="-285750" eaLnBrk="0" hangingPunct="0">
              <a:defRPr kumimoji="1">
                <a:solidFill>
                  <a:schemeClr val="tx1"/>
                </a:solidFill>
                <a:latin typeface="HGS創英角ｺﾞｼｯｸUB" pitchFamily="50" charset="-128"/>
                <a:ea typeface="ＭＳ Ｐゴシック" charset="-128"/>
              </a:defRPr>
            </a:lvl2pPr>
            <a:lvl3pPr marL="1143000" indent="-228600" eaLnBrk="0" hangingPunct="0">
              <a:defRPr kumimoji="1">
                <a:solidFill>
                  <a:schemeClr val="tx1"/>
                </a:solidFill>
                <a:latin typeface="HGS創英角ｺﾞｼｯｸUB" pitchFamily="50" charset="-128"/>
                <a:ea typeface="ＭＳ Ｐゴシック" charset="-128"/>
              </a:defRPr>
            </a:lvl3pPr>
            <a:lvl4pPr marL="1600200" indent="-228600" eaLnBrk="0" hangingPunct="0">
              <a:defRPr kumimoji="1">
                <a:solidFill>
                  <a:schemeClr val="tx1"/>
                </a:solidFill>
                <a:latin typeface="HGS創英角ｺﾞｼｯｸUB" pitchFamily="50" charset="-128"/>
                <a:ea typeface="ＭＳ Ｐゴシック" charset="-128"/>
              </a:defRPr>
            </a:lvl4pPr>
            <a:lvl5pPr marL="2057400" indent="-228600" eaLnBrk="0" hangingPunct="0">
              <a:defRPr kumimoji="1">
                <a:solidFill>
                  <a:schemeClr val="tx1"/>
                </a:solidFill>
                <a:latin typeface="HGS創英角ｺﾞｼｯｸUB" pitchFamily="50" charset="-128"/>
                <a:ea typeface="ＭＳ Ｐゴシック" charset="-128"/>
              </a:defRPr>
            </a:lvl5pPr>
            <a:lvl6pPr marL="25146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6pPr>
            <a:lvl7pPr marL="29718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7pPr>
            <a:lvl8pPr marL="34290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8pPr>
            <a:lvl9pPr marL="38862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9pPr>
          </a:lstStyle>
          <a:p>
            <a:pPr>
              <a:defRPr/>
            </a:pPr>
            <a:r>
              <a:rPr lang="en-US" altLang="ja-JP"/>
              <a:t>© Computer Engineering &amp; Consulting Ltd. All rights reserved.</a:t>
            </a:r>
          </a:p>
        </p:txBody>
      </p:sp>
    </p:spTree>
    <p:extLst>
      <p:ext uri="{BB962C8B-B14F-4D97-AF65-F5344CB8AC3E}">
        <p14:creationId xmlns:p14="http://schemas.microsoft.com/office/powerpoint/2010/main" val="1371857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wmf"/><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13AF1962-E6EC-8940-8A5C-24523D72CCC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5152037"/>
            <a:ext cx="9906000" cy="1705963"/>
          </a:xfrm>
          <a:prstGeom prst="rect">
            <a:avLst/>
          </a:prstGeom>
        </p:spPr>
      </p:pic>
      <p:sp>
        <p:nvSpPr>
          <p:cNvPr id="1027" name="Rectangle 2"/>
          <p:cNvSpPr>
            <a:spLocks noGrp="1" noChangeArrowheads="1"/>
          </p:cNvSpPr>
          <p:nvPr>
            <p:ph type="title"/>
          </p:nvPr>
        </p:nvSpPr>
        <p:spPr bwMode="auto">
          <a:xfrm>
            <a:off x="495300" y="300038"/>
            <a:ext cx="7626052"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
          <p:cNvSpPr>
            <a:spLocks noGrp="1" noChangeArrowheads="1"/>
          </p:cNvSpPr>
          <p:nvPr>
            <p:ph type="body" idx="1"/>
          </p:nvPr>
        </p:nvSpPr>
        <p:spPr bwMode="auto">
          <a:xfrm>
            <a:off x="495300" y="1196975"/>
            <a:ext cx="8915400" cy="504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 第 </a:t>
            </a:r>
            <a:r>
              <a:rPr lang="en-US" altLang="ja-JP"/>
              <a:t>2 </a:t>
            </a:r>
            <a:r>
              <a:rPr lang="ja-JP" altLang="en-US"/>
              <a:t>レベル</a:t>
            </a:r>
          </a:p>
          <a:p>
            <a:pPr lvl="2"/>
            <a:r>
              <a:rPr lang="ja-JP" altLang="en-US"/>
              <a:t> 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30" name="Rectangle 6"/>
          <p:cNvSpPr>
            <a:spLocks noGrp="1" noChangeArrowheads="1"/>
          </p:cNvSpPr>
          <p:nvPr>
            <p:ph type="sldNum" sz="quarter" idx="4"/>
          </p:nvPr>
        </p:nvSpPr>
        <p:spPr bwMode="auto">
          <a:xfrm>
            <a:off x="7545600" y="6505200"/>
            <a:ext cx="2311200" cy="3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solidFill>
                  <a:schemeClr val="bg1"/>
                </a:solidFill>
                <a:latin typeface="Verdana" charset="0"/>
              </a:defRPr>
            </a:lvl1pPr>
          </a:lstStyle>
          <a:p>
            <a:fld id="{2660CD72-15F5-6846-80A7-6E67E5CE528D}" type="slidenum">
              <a:rPr lang="en-US" altLang="ja-JP"/>
              <a:pPr/>
              <a:t>‹#›</a:t>
            </a:fld>
            <a:endParaRPr lang="en-US" altLang="ja-JP"/>
          </a:p>
        </p:txBody>
      </p:sp>
      <p:sp>
        <p:nvSpPr>
          <p:cNvPr id="2" name="Line 7"/>
          <p:cNvSpPr>
            <a:spLocks noChangeShapeType="1"/>
          </p:cNvSpPr>
          <p:nvPr userDrawn="1"/>
        </p:nvSpPr>
        <p:spPr bwMode="auto">
          <a:xfrm>
            <a:off x="0" y="981075"/>
            <a:ext cx="8121352" cy="0"/>
          </a:xfrm>
          <a:prstGeom prst="line">
            <a:avLst/>
          </a:prstGeom>
          <a:noFill/>
          <a:ln w="9525">
            <a:solidFill>
              <a:schemeClr val="tx1">
                <a:lumMod val="75000"/>
                <a:lumOff val="2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endParaRPr lang="ja-JP" altLang="en-US"/>
          </a:p>
        </p:txBody>
      </p:sp>
      <p:pic>
        <p:nvPicPr>
          <p:cNvPr id="3" name="Picture 27" descr="ce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9600" y="295200"/>
            <a:ext cx="1188000" cy="60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フッター プレースホルダー 3"/>
          <p:cNvSpPr>
            <a:spLocks noGrp="1"/>
          </p:cNvSpPr>
          <p:nvPr>
            <p:ph type="ftr" sz="quarter" idx="3"/>
          </p:nvPr>
        </p:nvSpPr>
        <p:spPr>
          <a:xfrm>
            <a:off x="200472" y="6507376"/>
            <a:ext cx="6033600" cy="306000"/>
          </a:xfrm>
          <a:prstGeom prst="rect">
            <a:avLst/>
          </a:prstGeom>
          <a:noFill/>
        </p:spPr>
        <p:txBody>
          <a:bodyPr/>
          <a:lstStyle>
            <a:lvl1pPr eaLnBrk="1" hangingPunct="1">
              <a:defRPr kumimoji="1" sz="800" dirty="0" smtClean="0">
                <a:solidFill>
                  <a:srgbClr val="111111"/>
                </a:solidFill>
                <a:latin typeface="Verdana" panose="020B0604030504040204" pitchFamily="34" charset="0"/>
                <a:ea typeface="Verdana" panose="020B0604030504040204" pitchFamily="34" charset="0"/>
                <a:cs typeface="Verdana" panose="020B0604030504040204" pitchFamily="34" charset="0"/>
              </a:defRPr>
            </a:lvl1pPr>
            <a:lvl2pPr marL="742950" indent="-285750" eaLnBrk="0" hangingPunct="0">
              <a:defRPr kumimoji="1">
                <a:solidFill>
                  <a:schemeClr val="tx1"/>
                </a:solidFill>
                <a:latin typeface="HGS創英角ｺﾞｼｯｸUB" pitchFamily="50" charset="-128"/>
                <a:ea typeface="ＭＳ Ｐゴシック" charset="-128"/>
              </a:defRPr>
            </a:lvl2pPr>
            <a:lvl3pPr marL="1143000" indent="-228600" eaLnBrk="0" hangingPunct="0">
              <a:defRPr kumimoji="1">
                <a:solidFill>
                  <a:schemeClr val="tx1"/>
                </a:solidFill>
                <a:latin typeface="HGS創英角ｺﾞｼｯｸUB" pitchFamily="50" charset="-128"/>
                <a:ea typeface="ＭＳ Ｐゴシック" charset="-128"/>
              </a:defRPr>
            </a:lvl3pPr>
            <a:lvl4pPr marL="1600200" indent="-228600" eaLnBrk="0" hangingPunct="0">
              <a:defRPr kumimoji="1">
                <a:solidFill>
                  <a:schemeClr val="tx1"/>
                </a:solidFill>
                <a:latin typeface="HGS創英角ｺﾞｼｯｸUB" pitchFamily="50" charset="-128"/>
                <a:ea typeface="ＭＳ Ｐゴシック" charset="-128"/>
              </a:defRPr>
            </a:lvl4pPr>
            <a:lvl5pPr marL="2057400" indent="-228600" eaLnBrk="0" hangingPunct="0">
              <a:defRPr kumimoji="1">
                <a:solidFill>
                  <a:schemeClr val="tx1"/>
                </a:solidFill>
                <a:latin typeface="HGS創英角ｺﾞｼｯｸUB" pitchFamily="50" charset="-128"/>
                <a:ea typeface="ＭＳ Ｐゴシック" charset="-128"/>
              </a:defRPr>
            </a:lvl5pPr>
            <a:lvl6pPr marL="25146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6pPr>
            <a:lvl7pPr marL="29718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7pPr>
            <a:lvl8pPr marL="34290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8pPr>
            <a:lvl9pPr marL="3886200" indent="-228600" eaLnBrk="0" fontAlgn="base" hangingPunct="0">
              <a:spcBef>
                <a:spcPct val="0"/>
              </a:spcBef>
              <a:spcAft>
                <a:spcPct val="0"/>
              </a:spcAft>
              <a:defRPr kumimoji="1">
                <a:solidFill>
                  <a:schemeClr val="tx1"/>
                </a:solidFill>
                <a:latin typeface="HGS創英角ｺﾞｼｯｸUB" pitchFamily="50" charset="-128"/>
                <a:ea typeface="ＭＳ Ｐゴシック" charset="-128"/>
              </a:defRPr>
            </a:lvl9pPr>
          </a:lstStyle>
          <a:p>
            <a:pPr>
              <a:defRPr/>
            </a:pPr>
            <a:r>
              <a:rPr lang="en-US" altLang="ja-JP"/>
              <a:t>© Computer Engineering &amp; Consulting Ltd. All rights reserved.</a:t>
            </a:r>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Lst>
  <p:hf hdr="0" dt="0"/>
  <p:txStyles>
    <p:titleStyle>
      <a:lvl1pPr algn="l" rtl="0" eaLnBrk="1" fontAlgn="base" hangingPunct="1">
        <a:spcBef>
          <a:spcPct val="0"/>
        </a:spcBef>
        <a:spcAft>
          <a:spcPct val="0"/>
        </a:spcAft>
        <a:defRPr kumimoji="1" sz="2800">
          <a:solidFill>
            <a:srgbClr val="111111"/>
          </a:solidFill>
          <a:latin typeface="メイリオ" pitchFamily="50" charset="-128"/>
          <a:ea typeface="メイリオ" pitchFamily="50" charset="-128"/>
          <a:cs typeface="メイリオ" pitchFamily="50" charset="-128"/>
        </a:defRPr>
      </a:lvl1pPr>
      <a:lvl2pPr algn="l" rtl="0" eaLnBrk="1" fontAlgn="base" hangingPunct="1">
        <a:spcBef>
          <a:spcPct val="0"/>
        </a:spcBef>
        <a:spcAft>
          <a:spcPct val="0"/>
        </a:spcAft>
        <a:defRPr kumimoji="1" sz="2800">
          <a:solidFill>
            <a:srgbClr val="111111"/>
          </a:solidFill>
          <a:latin typeface="メイリオ" pitchFamily="50" charset="-128"/>
          <a:ea typeface="メイリオ" pitchFamily="50" charset="-128"/>
          <a:cs typeface="メイリオ" pitchFamily="50" charset="-128"/>
        </a:defRPr>
      </a:lvl2pPr>
      <a:lvl3pPr algn="l" rtl="0" eaLnBrk="1" fontAlgn="base" hangingPunct="1">
        <a:spcBef>
          <a:spcPct val="0"/>
        </a:spcBef>
        <a:spcAft>
          <a:spcPct val="0"/>
        </a:spcAft>
        <a:defRPr kumimoji="1" sz="2800">
          <a:solidFill>
            <a:srgbClr val="111111"/>
          </a:solidFill>
          <a:latin typeface="メイリオ" pitchFamily="50" charset="-128"/>
          <a:ea typeface="メイリオ" pitchFamily="50" charset="-128"/>
          <a:cs typeface="メイリオ" pitchFamily="50" charset="-128"/>
        </a:defRPr>
      </a:lvl3pPr>
      <a:lvl4pPr algn="l" rtl="0" eaLnBrk="1" fontAlgn="base" hangingPunct="1">
        <a:spcBef>
          <a:spcPct val="0"/>
        </a:spcBef>
        <a:spcAft>
          <a:spcPct val="0"/>
        </a:spcAft>
        <a:defRPr kumimoji="1" sz="2800">
          <a:solidFill>
            <a:srgbClr val="111111"/>
          </a:solidFill>
          <a:latin typeface="メイリオ" pitchFamily="50" charset="-128"/>
          <a:ea typeface="メイリオ" pitchFamily="50" charset="-128"/>
          <a:cs typeface="メイリオ" pitchFamily="50" charset="-128"/>
        </a:defRPr>
      </a:lvl4pPr>
      <a:lvl5pPr algn="l" rtl="0" eaLnBrk="1" fontAlgn="base" hangingPunct="1">
        <a:spcBef>
          <a:spcPct val="0"/>
        </a:spcBef>
        <a:spcAft>
          <a:spcPct val="0"/>
        </a:spcAft>
        <a:defRPr kumimoji="1" sz="2800">
          <a:solidFill>
            <a:srgbClr val="111111"/>
          </a:solidFill>
          <a:latin typeface="メイリオ" pitchFamily="50" charset="-128"/>
          <a:ea typeface="メイリオ" pitchFamily="50" charset="-128"/>
          <a:cs typeface="メイリオ" pitchFamily="50" charset="-128"/>
        </a:defRPr>
      </a:lvl5pPr>
      <a:lvl6pPr marL="457200" algn="l" rtl="0" eaLnBrk="1" fontAlgn="base" hangingPunct="1">
        <a:spcBef>
          <a:spcPct val="0"/>
        </a:spcBef>
        <a:spcAft>
          <a:spcPct val="0"/>
        </a:spcAft>
        <a:defRPr kumimoji="1" sz="2800">
          <a:solidFill>
            <a:srgbClr val="111111"/>
          </a:solidFill>
          <a:latin typeface="HGS創英角ｺﾞｼｯｸUB" pitchFamily="50" charset="-128"/>
          <a:ea typeface="HGS創英角ｺﾞｼｯｸUB" pitchFamily="50" charset="-128"/>
        </a:defRPr>
      </a:lvl6pPr>
      <a:lvl7pPr marL="914400" algn="l" rtl="0" eaLnBrk="1" fontAlgn="base" hangingPunct="1">
        <a:spcBef>
          <a:spcPct val="0"/>
        </a:spcBef>
        <a:spcAft>
          <a:spcPct val="0"/>
        </a:spcAft>
        <a:defRPr kumimoji="1" sz="2800">
          <a:solidFill>
            <a:srgbClr val="111111"/>
          </a:solidFill>
          <a:latin typeface="HGS創英角ｺﾞｼｯｸUB" pitchFamily="50" charset="-128"/>
          <a:ea typeface="HGS創英角ｺﾞｼｯｸUB" pitchFamily="50" charset="-128"/>
        </a:defRPr>
      </a:lvl7pPr>
      <a:lvl8pPr marL="1371600" algn="l" rtl="0" eaLnBrk="1" fontAlgn="base" hangingPunct="1">
        <a:spcBef>
          <a:spcPct val="0"/>
        </a:spcBef>
        <a:spcAft>
          <a:spcPct val="0"/>
        </a:spcAft>
        <a:defRPr kumimoji="1" sz="2800">
          <a:solidFill>
            <a:srgbClr val="111111"/>
          </a:solidFill>
          <a:latin typeface="HGS創英角ｺﾞｼｯｸUB" pitchFamily="50" charset="-128"/>
          <a:ea typeface="HGS創英角ｺﾞｼｯｸUB" pitchFamily="50" charset="-128"/>
        </a:defRPr>
      </a:lvl8pPr>
      <a:lvl9pPr marL="1828800" algn="l" rtl="0" eaLnBrk="1" fontAlgn="base" hangingPunct="1">
        <a:spcBef>
          <a:spcPct val="0"/>
        </a:spcBef>
        <a:spcAft>
          <a:spcPct val="0"/>
        </a:spcAft>
        <a:defRPr kumimoji="1" sz="2800">
          <a:solidFill>
            <a:srgbClr val="111111"/>
          </a:solidFill>
          <a:latin typeface="HGS創英角ｺﾞｼｯｸUB" pitchFamily="50" charset="-128"/>
          <a:ea typeface="HGS創英角ｺﾞｼｯｸUB" pitchFamily="50" charset="-128"/>
        </a:defRPr>
      </a:lvl9pPr>
    </p:titleStyle>
    <p:bodyStyle>
      <a:lvl1pPr marL="342900" indent="-342900" algn="l" rtl="0" eaLnBrk="1" fontAlgn="base" hangingPunct="1">
        <a:lnSpc>
          <a:spcPct val="110000"/>
        </a:lnSpc>
        <a:spcBef>
          <a:spcPct val="20000"/>
        </a:spcBef>
        <a:spcAft>
          <a:spcPct val="0"/>
        </a:spcAft>
        <a:buClr>
          <a:srgbClr val="5330C1"/>
        </a:buClr>
        <a:buFont typeface="Wingdings" charset="2"/>
        <a:buChar char="n"/>
        <a:defRPr kumimoji="1" sz="2400">
          <a:solidFill>
            <a:srgbClr val="111111"/>
          </a:solidFill>
          <a:latin typeface="メイリオ" pitchFamily="50" charset="-128"/>
          <a:ea typeface="メイリオ" pitchFamily="50" charset="-128"/>
          <a:cs typeface="メイリオ" pitchFamily="50" charset="-128"/>
        </a:defRPr>
      </a:lvl1pPr>
      <a:lvl2pPr marL="742950" indent="-285750" algn="l" rtl="0" eaLnBrk="1" fontAlgn="base" hangingPunct="1">
        <a:lnSpc>
          <a:spcPct val="110000"/>
        </a:lnSpc>
        <a:spcBef>
          <a:spcPct val="20000"/>
        </a:spcBef>
        <a:spcAft>
          <a:spcPct val="0"/>
        </a:spcAft>
        <a:buClr>
          <a:srgbClr val="5330C1"/>
        </a:buClr>
        <a:buFont typeface="Wingdings" charset="2"/>
        <a:buChar char="p"/>
        <a:defRPr kumimoji="1" sz="2200">
          <a:solidFill>
            <a:srgbClr val="111111"/>
          </a:solidFill>
          <a:latin typeface="メイリオ" pitchFamily="50" charset="-128"/>
          <a:ea typeface="メイリオ" pitchFamily="50" charset="-128"/>
          <a:cs typeface="メイリオ" pitchFamily="50" charset="-128"/>
        </a:defRPr>
      </a:lvl2pPr>
      <a:lvl3pPr marL="1143000" indent="-228600" algn="l" rtl="0" eaLnBrk="1" fontAlgn="base" hangingPunct="1">
        <a:lnSpc>
          <a:spcPct val="110000"/>
        </a:lnSpc>
        <a:spcBef>
          <a:spcPct val="20000"/>
        </a:spcBef>
        <a:spcAft>
          <a:spcPct val="0"/>
        </a:spcAft>
        <a:buClr>
          <a:srgbClr val="5330C1"/>
        </a:buClr>
        <a:buFont typeface="Wingdings" charset="2"/>
        <a:buChar char="u"/>
        <a:defRPr kumimoji="1" sz="2000">
          <a:solidFill>
            <a:srgbClr val="111111"/>
          </a:solidFill>
          <a:latin typeface="メイリオ" pitchFamily="50" charset="-128"/>
          <a:ea typeface="メイリオ" pitchFamily="50" charset="-128"/>
          <a:cs typeface="メイリオ" pitchFamily="50" charset="-128"/>
        </a:defRPr>
      </a:lvl3pPr>
      <a:lvl4pPr marL="1600200" indent="-228600" algn="l" rtl="0" eaLnBrk="1" fontAlgn="base" hangingPunct="1">
        <a:lnSpc>
          <a:spcPct val="110000"/>
        </a:lnSpc>
        <a:spcBef>
          <a:spcPct val="20000"/>
        </a:spcBef>
        <a:spcAft>
          <a:spcPct val="0"/>
        </a:spcAft>
        <a:buClr>
          <a:srgbClr val="5330C1"/>
        </a:buClr>
        <a:buChar char="•"/>
        <a:defRPr kumimoji="1">
          <a:solidFill>
            <a:srgbClr val="111111"/>
          </a:solidFill>
          <a:latin typeface="メイリオ" pitchFamily="50" charset="-128"/>
          <a:ea typeface="メイリオ" pitchFamily="50" charset="-128"/>
          <a:cs typeface="メイリオ" pitchFamily="50" charset="-128"/>
        </a:defRPr>
      </a:lvl4pPr>
      <a:lvl5pPr marL="2057400" indent="-228600" algn="l" rtl="0" eaLnBrk="1" fontAlgn="base" hangingPunct="1">
        <a:spcBef>
          <a:spcPct val="20000"/>
        </a:spcBef>
        <a:spcAft>
          <a:spcPct val="0"/>
        </a:spcAft>
        <a:buClr>
          <a:srgbClr val="5330C1"/>
        </a:buClr>
        <a:buFont typeface="HGS創英角ｺﾞｼｯｸUB" charset="-128"/>
        <a:buChar char="-"/>
        <a:defRPr kumimoji="1" sz="1600">
          <a:solidFill>
            <a:srgbClr val="111111"/>
          </a:solidFill>
          <a:latin typeface="メイリオ" pitchFamily="50" charset="-128"/>
          <a:ea typeface="メイリオ" pitchFamily="50" charset="-128"/>
          <a:cs typeface="メイリオ" pitchFamily="50" charset="-128"/>
        </a:defRPr>
      </a:lvl5pPr>
      <a:lvl6pPr marL="2514600" indent="-228600" algn="l" rtl="0" eaLnBrk="1" fontAlgn="base" hangingPunct="1">
        <a:spcBef>
          <a:spcPct val="20000"/>
        </a:spcBef>
        <a:spcAft>
          <a:spcPct val="0"/>
        </a:spcAft>
        <a:buClr>
          <a:srgbClr val="5330C1"/>
        </a:buClr>
        <a:buFont typeface="HGS創英角ｺﾞｼｯｸUB" pitchFamily="50" charset="-128"/>
        <a:buChar char="-"/>
        <a:defRPr kumimoji="1" sz="1600">
          <a:solidFill>
            <a:srgbClr val="111111"/>
          </a:solidFill>
          <a:latin typeface="+mn-lt"/>
          <a:ea typeface="+mn-ea"/>
        </a:defRPr>
      </a:lvl6pPr>
      <a:lvl7pPr marL="2971800" indent="-228600" algn="l" rtl="0" eaLnBrk="1" fontAlgn="base" hangingPunct="1">
        <a:spcBef>
          <a:spcPct val="20000"/>
        </a:spcBef>
        <a:spcAft>
          <a:spcPct val="0"/>
        </a:spcAft>
        <a:buClr>
          <a:srgbClr val="5330C1"/>
        </a:buClr>
        <a:buFont typeface="HGS創英角ｺﾞｼｯｸUB" pitchFamily="50" charset="-128"/>
        <a:buChar char="-"/>
        <a:defRPr kumimoji="1" sz="1600">
          <a:solidFill>
            <a:srgbClr val="111111"/>
          </a:solidFill>
          <a:latin typeface="+mn-lt"/>
          <a:ea typeface="+mn-ea"/>
        </a:defRPr>
      </a:lvl7pPr>
      <a:lvl8pPr marL="3429000" indent="-228600" algn="l" rtl="0" eaLnBrk="1" fontAlgn="base" hangingPunct="1">
        <a:spcBef>
          <a:spcPct val="20000"/>
        </a:spcBef>
        <a:spcAft>
          <a:spcPct val="0"/>
        </a:spcAft>
        <a:buClr>
          <a:srgbClr val="5330C1"/>
        </a:buClr>
        <a:buFont typeface="HGS創英角ｺﾞｼｯｸUB" pitchFamily="50" charset="-128"/>
        <a:buChar char="-"/>
        <a:defRPr kumimoji="1" sz="1600">
          <a:solidFill>
            <a:srgbClr val="111111"/>
          </a:solidFill>
          <a:latin typeface="+mn-lt"/>
          <a:ea typeface="+mn-ea"/>
        </a:defRPr>
      </a:lvl8pPr>
      <a:lvl9pPr marL="3886200" indent="-228600" algn="l" rtl="0" eaLnBrk="1" fontAlgn="base" hangingPunct="1">
        <a:spcBef>
          <a:spcPct val="20000"/>
        </a:spcBef>
        <a:spcAft>
          <a:spcPct val="0"/>
        </a:spcAft>
        <a:buClr>
          <a:srgbClr val="5330C1"/>
        </a:buClr>
        <a:buFont typeface="HGS創英角ｺﾞｼｯｸUB" pitchFamily="50" charset="-128"/>
        <a:buChar char="-"/>
        <a:defRPr kumimoji="1" sz="1600">
          <a:solidFill>
            <a:srgbClr val="11111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65637F34-8DF7-4C7A-BCBD-EA6499033512}"/>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8" name="Rectangle 2">
            <a:extLst>
              <a:ext uri="{FF2B5EF4-FFF2-40B4-BE49-F238E27FC236}">
                <a16:creationId xmlns:a16="http://schemas.microsoft.com/office/drawing/2014/main" id="{A81A8CC7-4D5F-422D-8CC7-474C57CE977C}"/>
              </a:ext>
            </a:extLst>
          </p:cNvPr>
          <p:cNvSpPr>
            <a:spLocks noGrp="1" noChangeArrowheads="1"/>
          </p:cNvSpPr>
          <p:nvPr>
            <p:ph type="ctrTitle"/>
          </p:nvPr>
        </p:nvSpPr>
        <p:spPr>
          <a:xfrm>
            <a:off x="1497013" y="2390775"/>
            <a:ext cx="6911975" cy="1116013"/>
          </a:xfrm>
        </p:spPr>
        <p:txBody>
          <a:bodyPr/>
          <a:lstStyle/>
          <a:p>
            <a:r>
              <a:rPr lang="ja-JP" altLang="en-US" sz="3200" dirty="0">
                <a:latin typeface="メイリオ" charset="-128"/>
                <a:ea typeface="メイリオ" charset="-128"/>
              </a:rPr>
              <a:t>単体テスト自動生成ツール改修</a:t>
            </a:r>
            <a:br>
              <a:rPr lang="en-US" altLang="ja-JP" sz="3200" dirty="0">
                <a:latin typeface="メイリオ" charset="-128"/>
                <a:ea typeface="メイリオ" charset="-128"/>
              </a:rPr>
            </a:br>
            <a:r>
              <a:rPr lang="ja-JP" altLang="en-US" sz="3200" dirty="0">
                <a:latin typeface="メイリオ" charset="-128"/>
                <a:ea typeface="メイリオ" charset="-128"/>
              </a:rPr>
              <a:t>　　　　　　　　　　　　依頼概要</a:t>
            </a:r>
            <a:endParaRPr lang="ja-JP" altLang="ja-JP" sz="3200" dirty="0">
              <a:latin typeface="メイリオ" charset="-128"/>
              <a:ea typeface="メイリオ" charset="-128"/>
            </a:endParaRPr>
          </a:p>
        </p:txBody>
      </p:sp>
      <p:sp>
        <p:nvSpPr>
          <p:cNvPr id="9" name="Rectangle 3">
            <a:extLst>
              <a:ext uri="{FF2B5EF4-FFF2-40B4-BE49-F238E27FC236}">
                <a16:creationId xmlns:a16="http://schemas.microsoft.com/office/drawing/2014/main" id="{7EB947B0-13A9-4755-85CA-DFB7A7616C39}"/>
              </a:ext>
            </a:extLst>
          </p:cNvPr>
          <p:cNvSpPr>
            <a:spLocks noGrp="1" noChangeArrowheads="1"/>
          </p:cNvSpPr>
          <p:nvPr>
            <p:ph type="subTitle" idx="1"/>
          </p:nvPr>
        </p:nvSpPr>
        <p:spPr>
          <a:xfrm>
            <a:off x="1485900" y="3933825"/>
            <a:ext cx="6913563" cy="1079500"/>
          </a:xfrm>
        </p:spPr>
        <p:txBody>
          <a:bodyPr/>
          <a:lstStyle/>
          <a:p>
            <a:pPr algn="r">
              <a:buFont typeface="Wingdings" charset="2"/>
              <a:buNone/>
            </a:pPr>
            <a:r>
              <a:rPr lang="ja-JP" altLang="en-US" dirty="0">
                <a:latin typeface="メイリオ" charset="-128"/>
                <a:ea typeface="メイリオ" charset="-128"/>
              </a:rPr>
              <a:t>事業推進本部　事業企画部</a:t>
            </a:r>
          </a:p>
          <a:p>
            <a:pPr algn="r">
              <a:buFont typeface="Wingdings" charset="2"/>
              <a:buNone/>
            </a:pPr>
            <a:r>
              <a:rPr lang="en-US" altLang="ja-JP" dirty="0">
                <a:latin typeface="メイリオ" charset="-128"/>
                <a:ea typeface="メイリオ" charset="-128"/>
              </a:rPr>
              <a:t>2024/7/24</a:t>
            </a:r>
            <a:endParaRPr lang="ja-JP" altLang="en-US" dirty="0">
              <a:latin typeface="メイリオ" charset="-128"/>
              <a:ea typeface="メイリオ" charset="-128"/>
            </a:endParaRPr>
          </a:p>
          <a:p>
            <a:pPr>
              <a:buFont typeface="Wingdings" charset="2"/>
              <a:buNone/>
            </a:pPr>
            <a:endParaRPr lang="en-US" altLang="ja-JP" dirty="0">
              <a:latin typeface="メイリオ" charset="-128"/>
              <a:ea typeface="メイリオ" charset="-128"/>
            </a:endParaRPr>
          </a:p>
        </p:txBody>
      </p:sp>
    </p:spTree>
    <p:extLst>
      <p:ext uri="{BB962C8B-B14F-4D97-AF65-F5344CB8AC3E}">
        <p14:creationId xmlns:p14="http://schemas.microsoft.com/office/powerpoint/2010/main" val="465708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8AAF7C-15AA-4E56-861A-B7489C03436E}"/>
              </a:ext>
            </a:extLst>
          </p:cNvPr>
          <p:cNvSpPr>
            <a:spLocks noGrp="1"/>
          </p:cNvSpPr>
          <p:nvPr>
            <p:ph type="title"/>
          </p:nvPr>
        </p:nvSpPr>
        <p:spPr/>
        <p:txBody>
          <a:bodyPr/>
          <a:lstStyle/>
          <a:p>
            <a:r>
              <a:rPr kumimoji="1" lang="ja-JP" altLang="en-US" dirty="0"/>
              <a:t>依頼概要</a:t>
            </a:r>
          </a:p>
        </p:txBody>
      </p:sp>
      <p:sp>
        <p:nvSpPr>
          <p:cNvPr id="3" name="コンテンツ プレースホルダー 2">
            <a:extLst>
              <a:ext uri="{FF2B5EF4-FFF2-40B4-BE49-F238E27FC236}">
                <a16:creationId xmlns:a16="http://schemas.microsoft.com/office/drawing/2014/main" id="{0CDCFC1F-D664-4D11-AEDF-FA50F5DFCE44}"/>
              </a:ext>
            </a:extLst>
          </p:cNvPr>
          <p:cNvSpPr>
            <a:spLocks noGrp="1"/>
          </p:cNvSpPr>
          <p:nvPr>
            <p:ph idx="1"/>
          </p:nvPr>
        </p:nvSpPr>
        <p:spPr>
          <a:xfrm>
            <a:off x="422498" y="1104039"/>
            <a:ext cx="8915400" cy="5400600"/>
          </a:xfrm>
        </p:spPr>
        <p:txBody>
          <a:bodyPr/>
          <a:lstStyle/>
          <a:p>
            <a:r>
              <a:rPr lang="en-US" altLang="ja-JP" dirty="0"/>
              <a:t>Python</a:t>
            </a:r>
            <a:r>
              <a:rPr lang="ja-JP" altLang="en-US" dirty="0"/>
              <a:t>プログラムのソースコードの内容を</a:t>
            </a:r>
            <a:r>
              <a:rPr lang="en-US" altLang="ja-JP" dirty="0"/>
              <a:t>AI</a:t>
            </a:r>
            <a:r>
              <a:rPr lang="ja-JP" altLang="en-US" dirty="0"/>
              <a:t>で分析し、詳細設計および単体テスト設計、単体テストコードを作成するシステムの改修</a:t>
            </a:r>
            <a:endParaRPr lang="en-US" altLang="ja-JP" dirty="0"/>
          </a:p>
          <a:p>
            <a:pPr marL="457200" lvl="1" indent="0">
              <a:buNone/>
            </a:pPr>
            <a:r>
              <a:rPr lang="ja-JP" altLang="en-US" dirty="0"/>
              <a:t>⇒　現状は個別利用のみを想定しているため、チーム利用の対応</a:t>
            </a:r>
            <a:endParaRPr lang="en-US" altLang="ja-JP" dirty="0"/>
          </a:p>
          <a:p>
            <a:pPr marL="457200" lvl="1" indent="0">
              <a:buNone/>
            </a:pPr>
            <a:r>
              <a:rPr lang="ja-JP" altLang="en-US" dirty="0"/>
              <a:t>　　および、</a:t>
            </a:r>
            <a:r>
              <a:rPr lang="en-US" altLang="ja-JP" dirty="0"/>
              <a:t>UI/UX</a:t>
            </a:r>
            <a:r>
              <a:rPr lang="ja-JP" altLang="en-US" dirty="0"/>
              <a:t>の向上。</a:t>
            </a:r>
            <a:endParaRPr lang="en-US" altLang="ja-JP" dirty="0"/>
          </a:p>
          <a:p>
            <a:endParaRPr lang="en-US" altLang="ja-JP" dirty="0"/>
          </a:p>
          <a:p>
            <a:r>
              <a:rPr lang="ja-JP" altLang="en-US" dirty="0"/>
              <a:t>システムはクラウド環境</a:t>
            </a:r>
            <a:r>
              <a:rPr lang="en-US" altLang="ja-JP" dirty="0"/>
              <a:t>(Azure)</a:t>
            </a:r>
            <a:r>
              <a:rPr lang="ja-JP" altLang="en-US" dirty="0"/>
              <a:t>に構築</a:t>
            </a:r>
            <a:endParaRPr lang="en-US" altLang="ja-JP" dirty="0"/>
          </a:p>
          <a:p>
            <a:pPr marL="0" indent="0">
              <a:buNone/>
            </a:pPr>
            <a:endParaRPr lang="en-US" altLang="ja-JP" dirty="0"/>
          </a:p>
          <a:p>
            <a:r>
              <a:rPr lang="ja-JP" altLang="en-US" dirty="0"/>
              <a:t>対応言語が随時追加されることを考慮すること</a:t>
            </a:r>
            <a:endParaRPr lang="en-US" altLang="ja-JP" dirty="0"/>
          </a:p>
          <a:p>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A676612-A844-401C-B6E8-B5C51DD868E6}"/>
              </a:ext>
            </a:extLst>
          </p:cNvPr>
          <p:cNvSpPr>
            <a:spLocks noGrp="1"/>
          </p:cNvSpPr>
          <p:nvPr>
            <p:ph type="sldNum" sz="quarter" idx="11"/>
          </p:nvPr>
        </p:nvSpPr>
        <p:spPr/>
        <p:txBody>
          <a:bodyPr/>
          <a:lstStyle/>
          <a:p>
            <a:fld id="{CA6536ED-BD5D-BB4A-995A-A44D28302799}" type="slidenum">
              <a:rPr lang="en-US" altLang="ja-JP" smtClean="0"/>
              <a:pPr/>
              <a:t>1</a:t>
            </a:fld>
            <a:endParaRPr lang="en-US" altLang="ja-JP"/>
          </a:p>
        </p:txBody>
      </p:sp>
      <p:sp>
        <p:nvSpPr>
          <p:cNvPr id="5" name="フッター プレースホルダー 4">
            <a:extLst>
              <a:ext uri="{FF2B5EF4-FFF2-40B4-BE49-F238E27FC236}">
                <a16:creationId xmlns:a16="http://schemas.microsoft.com/office/drawing/2014/main" id="{142ED633-AF93-4A34-B268-D7805611448B}"/>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688041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4B5FC6-D941-191C-FD24-7D4C6A1EDA06}"/>
              </a:ext>
            </a:extLst>
          </p:cNvPr>
          <p:cNvSpPr>
            <a:spLocks noGrp="1"/>
          </p:cNvSpPr>
          <p:nvPr>
            <p:ph type="title"/>
          </p:nvPr>
        </p:nvSpPr>
        <p:spPr/>
        <p:txBody>
          <a:bodyPr/>
          <a:lstStyle/>
          <a:p>
            <a:r>
              <a:rPr lang="ja-JP" altLang="en-US" dirty="0"/>
              <a:t>単体テスト自動生成</a:t>
            </a:r>
            <a:r>
              <a:rPr kumimoji="1" lang="ja-JP" altLang="en-US" dirty="0"/>
              <a:t>の流れイメージ</a:t>
            </a:r>
          </a:p>
        </p:txBody>
      </p:sp>
      <p:sp>
        <p:nvSpPr>
          <p:cNvPr id="3" name="コンテンツ プレースホルダー 2">
            <a:extLst>
              <a:ext uri="{FF2B5EF4-FFF2-40B4-BE49-F238E27FC236}">
                <a16:creationId xmlns:a16="http://schemas.microsoft.com/office/drawing/2014/main" id="{88B3E9E8-DD4F-6A37-C1D1-84D1A69F8265}"/>
              </a:ext>
            </a:extLst>
          </p:cNvPr>
          <p:cNvSpPr>
            <a:spLocks noGrp="1"/>
          </p:cNvSpPr>
          <p:nvPr>
            <p:ph idx="1"/>
          </p:nvPr>
        </p:nvSpPr>
        <p:spPr>
          <a:xfrm>
            <a:off x="495300" y="1161801"/>
            <a:ext cx="8915400" cy="5040313"/>
          </a:xfrm>
        </p:spPr>
        <p:txBody>
          <a:bodyPr/>
          <a:lstStyle/>
          <a:p>
            <a:r>
              <a:rPr lang="ja-JP" altLang="en-US" dirty="0"/>
              <a:t>単体テスト自動生成</a:t>
            </a:r>
            <a:r>
              <a:rPr kumimoji="1" lang="ja-JP" altLang="en-US" dirty="0"/>
              <a:t>の流れイメージ</a:t>
            </a:r>
            <a:endParaRPr kumimoji="1" lang="en-US" altLang="ja-JP" dirty="0"/>
          </a:p>
          <a:p>
            <a:pPr marL="0" indent="0">
              <a:buNone/>
            </a:pPr>
            <a:r>
              <a:rPr lang="ja-JP" altLang="en-US" sz="2000" dirty="0"/>
              <a:t>　単体テストは以下の流れで段階的に生成していきます。</a:t>
            </a:r>
            <a:endParaRPr lang="en-US" altLang="ja-JP" sz="2000" dirty="0"/>
          </a:p>
          <a:p>
            <a:pPr marL="0" indent="0">
              <a:buNone/>
            </a:pPr>
            <a:endParaRPr kumimoji="1" lang="en-US" altLang="ja-JP" sz="2000" dirty="0"/>
          </a:p>
          <a:p>
            <a:pPr marL="457200" lvl="1" indent="0">
              <a:buNone/>
            </a:pPr>
            <a:r>
              <a:rPr lang="en-US" altLang="ja-JP" sz="2000" dirty="0"/>
              <a:t>1</a:t>
            </a:r>
            <a:r>
              <a:rPr lang="ja-JP" altLang="en-US" sz="2000" dirty="0"/>
              <a:t>．ソースコードの登録</a:t>
            </a:r>
            <a:endParaRPr lang="en-US" altLang="ja-JP" sz="2000" dirty="0"/>
          </a:p>
          <a:p>
            <a:pPr marL="857250" lvl="2" indent="0">
              <a:buNone/>
            </a:pPr>
            <a:r>
              <a:rPr lang="en-US" altLang="ja-JP" sz="1800" dirty="0"/>
              <a:t>1-1</a:t>
            </a:r>
            <a:r>
              <a:rPr lang="ja-JP" altLang="en-US" sz="1800" dirty="0"/>
              <a:t>．プロジェクトを作成してソースコードを登録</a:t>
            </a:r>
            <a:endParaRPr lang="en-US" altLang="ja-JP" sz="1800" dirty="0"/>
          </a:p>
          <a:p>
            <a:pPr marL="857250" lvl="2" indent="0">
              <a:buNone/>
            </a:pPr>
            <a:r>
              <a:rPr lang="en-US" altLang="ja-JP" sz="1800" dirty="0"/>
              <a:t>1-2</a:t>
            </a:r>
            <a:r>
              <a:rPr lang="ja-JP" altLang="en-US" sz="1800" dirty="0"/>
              <a:t>．ソースコードの内容を解析し、クラス・メソッドの一覧を抽出</a:t>
            </a:r>
            <a:endParaRPr lang="en-US" altLang="ja-JP" sz="1800" dirty="0"/>
          </a:p>
          <a:p>
            <a:pPr marL="457200" lvl="1" indent="0">
              <a:buNone/>
            </a:pPr>
            <a:r>
              <a:rPr lang="en-US" altLang="ja-JP" sz="2000" dirty="0"/>
              <a:t>2</a:t>
            </a:r>
            <a:r>
              <a:rPr lang="ja-JP" altLang="en-US" sz="2000" dirty="0"/>
              <a:t>．詳細設計の作成</a:t>
            </a:r>
            <a:endParaRPr lang="en-US" altLang="ja-JP" sz="2000" dirty="0"/>
          </a:p>
          <a:p>
            <a:pPr marL="857250" lvl="2" indent="0">
              <a:buNone/>
            </a:pPr>
            <a:r>
              <a:rPr lang="en-US" altLang="ja-JP" sz="1800" dirty="0"/>
              <a:t>2-1</a:t>
            </a:r>
            <a:r>
              <a:rPr lang="ja-JP" altLang="en-US" sz="1800" dirty="0"/>
              <a:t>．対象のファイルを選択</a:t>
            </a:r>
            <a:endParaRPr lang="en-US" altLang="ja-JP" sz="1800" dirty="0"/>
          </a:p>
          <a:p>
            <a:pPr marL="857250" lvl="2" indent="0">
              <a:buNone/>
            </a:pPr>
            <a:r>
              <a:rPr lang="en-US" altLang="ja-JP" sz="1800" dirty="0"/>
              <a:t>2-2</a:t>
            </a:r>
            <a:r>
              <a:rPr lang="ja-JP" altLang="en-US" sz="1800" dirty="0"/>
              <a:t>．クラスの概要説明を生成</a:t>
            </a:r>
            <a:endParaRPr lang="en-US" altLang="ja-JP" sz="1800" dirty="0"/>
          </a:p>
          <a:p>
            <a:pPr marL="857250" lvl="2" indent="0">
              <a:buNone/>
            </a:pPr>
            <a:r>
              <a:rPr lang="en-US" altLang="ja-JP" sz="1800" dirty="0"/>
              <a:t>2-3</a:t>
            </a:r>
            <a:r>
              <a:rPr lang="ja-JP" altLang="en-US" sz="1800" dirty="0"/>
              <a:t>．クラスのフィールド、メソッドの説明を生成</a:t>
            </a:r>
            <a:endParaRPr lang="en-US" altLang="ja-JP" sz="1800" dirty="0"/>
          </a:p>
          <a:p>
            <a:pPr marL="857250" lvl="2" indent="0">
              <a:buNone/>
            </a:pPr>
            <a:r>
              <a:rPr lang="en-US" altLang="ja-JP" sz="1800" dirty="0"/>
              <a:t>2-4</a:t>
            </a:r>
            <a:r>
              <a:rPr lang="ja-JP" altLang="en-US" sz="1800" dirty="0"/>
              <a:t>．メソッドのアクティビティ図を生成</a:t>
            </a:r>
            <a:endParaRPr lang="en-US" altLang="ja-JP" sz="1800" dirty="0"/>
          </a:p>
          <a:p>
            <a:pPr marL="457200" lvl="1" indent="0">
              <a:buNone/>
            </a:pPr>
            <a:r>
              <a:rPr lang="en-US" altLang="ja-JP" sz="2000" dirty="0"/>
              <a:t>3</a:t>
            </a:r>
            <a:r>
              <a:rPr lang="ja-JP" altLang="en-US" sz="2000" dirty="0"/>
              <a:t>．単体テストの作成</a:t>
            </a:r>
            <a:endParaRPr lang="en-US" altLang="ja-JP" sz="2000" dirty="0"/>
          </a:p>
          <a:p>
            <a:pPr marL="457200" lvl="1" indent="0">
              <a:buNone/>
            </a:pPr>
            <a:r>
              <a:rPr lang="en-US" altLang="ja-JP" sz="1800" dirty="0"/>
              <a:t>	3-1</a:t>
            </a:r>
            <a:r>
              <a:rPr lang="ja-JP" altLang="en-US" sz="1800" dirty="0"/>
              <a:t>．</a:t>
            </a:r>
            <a:r>
              <a:rPr lang="en-US" altLang="ja-JP" sz="1800" dirty="0"/>
              <a:t>Decision</a:t>
            </a:r>
            <a:r>
              <a:rPr lang="ja-JP" altLang="en-US" sz="1800" dirty="0"/>
              <a:t>テーブル、テストパターンの生成</a:t>
            </a:r>
            <a:endParaRPr lang="en-US" altLang="ja-JP" sz="1800" dirty="0"/>
          </a:p>
          <a:p>
            <a:pPr marL="457200" lvl="1" indent="0">
              <a:buNone/>
            </a:pPr>
            <a:r>
              <a:rPr lang="en-US" altLang="ja-JP" sz="1800" dirty="0"/>
              <a:t>	3-2</a:t>
            </a:r>
            <a:r>
              <a:rPr lang="ja-JP" altLang="en-US" sz="1800" dirty="0"/>
              <a:t>．テストパターンに対応するテストコードの生成</a:t>
            </a:r>
            <a:endParaRPr lang="en-US" altLang="ja-JP" sz="1800" dirty="0"/>
          </a:p>
        </p:txBody>
      </p:sp>
      <p:sp>
        <p:nvSpPr>
          <p:cNvPr id="4" name="スライド番号プレースホルダー 3">
            <a:extLst>
              <a:ext uri="{FF2B5EF4-FFF2-40B4-BE49-F238E27FC236}">
                <a16:creationId xmlns:a16="http://schemas.microsoft.com/office/drawing/2014/main" id="{6E525125-A53E-3DE5-353D-1A92125FA1CF}"/>
              </a:ext>
            </a:extLst>
          </p:cNvPr>
          <p:cNvSpPr>
            <a:spLocks noGrp="1"/>
          </p:cNvSpPr>
          <p:nvPr>
            <p:ph type="sldNum" sz="quarter" idx="11"/>
          </p:nvPr>
        </p:nvSpPr>
        <p:spPr/>
        <p:txBody>
          <a:bodyPr/>
          <a:lstStyle/>
          <a:p>
            <a:fld id="{CA6536ED-BD5D-BB4A-995A-A44D28302799}" type="slidenum">
              <a:rPr lang="en-US" altLang="ja-JP" smtClean="0"/>
              <a:pPr/>
              <a:t>2</a:t>
            </a:fld>
            <a:endParaRPr lang="en-US" altLang="ja-JP"/>
          </a:p>
        </p:txBody>
      </p:sp>
      <p:sp>
        <p:nvSpPr>
          <p:cNvPr id="5" name="フッター プレースホルダー 4">
            <a:extLst>
              <a:ext uri="{FF2B5EF4-FFF2-40B4-BE49-F238E27FC236}">
                <a16:creationId xmlns:a16="http://schemas.microsoft.com/office/drawing/2014/main" id="{D4B17C50-6D5D-F75A-A33B-806C14651074}"/>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463888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C08D13-C749-56EC-5507-4BDE4AA2EB2F}"/>
              </a:ext>
            </a:extLst>
          </p:cNvPr>
          <p:cNvSpPr>
            <a:spLocks noGrp="1"/>
          </p:cNvSpPr>
          <p:nvPr>
            <p:ph type="title"/>
          </p:nvPr>
        </p:nvSpPr>
        <p:spPr/>
        <p:txBody>
          <a:bodyPr/>
          <a:lstStyle/>
          <a:p>
            <a:r>
              <a:rPr kumimoji="1" lang="ja-JP" altLang="en-US" dirty="0"/>
              <a:t>機能一覧（</a:t>
            </a:r>
            <a:r>
              <a:rPr kumimoji="1" lang="en-US" altLang="ja-JP" dirty="0"/>
              <a:t>1</a:t>
            </a:r>
            <a:r>
              <a:rPr kumimoji="1" lang="ja-JP" altLang="en-US" dirty="0"/>
              <a:t>）</a:t>
            </a:r>
          </a:p>
        </p:txBody>
      </p:sp>
      <p:sp>
        <p:nvSpPr>
          <p:cNvPr id="3" name="コンテンツ プレースホルダー 2">
            <a:extLst>
              <a:ext uri="{FF2B5EF4-FFF2-40B4-BE49-F238E27FC236}">
                <a16:creationId xmlns:a16="http://schemas.microsoft.com/office/drawing/2014/main" id="{B6C0F456-5664-4AD3-91A9-CBC8903CBDBE}"/>
              </a:ext>
            </a:extLst>
          </p:cNvPr>
          <p:cNvSpPr>
            <a:spLocks noGrp="1"/>
          </p:cNvSpPr>
          <p:nvPr>
            <p:ph idx="1"/>
          </p:nvPr>
        </p:nvSpPr>
        <p:spPr/>
        <p:txBody>
          <a:bodyPr/>
          <a:lstStyle/>
          <a:p>
            <a:pPr marL="457200" indent="-457200">
              <a:buFont typeface="+mj-lt"/>
              <a:buAutoNum type="arabicPeriod"/>
            </a:pPr>
            <a:r>
              <a:rPr kumimoji="1" lang="ja-JP" altLang="en-US" sz="2000" dirty="0"/>
              <a:t>詳細設計（対象言語：</a:t>
            </a:r>
            <a:r>
              <a:rPr kumimoji="1" lang="en-US" altLang="ja-JP" sz="2000" dirty="0"/>
              <a:t>python</a:t>
            </a:r>
            <a:r>
              <a:rPr kumimoji="1" lang="ja-JP" altLang="en-US" sz="2000" dirty="0"/>
              <a:t>）</a:t>
            </a:r>
            <a:endParaRPr kumimoji="1" lang="en-US" altLang="ja-JP" sz="2000" dirty="0"/>
          </a:p>
          <a:p>
            <a:pPr marL="857250" lvl="1" indent="-457200">
              <a:buFont typeface="Wingdings" panose="05000000000000000000" pitchFamily="2" charset="2"/>
              <a:buChar char="u"/>
            </a:pPr>
            <a:r>
              <a:rPr kumimoji="1" lang="ja-JP" altLang="en-US" sz="2000" dirty="0"/>
              <a:t>詳細設計生成</a:t>
            </a:r>
            <a:endParaRPr lang="en-US" altLang="ja-JP" sz="2000" dirty="0"/>
          </a:p>
          <a:p>
            <a:pPr marL="800100" lvl="2" indent="0">
              <a:buNone/>
            </a:pPr>
            <a:r>
              <a:rPr kumimoji="1" lang="ja-JP" altLang="en-US" sz="1800" dirty="0"/>
              <a:t>クラス概要、</a:t>
            </a:r>
            <a:r>
              <a:rPr lang="ja-JP" altLang="en-US" sz="1800" dirty="0"/>
              <a:t>フィールド</a:t>
            </a:r>
            <a:r>
              <a:rPr lang="en-US" altLang="ja-JP" sz="1800" dirty="0"/>
              <a:t>/</a:t>
            </a:r>
            <a:r>
              <a:rPr lang="ja-JP" altLang="en-US" sz="1800" dirty="0"/>
              <a:t>メソッド説明、</a:t>
            </a:r>
            <a:r>
              <a:rPr kumimoji="1" lang="ja-JP" altLang="en-US" sz="1800" dirty="0"/>
              <a:t>アクティビティ図</a:t>
            </a:r>
            <a:endParaRPr kumimoji="1" lang="en-US" altLang="ja-JP" sz="1800" dirty="0"/>
          </a:p>
          <a:p>
            <a:pPr marL="800100" lvl="2" indent="0">
              <a:buNone/>
            </a:pPr>
            <a:endParaRPr kumimoji="1" lang="en-US" altLang="ja-JP" sz="1600" dirty="0"/>
          </a:p>
          <a:p>
            <a:pPr marL="857250" lvl="1" indent="-457200">
              <a:buFont typeface="Wingdings" panose="05000000000000000000" pitchFamily="2" charset="2"/>
              <a:buChar char="u"/>
            </a:pPr>
            <a:r>
              <a:rPr lang="ja-JP" altLang="en-US" sz="2000" dirty="0"/>
              <a:t>詳細設計生成表示・編集</a:t>
            </a:r>
            <a:endParaRPr lang="en-US" altLang="ja-JP" sz="2000" dirty="0"/>
          </a:p>
          <a:p>
            <a:pPr marL="800100" lvl="2" indent="0">
              <a:buNone/>
            </a:pPr>
            <a:r>
              <a:rPr lang="ja-JP" altLang="en-US" sz="1800" dirty="0"/>
              <a:t>テキスト表示とレンダリング表示</a:t>
            </a:r>
            <a:endParaRPr lang="en-US" altLang="ja-JP" sz="1800" dirty="0"/>
          </a:p>
          <a:p>
            <a:pPr marL="800100" lvl="2" indent="0">
              <a:buNone/>
            </a:pPr>
            <a:r>
              <a:rPr lang="ja-JP" altLang="en-US" sz="1800" dirty="0"/>
              <a:t>テキストを手動で直接編集可能</a:t>
            </a:r>
            <a:endParaRPr lang="en-US" altLang="ja-JP" sz="1800" dirty="0"/>
          </a:p>
          <a:p>
            <a:pPr marL="800100" lvl="2" indent="0">
              <a:buNone/>
            </a:pPr>
            <a:endParaRPr lang="en-US" altLang="ja-JP" sz="1600" dirty="0"/>
          </a:p>
          <a:p>
            <a:pPr marL="857250" lvl="1" indent="-457200">
              <a:buFont typeface="Wingdings" panose="05000000000000000000" pitchFamily="2" charset="2"/>
              <a:buChar char="u"/>
            </a:pPr>
            <a:r>
              <a:rPr lang="ja-JP" altLang="en-US" sz="2000" dirty="0"/>
              <a:t>詳細設計ダウンロード</a:t>
            </a:r>
            <a:endParaRPr lang="en-US" altLang="ja-JP" sz="2000" dirty="0"/>
          </a:p>
          <a:p>
            <a:pPr marL="800100" lvl="2" indent="0">
              <a:buNone/>
            </a:pPr>
            <a:r>
              <a:rPr lang="en-US" altLang="ja-JP" sz="1800" dirty="0"/>
              <a:t>PDF</a:t>
            </a:r>
            <a:r>
              <a:rPr lang="ja-JP" altLang="en-US" sz="1800" dirty="0"/>
              <a:t>ファイル、</a:t>
            </a:r>
            <a:r>
              <a:rPr lang="en-US" altLang="ja-JP" sz="1800" dirty="0"/>
              <a:t>Markdown</a:t>
            </a:r>
            <a:r>
              <a:rPr lang="ja-JP" altLang="en-US" sz="1800" dirty="0"/>
              <a:t>ファイル</a:t>
            </a:r>
            <a:endParaRPr lang="en-US" altLang="ja-JP" sz="1800" dirty="0"/>
          </a:p>
          <a:p>
            <a:pPr marL="457200" indent="-457200">
              <a:buFont typeface="+mj-lt"/>
              <a:buAutoNum type="arabicPeriod"/>
            </a:pPr>
            <a:endParaRPr kumimoji="1" lang="en-US" altLang="ja-JP" sz="1600" dirty="0"/>
          </a:p>
          <a:p>
            <a:pPr marL="857250" lvl="1" indent="-457200">
              <a:buFont typeface="Wingdings" panose="05000000000000000000" pitchFamily="2" charset="2"/>
              <a:buChar char="u"/>
            </a:pPr>
            <a:endParaRPr kumimoji="1" lang="ja-JP" altLang="en-US" sz="2000" dirty="0"/>
          </a:p>
        </p:txBody>
      </p:sp>
      <p:sp>
        <p:nvSpPr>
          <p:cNvPr id="4" name="スライド番号プレースホルダー 3">
            <a:extLst>
              <a:ext uri="{FF2B5EF4-FFF2-40B4-BE49-F238E27FC236}">
                <a16:creationId xmlns:a16="http://schemas.microsoft.com/office/drawing/2014/main" id="{03ECC353-22BE-E656-C5A8-0BEABEAEEF67}"/>
              </a:ext>
            </a:extLst>
          </p:cNvPr>
          <p:cNvSpPr>
            <a:spLocks noGrp="1"/>
          </p:cNvSpPr>
          <p:nvPr>
            <p:ph type="sldNum" sz="quarter" idx="11"/>
          </p:nvPr>
        </p:nvSpPr>
        <p:spPr/>
        <p:txBody>
          <a:bodyPr/>
          <a:lstStyle/>
          <a:p>
            <a:fld id="{CA6536ED-BD5D-BB4A-995A-A44D28302799}" type="slidenum">
              <a:rPr lang="en-US" altLang="ja-JP" smtClean="0"/>
              <a:pPr/>
              <a:t>3</a:t>
            </a:fld>
            <a:endParaRPr lang="en-US" altLang="ja-JP"/>
          </a:p>
        </p:txBody>
      </p:sp>
      <p:sp>
        <p:nvSpPr>
          <p:cNvPr id="5" name="フッター プレースホルダー 4">
            <a:extLst>
              <a:ext uri="{FF2B5EF4-FFF2-40B4-BE49-F238E27FC236}">
                <a16:creationId xmlns:a16="http://schemas.microsoft.com/office/drawing/2014/main" id="{48A80756-67B3-43F1-4CF8-DBEF3A3EBF29}"/>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3568342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C08D13-C749-56EC-5507-4BDE4AA2EB2F}"/>
              </a:ext>
            </a:extLst>
          </p:cNvPr>
          <p:cNvSpPr>
            <a:spLocks noGrp="1"/>
          </p:cNvSpPr>
          <p:nvPr>
            <p:ph type="title"/>
          </p:nvPr>
        </p:nvSpPr>
        <p:spPr/>
        <p:txBody>
          <a:bodyPr/>
          <a:lstStyle/>
          <a:p>
            <a:r>
              <a:rPr kumimoji="1" lang="ja-JP" altLang="en-US" dirty="0"/>
              <a:t>機能一覧（</a:t>
            </a:r>
            <a:r>
              <a:rPr kumimoji="1" lang="en-US" altLang="ja-JP" dirty="0"/>
              <a:t>2</a:t>
            </a:r>
            <a:r>
              <a:rPr kumimoji="1" lang="ja-JP" altLang="en-US" dirty="0"/>
              <a:t>）</a:t>
            </a:r>
          </a:p>
        </p:txBody>
      </p:sp>
      <p:sp>
        <p:nvSpPr>
          <p:cNvPr id="3" name="コンテンツ プレースホルダー 2">
            <a:extLst>
              <a:ext uri="{FF2B5EF4-FFF2-40B4-BE49-F238E27FC236}">
                <a16:creationId xmlns:a16="http://schemas.microsoft.com/office/drawing/2014/main" id="{B6C0F456-5664-4AD3-91A9-CBC8903CBDBE}"/>
              </a:ext>
            </a:extLst>
          </p:cNvPr>
          <p:cNvSpPr>
            <a:spLocks noGrp="1"/>
          </p:cNvSpPr>
          <p:nvPr>
            <p:ph idx="1"/>
          </p:nvPr>
        </p:nvSpPr>
        <p:spPr/>
        <p:txBody>
          <a:bodyPr/>
          <a:lstStyle/>
          <a:p>
            <a:pPr marL="457200" indent="-457200">
              <a:buFont typeface="+mj-lt"/>
              <a:buAutoNum type="arabicPeriod" startAt="2"/>
            </a:pPr>
            <a:r>
              <a:rPr lang="ja-JP" altLang="en-US" sz="2000" dirty="0"/>
              <a:t>単体テスト生成</a:t>
            </a:r>
            <a:r>
              <a:rPr kumimoji="1" lang="ja-JP" altLang="en-US" sz="2000" dirty="0"/>
              <a:t>（対象言語：</a:t>
            </a:r>
            <a:r>
              <a:rPr kumimoji="1" lang="en-US" altLang="ja-JP" sz="2000" dirty="0"/>
              <a:t>python</a:t>
            </a:r>
            <a:r>
              <a:rPr kumimoji="1" lang="ja-JP" altLang="en-US" sz="2000" dirty="0"/>
              <a:t>）</a:t>
            </a:r>
            <a:endParaRPr kumimoji="1" lang="en-US" altLang="ja-JP" sz="2000" dirty="0"/>
          </a:p>
          <a:p>
            <a:pPr marL="857250" lvl="1" indent="-457200">
              <a:buFont typeface="Wingdings" panose="05000000000000000000" pitchFamily="2" charset="2"/>
              <a:buChar char="u"/>
            </a:pPr>
            <a:r>
              <a:rPr kumimoji="1" lang="ja-JP" altLang="en-US" sz="2000" dirty="0"/>
              <a:t>単体テスト生成</a:t>
            </a:r>
            <a:endParaRPr kumimoji="1" lang="en-US" altLang="ja-JP" sz="2000" dirty="0"/>
          </a:p>
          <a:p>
            <a:pPr marL="800100" lvl="2" indent="0">
              <a:buNone/>
            </a:pPr>
            <a:r>
              <a:rPr kumimoji="1" lang="en-US" altLang="ja-JP" sz="1800" dirty="0"/>
              <a:t>Decision</a:t>
            </a:r>
            <a:r>
              <a:rPr kumimoji="1" lang="ja-JP" altLang="en-US" sz="1800" dirty="0"/>
              <a:t>テーブル、テストパターン、</a:t>
            </a:r>
            <a:r>
              <a:rPr lang="ja-JP" altLang="en-US" sz="1800" dirty="0"/>
              <a:t>テストコード</a:t>
            </a:r>
            <a:endParaRPr lang="en-US" altLang="ja-JP" sz="1800" dirty="0"/>
          </a:p>
          <a:p>
            <a:pPr marL="800100" lvl="2" indent="0">
              <a:buNone/>
            </a:pPr>
            <a:endParaRPr kumimoji="1" lang="en-US" altLang="ja-JP" sz="1800" dirty="0"/>
          </a:p>
          <a:p>
            <a:pPr marL="857250" lvl="1" indent="-457200">
              <a:buFont typeface="Wingdings" panose="05000000000000000000" pitchFamily="2" charset="2"/>
              <a:buChar char="u"/>
            </a:pPr>
            <a:r>
              <a:rPr lang="ja-JP" altLang="en-US" sz="2000" dirty="0"/>
              <a:t>単体テスト表示・編集</a:t>
            </a:r>
            <a:endParaRPr lang="en-US" altLang="ja-JP" sz="2000" dirty="0"/>
          </a:p>
          <a:p>
            <a:pPr marL="800100" lvl="2" indent="0">
              <a:buNone/>
            </a:pPr>
            <a:r>
              <a:rPr lang="ja-JP" altLang="en-US" sz="1800" dirty="0"/>
              <a:t>テキスト表示と表形式表示</a:t>
            </a:r>
            <a:endParaRPr lang="en-US" altLang="ja-JP" sz="1800" dirty="0"/>
          </a:p>
          <a:p>
            <a:pPr marL="800100" lvl="2" indent="0">
              <a:buNone/>
            </a:pPr>
            <a:r>
              <a:rPr lang="ja-JP" altLang="en-US" sz="1800" dirty="0"/>
              <a:t>テキストを手動で直接編集可能</a:t>
            </a:r>
            <a:endParaRPr lang="en-US" altLang="ja-JP" sz="1800" dirty="0"/>
          </a:p>
          <a:p>
            <a:pPr marL="800100" lvl="2" indent="0">
              <a:buNone/>
            </a:pPr>
            <a:endParaRPr lang="en-US" altLang="ja-JP" sz="1800" dirty="0"/>
          </a:p>
          <a:p>
            <a:pPr marL="857250" lvl="1" indent="-457200">
              <a:buFont typeface="Wingdings" panose="05000000000000000000" pitchFamily="2" charset="2"/>
              <a:buChar char="u"/>
            </a:pPr>
            <a:r>
              <a:rPr kumimoji="1" lang="ja-JP" altLang="en-US" sz="2000" dirty="0"/>
              <a:t>単体テストダウンロード</a:t>
            </a:r>
            <a:endParaRPr kumimoji="1" lang="en-US" altLang="ja-JP" sz="2000" dirty="0"/>
          </a:p>
          <a:p>
            <a:pPr marL="800100" lvl="2" indent="0">
              <a:buNone/>
            </a:pPr>
            <a:r>
              <a:rPr lang="en-US" altLang="ja-JP" sz="1800" dirty="0"/>
              <a:t>PDF</a:t>
            </a:r>
            <a:r>
              <a:rPr lang="ja-JP" altLang="en-US" sz="1800" dirty="0"/>
              <a:t>ファイル、</a:t>
            </a:r>
            <a:r>
              <a:rPr lang="en-US" altLang="ja-JP" sz="1800" dirty="0"/>
              <a:t>Markdown</a:t>
            </a:r>
            <a:r>
              <a:rPr lang="ja-JP" altLang="en-US" sz="1800" dirty="0"/>
              <a:t>ファイル</a:t>
            </a:r>
            <a:endParaRPr kumimoji="1" lang="en-US" altLang="ja-JP" sz="1800" dirty="0"/>
          </a:p>
          <a:p>
            <a:pPr marL="457200" indent="-457200">
              <a:buFont typeface="+mj-lt"/>
              <a:buAutoNum type="arabicPeriod" startAt="2"/>
            </a:pPr>
            <a:endParaRPr kumimoji="1" lang="en-US" altLang="ja-JP" sz="1600" dirty="0"/>
          </a:p>
          <a:p>
            <a:pPr marL="857250" lvl="1" indent="-457200">
              <a:buFont typeface="Wingdings" panose="05000000000000000000" pitchFamily="2" charset="2"/>
              <a:buChar char="u"/>
            </a:pPr>
            <a:endParaRPr kumimoji="1" lang="ja-JP" altLang="en-US" sz="2000" dirty="0"/>
          </a:p>
        </p:txBody>
      </p:sp>
      <p:sp>
        <p:nvSpPr>
          <p:cNvPr id="4" name="スライド番号プレースホルダー 3">
            <a:extLst>
              <a:ext uri="{FF2B5EF4-FFF2-40B4-BE49-F238E27FC236}">
                <a16:creationId xmlns:a16="http://schemas.microsoft.com/office/drawing/2014/main" id="{03ECC353-22BE-E656-C5A8-0BEABEAEEF67}"/>
              </a:ext>
            </a:extLst>
          </p:cNvPr>
          <p:cNvSpPr>
            <a:spLocks noGrp="1"/>
          </p:cNvSpPr>
          <p:nvPr>
            <p:ph type="sldNum" sz="quarter" idx="11"/>
          </p:nvPr>
        </p:nvSpPr>
        <p:spPr/>
        <p:txBody>
          <a:bodyPr/>
          <a:lstStyle/>
          <a:p>
            <a:fld id="{CA6536ED-BD5D-BB4A-995A-A44D28302799}" type="slidenum">
              <a:rPr lang="en-US" altLang="ja-JP" smtClean="0"/>
              <a:pPr/>
              <a:t>4</a:t>
            </a:fld>
            <a:endParaRPr lang="en-US" altLang="ja-JP"/>
          </a:p>
        </p:txBody>
      </p:sp>
      <p:sp>
        <p:nvSpPr>
          <p:cNvPr id="5" name="フッター プレースホルダー 4">
            <a:extLst>
              <a:ext uri="{FF2B5EF4-FFF2-40B4-BE49-F238E27FC236}">
                <a16:creationId xmlns:a16="http://schemas.microsoft.com/office/drawing/2014/main" id="{48A80756-67B3-43F1-4CF8-DBEF3A3EBF29}"/>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2095530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C08D13-C749-56EC-5507-4BDE4AA2EB2F}"/>
              </a:ext>
            </a:extLst>
          </p:cNvPr>
          <p:cNvSpPr>
            <a:spLocks noGrp="1"/>
          </p:cNvSpPr>
          <p:nvPr>
            <p:ph type="title"/>
          </p:nvPr>
        </p:nvSpPr>
        <p:spPr/>
        <p:txBody>
          <a:bodyPr/>
          <a:lstStyle/>
          <a:p>
            <a:r>
              <a:rPr kumimoji="1" lang="ja-JP" altLang="en-US" dirty="0"/>
              <a:t>機能一覧（</a:t>
            </a:r>
            <a:r>
              <a:rPr kumimoji="1" lang="en-US" altLang="ja-JP" dirty="0"/>
              <a:t>3</a:t>
            </a:r>
            <a:r>
              <a:rPr kumimoji="1" lang="ja-JP" altLang="en-US" dirty="0"/>
              <a:t>）</a:t>
            </a:r>
          </a:p>
        </p:txBody>
      </p:sp>
      <p:sp>
        <p:nvSpPr>
          <p:cNvPr id="3" name="コンテンツ プレースホルダー 2">
            <a:extLst>
              <a:ext uri="{FF2B5EF4-FFF2-40B4-BE49-F238E27FC236}">
                <a16:creationId xmlns:a16="http://schemas.microsoft.com/office/drawing/2014/main" id="{B6C0F456-5664-4AD3-91A9-CBC8903CBDBE}"/>
              </a:ext>
            </a:extLst>
          </p:cNvPr>
          <p:cNvSpPr>
            <a:spLocks noGrp="1"/>
          </p:cNvSpPr>
          <p:nvPr>
            <p:ph idx="1"/>
          </p:nvPr>
        </p:nvSpPr>
        <p:spPr/>
        <p:txBody>
          <a:bodyPr/>
          <a:lstStyle/>
          <a:p>
            <a:pPr marL="457200" indent="-457200">
              <a:buFont typeface="+mj-lt"/>
              <a:buAutoNum type="arabicPeriod" startAt="3"/>
            </a:pPr>
            <a:r>
              <a:rPr kumimoji="1" lang="ja-JP" altLang="en-US" sz="2000" dirty="0"/>
              <a:t>プロジェクト機能</a:t>
            </a:r>
            <a:endParaRPr kumimoji="1" lang="en-US" altLang="ja-JP" sz="2000" dirty="0"/>
          </a:p>
          <a:p>
            <a:pPr marL="857250" lvl="1" indent="-457200">
              <a:buFont typeface="Wingdings" panose="05000000000000000000" pitchFamily="2" charset="2"/>
              <a:buChar char="u"/>
            </a:pPr>
            <a:r>
              <a:rPr kumimoji="1" lang="ja-JP" altLang="en-US" sz="2000" dirty="0"/>
              <a:t>ソースコード一式の登録</a:t>
            </a:r>
            <a:endParaRPr kumimoji="1" lang="en-US" altLang="ja-JP" sz="2000" dirty="0"/>
          </a:p>
          <a:p>
            <a:pPr marL="857250" lvl="1" indent="-457200">
              <a:buFont typeface="Wingdings" panose="05000000000000000000" pitchFamily="2" charset="2"/>
              <a:buChar char="u"/>
            </a:pPr>
            <a:r>
              <a:rPr lang="ja-JP" altLang="en-US" sz="2000" dirty="0"/>
              <a:t>ソースコードファイルの追加・削除・更新</a:t>
            </a:r>
            <a:endParaRPr lang="en-US" altLang="ja-JP" sz="2000" dirty="0"/>
          </a:p>
          <a:p>
            <a:pPr marL="457200" indent="-457200">
              <a:buFont typeface="+mj-lt"/>
              <a:buAutoNum type="arabicPeriod" startAt="3"/>
            </a:pPr>
            <a:endParaRPr kumimoji="1" lang="en-US" altLang="ja-JP" sz="2000" dirty="0"/>
          </a:p>
          <a:p>
            <a:pPr marL="457200" indent="-457200">
              <a:buFont typeface="+mj-lt"/>
              <a:buAutoNum type="arabicPeriod" startAt="3"/>
            </a:pPr>
            <a:r>
              <a:rPr lang="ja-JP" altLang="en-US" sz="2000" dirty="0"/>
              <a:t>チーム機能</a:t>
            </a:r>
            <a:endParaRPr lang="en-US" altLang="ja-JP" sz="2000" dirty="0"/>
          </a:p>
          <a:p>
            <a:pPr marL="857250" lvl="1" indent="-457200">
              <a:buFont typeface="Wingdings" panose="05000000000000000000" pitchFamily="2" charset="2"/>
              <a:buChar char="u"/>
            </a:pPr>
            <a:r>
              <a:rPr kumimoji="1" lang="ja-JP" altLang="en-US" sz="2000" dirty="0"/>
              <a:t>チーム内でのプロジェクトの共有、共同編集</a:t>
            </a:r>
            <a:endParaRPr kumimoji="1" lang="en-US" altLang="ja-JP" sz="2000" dirty="0"/>
          </a:p>
          <a:p>
            <a:pPr marL="857250" lvl="1" indent="-457200">
              <a:buFont typeface="Wingdings" panose="05000000000000000000" pitchFamily="2" charset="2"/>
              <a:buChar char="u"/>
            </a:pPr>
            <a:r>
              <a:rPr kumimoji="1" lang="ja-JP" altLang="en-US" sz="2000" dirty="0"/>
              <a:t>プロジェクトへのコメント</a:t>
            </a:r>
            <a:endParaRPr kumimoji="1" lang="en-US" altLang="ja-JP" sz="2000" dirty="0"/>
          </a:p>
          <a:p>
            <a:pPr marL="457200" indent="-457200">
              <a:buFont typeface="Wingdings" panose="05000000000000000000" pitchFamily="2" charset="2"/>
              <a:buChar char="u"/>
            </a:pPr>
            <a:endParaRPr kumimoji="1" lang="en-US" altLang="ja-JP" sz="2000" dirty="0"/>
          </a:p>
          <a:p>
            <a:pPr marL="457200" indent="-457200">
              <a:buFont typeface="+mj-lt"/>
              <a:buAutoNum type="arabicPeriod" startAt="5"/>
            </a:pPr>
            <a:r>
              <a:rPr lang="ja-JP" altLang="en-US" sz="2000" dirty="0"/>
              <a:t>管理機能</a:t>
            </a:r>
            <a:endParaRPr lang="en-US" altLang="ja-JP" sz="2000" dirty="0"/>
          </a:p>
          <a:p>
            <a:pPr lvl="1">
              <a:buFont typeface="Wingdings" panose="05000000000000000000" pitchFamily="2" charset="2"/>
              <a:buChar char="u"/>
            </a:pPr>
            <a:r>
              <a:rPr kumimoji="1" lang="ja-JP" altLang="en-US" sz="2000" dirty="0"/>
              <a:t>利用状況</a:t>
            </a:r>
            <a:r>
              <a:rPr lang="ja-JP" altLang="en-US" sz="2000" dirty="0"/>
              <a:t>の確認</a:t>
            </a:r>
            <a:endParaRPr kumimoji="1" lang="en-US" altLang="ja-JP" sz="2000" dirty="0"/>
          </a:p>
          <a:p>
            <a:pPr marL="457200" lvl="1" indent="0">
              <a:buNone/>
            </a:pPr>
            <a:r>
              <a:rPr lang="ja-JP" altLang="en-US" sz="2000" dirty="0"/>
              <a:t>　</a:t>
            </a:r>
            <a:r>
              <a:rPr lang="ja-JP" altLang="en-US" sz="1800" dirty="0"/>
              <a:t>毎月の利用者数、詳細設計</a:t>
            </a:r>
            <a:r>
              <a:rPr lang="en-US" altLang="ja-JP" sz="1800" dirty="0"/>
              <a:t>/</a:t>
            </a:r>
            <a:r>
              <a:rPr lang="ja-JP" altLang="en-US" sz="1800" dirty="0"/>
              <a:t>単体テスト生成数、</a:t>
            </a:r>
            <a:r>
              <a:rPr lang="en-US" altLang="ja-JP" sz="1800" dirty="0"/>
              <a:t>AI</a:t>
            </a:r>
            <a:r>
              <a:rPr lang="ja-JP" altLang="en-US" sz="1800" dirty="0"/>
              <a:t>利用料金</a:t>
            </a:r>
            <a:endParaRPr lang="en-US" altLang="ja-JP" sz="1800" dirty="0"/>
          </a:p>
          <a:p>
            <a:pPr lvl="1">
              <a:buFont typeface="Wingdings" panose="05000000000000000000" pitchFamily="2" charset="2"/>
              <a:buChar char="u"/>
            </a:pPr>
            <a:r>
              <a:rPr kumimoji="1" lang="ja-JP" altLang="en-US" sz="2000" dirty="0"/>
              <a:t>ユーザ毎の使用</a:t>
            </a:r>
            <a:r>
              <a:rPr kumimoji="1" lang="en-US" altLang="ja-JP" sz="2000" dirty="0"/>
              <a:t>AI</a:t>
            </a:r>
            <a:r>
              <a:rPr kumimoji="1" lang="ja-JP" altLang="en-US" sz="2000" dirty="0"/>
              <a:t>の設定</a:t>
            </a:r>
            <a:endParaRPr kumimoji="1" lang="en-US" altLang="ja-JP" sz="2000" dirty="0"/>
          </a:p>
          <a:p>
            <a:pPr lvl="1">
              <a:buFont typeface="Wingdings" panose="05000000000000000000" pitchFamily="2" charset="2"/>
              <a:buChar char="u"/>
            </a:pPr>
            <a:r>
              <a:rPr lang="ja-JP" altLang="en-US" sz="2000" dirty="0"/>
              <a:t>アクセス権の設定</a:t>
            </a:r>
            <a:endParaRPr kumimoji="1" lang="ja-JP" altLang="en-US" sz="2000" dirty="0"/>
          </a:p>
          <a:p>
            <a:pPr marL="857250" lvl="1" indent="-457200">
              <a:buFont typeface="Wingdings" panose="05000000000000000000" pitchFamily="2" charset="2"/>
              <a:buChar char="u"/>
            </a:pPr>
            <a:endParaRPr kumimoji="1" lang="en-US" altLang="ja-JP" sz="2000" dirty="0"/>
          </a:p>
        </p:txBody>
      </p:sp>
      <p:sp>
        <p:nvSpPr>
          <p:cNvPr id="4" name="スライド番号プレースホルダー 3">
            <a:extLst>
              <a:ext uri="{FF2B5EF4-FFF2-40B4-BE49-F238E27FC236}">
                <a16:creationId xmlns:a16="http://schemas.microsoft.com/office/drawing/2014/main" id="{03ECC353-22BE-E656-C5A8-0BEABEAEEF67}"/>
              </a:ext>
            </a:extLst>
          </p:cNvPr>
          <p:cNvSpPr>
            <a:spLocks noGrp="1"/>
          </p:cNvSpPr>
          <p:nvPr>
            <p:ph type="sldNum" sz="quarter" idx="11"/>
          </p:nvPr>
        </p:nvSpPr>
        <p:spPr/>
        <p:txBody>
          <a:bodyPr/>
          <a:lstStyle/>
          <a:p>
            <a:fld id="{CA6536ED-BD5D-BB4A-995A-A44D28302799}" type="slidenum">
              <a:rPr lang="en-US" altLang="ja-JP" smtClean="0"/>
              <a:pPr/>
              <a:t>5</a:t>
            </a:fld>
            <a:endParaRPr lang="en-US" altLang="ja-JP"/>
          </a:p>
        </p:txBody>
      </p:sp>
      <p:sp>
        <p:nvSpPr>
          <p:cNvPr id="5" name="フッター プレースホルダー 4">
            <a:extLst>
              <a:ext uri="{FF2B5EF4-FFF2-40B4-BE49-F238E27FC236}">
                <a16:creationId xmlns:a16="http://schemas.microsoft.com/office/drawing/2014/main" id="{48A80756-67B3-43F1-4CF8-DBEF3A3EBF29}"/>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149568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機能概要～詳細設計生成</a:t>
            </a:r>
            <a:r>
              <a:rPr kumimoji="1" lang="en-US" altLang="ja-JP" dirty="0"/>
              <a:t>(1)</a:t>
            </a:r>
            <a:r>
              <a:rPr kumimoji="1" lang="ja-JP" altLang="en-US" dirty="0"/>
              <a:t>～</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詳細設計生成</a:t>
            </a:r>
            <a:endParaRPr lang="en-US" altLang="ja-JP" sz="2000" dirty="0"/>
          </a:p>
          <a:p>
            <a:pPr marL="0" indent="0">
              <a:buNone/>
            </a:pPr>
            <a:r>
              <a:rPr lang="ja-JP" altLang="en-US" sz="2000" dirty="0"/>
              <a:t>　</a:t>
            </a:r>
            <a:r>
              <a:rPr lang="en-US" altLang="ja-JP" sz="2000" dirty="0"/>
              <a:t>&lt;</a:t>
            </a:r>
            <a:r>
              <a:rPr lang="ja-JP" altLang="en-US" sz="2000" dirty="0"/>
              <a:t>既存機能</a:t>
            </a:r>
            <a:r>
              <a:rPr lang="en-US" altLang="ja-JP" sz="2000" dirty="0"/>
              <a:t>&gt;</a:t>
            </a:r>
          </a:p>
          <a:p>
            <a:pPr lvl="1"/>
            <a:r>
              <a:rPr lang="en-US" altLang="ja-JP" sz="1800" dirty="0"/>
              <a:t>python</a:t>
            </a:r>
            <a:r>
              <a:rPr lang="ja-JP" altLang="en-US" sz="1800" dirty="0"/>
              <a:t>プログラムの内容を解析し、クラス・メソッドの一覧を表示</a:t>
            </a:r>
            <a:endParaRPr lang="en-US" altLang="ja-JP" sz="1800" dirty="0"/>
          </a:p>
          <a:p>
            <a:pPr lvl="1"/>
            <a:endParaRPr lang="en-US" altLang="ja-JP" sz="1800" dirty="0"/>
          </a:p>
          <a:p>
            <a:pPr lvl="1"/>
            <a:r>
              <a:rPr lang="ja-JP" altLang="en-US" sz="1800" dirty="0"/>
              <a:t>詳細設計の生成</a:t>
            </a:r>
            <a:endParaRPr lang="en-US" altLang="ja-JP" sz="1800" dirty="0"/>
          </a:p>
          <a:p>
            <a:pPr lvl="2"/>
            <a:r>
              <a:rPr lang="ja-JP" altLang="en-US" sz="1800" dirty="0"/>
              <a:t>クラス</a:t>
            </a:r>
            <a:endParaRPr lang="en-US" altLang="ja-JP" sz="1800" dirty="0"/>
          </a:p>
          <a:p>
            <a:pPr lvl="3"/>
            <a:r>
              <a:rPr lang="ja-JP" altLang="en-US" sz="1600" dirty="0"/>
              <a:t>概要説明（</a:t>
            </a:r>
            <a:r>
              <a:rPr lang="en-US" altLang="ja-JP" sz="1600" dirty="0"/>
              <a:t>Markdown</a:t>
            </a:r>
            <a:r>
              <a:rPr lang="ja-JP" altLang="en-US" sz="1600" dirty="0"/>
              <a:t>形式）</a:t>
            </a:r>
            <a:endParaRPr lang="en-US" altLang="ja-JP" sz="1600" dirty="0"/>
          </a:p>
          <a:p>
            <a:pPr lvl="3"/>
            <a:r>
              <a:rPr lang="ja-JP" altLang="en-US" sz="1600" dirty="0"/>
              <a:t>フィールド・メソッドの説明（</a:t>
            </a:r>
            <a:r>
              <a:rPr lang="en-US" altLang="ja-JP" sz="1600" dirty="0"/>
              <a:t>Markdown</a:t>
            </a:r>
            <a:r>
              <a:rPr lang="ja-JP" altLang="en-US" sz="1600" dirty="0"/>
              <a:t>形式）</a:t>
            </a:r>
            <a:endParaRPr lang="en-US" altLang="ja-JP" sz="1600" dirty="0"/>
          </a:p>
          <a:p>
            <a:pPr lvl="3"/>
            <a:r>
              <a:rPr lang="ja-JP" altLang="en-US" sz="1600" dirty="0"/>
              <a:t>各メソッドのアクティビティ図（</a:t>
            </a:r>
            <a:r>
              <a:rPr lang="en-US" altLang="ja-JP" sz="1600" dirty="0" err="1"/>
              <a:t>PlantUML</a:t>
            </a:r>
            <a:r>
              <a:rPr lang="ja-JP" altLang="en-US" sz="1600" dirty="0"/>
              <a:t>形式）</a:t>
            </a:r>
            <a:endParaRPr lang="en-US" altLang="ja-JP" sz="1600" dirty="0"/>
          </a:p>
          <a:p>
            <a:pPr lvl="2"/>
            <a:r>
              <a:rPr lang="ja-JP" altLang="en-US" sz="1800" dirty="0"/>
              <a:t>グローバルメソッド</a:t>
            </a:r>
            <a:endParaRPr lang="en-US" altLang="ja-JP" sz="1800" dirty="0"/>
          </a:p>
          <a:p>
            <a:pPr lvl="3"/>
            <a:r>
              <a:rPr lang="ja-JP" altLang="en-US" sz="1600" dirty="0"/>
              <a:t>メソッドの説明（</a:t>
            </a:r>
            <a:r>
              <a:rPr lang="en-US" altLang="ja-JP" sz="1600" dirty="0"/>
              <a:t>Markdown</a:t>
            </a:r>
            <a:r>
              <a:rPr lang="ja-JP" altLang="en-US" sz="1600" dirty="0"/>
              <a:t>形式）</a:t>
            </a:r>
            <a:endParaRPr lang="en-US" altLang="ja-JP" sz="1600" dirty="0"/>
          </a:p>
          <a:p>
            <a:pPr lvl="3"/>
            <a:endParaRPr lang="en-US" altLang="ja-JP" sz="16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6</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1293057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機能概要～詳細設計生成</a:t>
            </a:r>
            <a:r>
              <a:rPr kumimoji="1" lang="en-US" altLang="ja-JP" dirty="0"/>
              <a:t>(2)</a:t>
            </a:r>
            <a:r>
              <a:rPr kumimoji="1" lang="ja-JP" altLang="en-US" dirty="0"/>
              <a:t>～</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詳細設計生成</a:t>
            </a:r>
            <a:endParaRPr lang="en-US" altLang="ja-JP" sz="2000" dirty="0"/>
          </a:p>
          <a:p>
            <a:pPr marL="0" indent="0">
              <a:buNone/>
            </a:pPr>
            <a:r>
              <a:rPr lang="ja-JP" altLang="en-US" sz="2000" dirty="0"/>
              <a:t>　</a:t>
            </a:r>
            <a:r>
              <a:rPr lang="en-US" altLang="ja-JP" sz="2000" dirty="0"/>
              <a:t>&lt;</a:t>
            </a:r>
            <a:r>
              <a:rPr lang="ja-JP" altLang="en-US" sz="2000" dirty="0"/>
              <a:t>既存機能</a:t>
            </a:r>
            <a:r>
              <a:rPr lang="en-US" altLang="ja-JP" sz="2000" dirty="0"/>
              <a:t>&gt;</a:t>
            </a:r>
            <a:endParaRPr lang="en-US" altLang="ja-JP" sz="1800" dirty="0"/>
          </a:p>
          <a:p>
            <a:pPr lvl="1"/>
            <a:r>
              <a:rPr lang="ja-JP" altLang="en-US" sz="1800" dirty="0"/>
              <a:t>詳細設計の表示、編集</a:t>
            </a:r>
            <a:endParaRPr lang="en-US" altLang="ja-JP" sz="1800" dirty="0"/>
          </a:p>
          <a:p>
            <a:pPr marL="457200" lvl="1" indent="0">
              <a:buNone/>
            </a:pPr>
            <a:r>
              <a:rPr lang="ja-JP" altLang="en-US" sz="1800" dirty="0"/>
              <a:t>　テキスト（</a:t>
            </a:r>
            <a:r>
              <a:rPr lang="en-US" altLang="ja-JP" sz="1800" dirty="0"/>
              <a:t>Markdown</a:t>
            </a:r>
            <a:r>
              <a:rPr lang="ja-JP" altLang="en-US" sz="1800" dirty="0"/>
              <a:t>形式）表示とレンダリング表示</a:t>
            </a:r>
            <a:endParaRPr lang="en-US" altLang="ja-JP" sz="1800" dirty="0"/>
          </a:p>
          <a:p>
            <a:pPr marL="457200" lvl="1" indent="0">
              <a:buNone/>
            </a:pPr>
            <a:r>
              <a:rPr lang="ja-JP" altLang="en-US" sz="1800" dirty="0"/>
              <a:t>　テキストは直接編集可能。編集結果はレンダリングに動的に反映。</a:t>
            </a:r>
            <a:endParaRPr lang="en-US" altLang="ja-JP" sz="1800" dirty="0"/>
          </a:p>
          <a:p>
            <a:pPr lvl="1"/>
            <a:endParaRPr lang="en-US" altLang="ja-JP" sz="1800" dirty="0"/>
          </a:p>
          <a:p>
            <a:pPr lvl="1"/>
            <a:endParaRPr lang="en-US" altLang="ja-JP" sz="18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7</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8" name="テキスト ボックス 7">
            <a:extLst>
              <a:ext uri="{FF2B5EF4-FFF2-40B4-BE49-F238E27FC236}">
                <a16:creationId xmlns:a16="http://schemas.microsoft.com/office/drawing/2014/main" id="{9DA100FF-6BB6-5221-B318-4B16FE6EE2E3}"/>
              </a:ext>
            </a:extLst>
          </p:cNvPr>
          <p:cNvSpPr txBox="1"/>
          <p:nvPr/>
        </p:nvSpPr>
        <p:spPr>
          <a:xfrm>
            <a:off x="1178897" y="3462456"/>
            <a:ext cx="3376245" cy="369332"/>
          </a:xfrm>
          <a:prstGeom prst="rect">
            <a:avLst/>
          </a:prstGeom>
          <a:noFill/>
        </p:spPr>
        <p:txBody>
          <a:bodyPr wrap="none" rtlCol="0">
            <a:spAutoFit/>
          </a:bodyPr>
          <a:lstStyle/>
          <a:p>
            <a:r>
              <a:rPr kumimoji="1" lang="en-US" altLang="ja-JP" dirty="0">
                <a:latin typeface="メイリオ" panose="020B0604030504040204" pitchFamily="50" charset="-128"/>
                <a:ea typeface="メイリオ" panose="020B0604030504040204" pitchFamily="50" charset="-128"/>
              </a:rPr>
              <a:t>&lt;</a:t>
            </a:r>
            <a:r>
              <a:rPr kumimoji="1" lang="ja-JP" altLang="en-US" dirty="0">
                <a:latin typeface="メイリオ" panose="020B0604030504040204" pitchFamily="50" charset="-128"/>
                <a:ea typeface="メイリオ" panose="020B0604030504040204" pitchFamily="50" charset="-128"/>
              </a:rPr>
              <a:t>参考イメージ </a:t>
            </a:r>
            <a:r>
              <a:rPr kumimoji="1" lang="en-US" altLang="ja-JP" dirty="0">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既存の画面</a:t>
            </a:r>
            <a:r>
              <a:rPr kumimoji="1" lang="en-US" altLang="ja-JP"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&gt;</a:t>
            </a:r>
            <a:endParaRPr kumimoji="1" lang="ja-JP" altLang="en-US" dirty="0">
              <a:latin typeface="メイリオ" panose="020B0604030504040204" pitchFamily="50" charset="-128"/>
              <a:ea typeface="メイリオ" panose="020B0604030504040204" pitchFamily="50" charset="-128"/>
            </a:endParaRPr>
          </a:p>
        </p:txBody>
      </p:sp>
      <p:pic>
        <p:nvPicPr>
          <p:cNvPr id="12" name="図 11">
            <a:extLst>
              <a:ext uri="{FF2B5EF4-FFF2-40B4-BE49-F238E27FC236}">
                <a16:creationId xmlns:a16="http://schemas.microsoft.com/office/drawing/2014/main" id="{96188824-4424-ADC4-9866-7138AB40807F}"/>
              </a:ext>
            </a:extLst>
          </p:cNvPr>
          <p:cNvPicPr>
            <a:picLocks noChangeAspect="1"/>
          </p:cNvPicPr>
          <p:nvPr/>
        </p:nvPicPr>
        <p:blipFill>
          <a:blip r:embed="rId2"/>
          <a:stretch>
            <a:fillRect/>
          </a:stretch>
        </p:blipFill>
        <p:spPr>
          <a:xfrm>
            <a:off x="1564304" y="3837547"/>
            <a:ext cx="5787421" cy="2584622"/>
          </a:xfrm>
          <a:prstGeom prst="rect">
            <a:avLst/>
          </a:prstGeom>
        </p:spPr>
      </p:pic>
      <p:sp>
        <p:nvSpPr>
          <p:cNvPr id="14" name="テキスト ボックス 13">
            <a:extLst>
              <a:ext uri="{FF2B5EF4-FFF2-40B4-BE49-F238E27FC236}">
                <a16:creationId xmlns:a16="http://schemas.microsoft.com/office/drawing/2014/main" id="{0B50905E-3168-991F-859E-920D8A3E78A4}"/>
              </a:ext>
            </a:extLst>
          </p:cNvPr>
          <p:cNvSpPr txBox="1"/>
          <p:nvPr/>
        </p:nvSpPr>
        <p:spPr>
          <a:xfrm>
            <a:off x="7407826" y="4149493"/>
            <a:ext cx="1261884" cy="307777"/>
          </a:xfrm>
          <a:prstGeom prst="rect">
            <a:avLst/>
          </a:prstGeom>
          <a:noFill/>
        </p:spPr>
        <p:txBody>
          <a:bodyPr wrap="none" rtlCol="0">
            <a:spAutoFit/>
          </a:bodyPr>
          <a:lstStyle/>
          <a:p>
            <a:r>
              <a:rPr kumimoji="1" lang="ja-JP" altLang="en-US" sz="1400" dirty="0">
                <a:latin typeface="メイリオ" panose="020B0604030504040204" pitchFamily="50" charset="-128"/>
                <a:ea typeface="メイリオ" panose="020B0604030504040204" pitchFamily="50" charset="-128"/>
              </a:rPr>
              <a:t>テキスト表示</a:t>
            </a:r>
          </a:p>
        </p:txBody>
      </p:sp>
      <p:sp>
        <p:nvSpPr>
          <p:cNvPr id="17" name="テキスト ボックス 16">
            <a:extLst>
              <a:ext uri="{FF2B5EF4-FFF2-40B4-BE49-F238E27FC236}">
                <a16:creationId xmlns:a16="http://schemas.microsoft.com/office/drawing/2014/main" id="{FDBEE718-5A45-3642-3899-96D7E474747E}"/>
              </a:ext>
            </a:extLst>
          </p:cNvPr>
          <p:cNvSpPr txBox="1"/>
          <p:nvPr/>
        </p:nvSpPr>
        <p:spPr>
          <a:xfrm>
            <a:off x="7428555" y="5238964"/>
            <a:ext cx="1620957" cy="307777"/>
          </a:xfrm>
          <a:prstGeom prst="rect">
            <a:avLst/>
          </a:prstGeom>
          <a:noFill/>
        </p:spPr>
        <p:txBody>
          <a:bodyPr wrap="none" rtlCol="0">
            <a:spAutoFit/>
          </a:bodyPr>
          <a:lstStyle/>
          <a:p>
            <a:r>
              <a:rPr kumimoji="1" lang="ja-JP" altLang="en-US" sz="1400" dirty="0">
                <a:latin typeface="メイリオ" panose="020B0604030504040204" pitchFamily="50" charset="-128"/>
                <a:ea typeface="メイリオ" panose="020B0604030504040204" pitchFamily="50" charset="-128"/>
              </a:rPr>
              <a:t>レンダリング表示</a:t>
            </a:r>
          </a:p>
        </p:txBody>
      </p:sp>
    </p:spTree>
    <p:extLst>
      <p:ext uri="{BB962C8B-B14F-4D97-AF65-F5344CB8AC3E}">
        <p14:creationId xmlns:p14="http://schemas.microsoft.com/office/powerpoint/2010/main" val="2096401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機能概要～詳細設計生成</a:t>
            </a:r>
            <a:r>
              <a:rPr kumimoji="1" lang="en-US" altLang="ja-JP" dirty="0"/>
              <a:t>(2)</a:t>
            </a:r>
            <a:r>
              <a:rPr kumimoji="1" lang="ja-JP" altLang="en-US" dirty="0"/>
              <a:t>～</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詳細設計生成</a:t>
            </a:r>
            <a:endParaRPr lang="en-US" altLang="ja-JP" sz="1800" dirty="0"/>
          </a:p>
          <a:p>
            <a:pPr marL="0" indent="0">
              <a:buNone/>
            </a:pPr>
            <a:r>
              <a:rPr lang="ja-JP" altLang="en-US" sz="2000" dirty="0"/>
              <a:t>　</a:t>
            </a:r>
            <a:r>
              <a:rPr lang="en-US" altLang="ja-JP" sz="2000" dirty="0"/>
              <a:t>&lt;</a:t>
            </a:r>
            <a:r>
              <a:rPr lang="ja-JP" altLang="en-US" sz="2000" dirty="0"/>
              <a:t>追加機能</a:t>
            </a:r>
            <a:r>
              <a:rPr lang="en-US" altLang="ja-JP" sz="2000" dirty="0"/>
              <a:t>&gt;</a:t>
            </a:r>
          </a:p>
          <a:p>
            <a:pPr lvl="1"/>
            <a:r>
              <a:rPr lang="ja-JP" altLang="en-US" sz="1800" dirty="0"/>
              <a:t>グローバルメソッドのアクティビティ図（</a:t>
            </a:r>
            <a:r>
              <a:rPr lang="en-US" altLang="ja-JP" sz="1800" dirty="0" err="1"/>
              <a:t>PlantUML</a:t>
            </a:r>
            <a:r>
              <a:rPr lang="ja-JP" altLang="en-US" sz="1800" dirty="0"/>
              <a:t>形式）生成</a:t>
            </a:r>
            <a:endParaRPr lang="en-US" altLang="ja-JP" sz="1800" dirty="0"/>
          </a:p>
          <a:p>
            <a:pPr lvl="1"/>
            <a:endParaRPr lang="en-US" altLang="ja-JP" sz="1800" dirty="0"/>
          </a:p>
          <a:p>
            <a:pPr lvl="1"/>
            <a:r>
              <a:rPr lang="ja-JP" altLang="en-US" sz="1800" dirty="0"/>
              <a:t>アクティビティ図のプレビュー表示</a:t>
            </a:r>
            <a:endParaRPr lang="en-US" altLang="ja-JP" sz="1800" dirty="0"/>
          </a:p>
          <a:p>
            <a:pPr marL="457200" lvl="1" indent="0">
              <a:buNone/>
            </a:pPr>
            <a:r>
              <a:rPr lang="ja-JP" altLang="en-US" sz="1800" dirty="0"/>
              <a:t>　アクティビティ図がコードブロックとしてレンダリングされ表示されるため、</a:t>
            </a:r>
            <a:endParaRPr lang="en-US" altLang="ja-JP" sz="1800" dirty="0"/>
          </a:p>
          <a:p>
            <a:pPr marL="457200" lvl="1" indent="0">
              <a:buNone/>
            </a:pPr>
            <a:r>
              <a:rPr lang="ja-JP" altLang="en-US" sz="1800" dirty="0"/>
              <a:t>　コードではなくプレビュー表示を行う。</a:t>
            </a:r>
            <a:endParaRPr lang="en-US" altLang="ja-JP" sz="2400" dirty="0"/>
          </a:p>
          <a:p>
            <a:pPr marL="457200" lvl="1" indent="0">
              <a:buNone/>
            </a:pPr>
            <a:endParaRPr lang="en-US" altLang="ja-JP" sz="1800" dirty="0"/>
          </a:p>
          <a:p>
            <a:pPr lvl="1"/>
            <a:r>
              <a:rPr lang="ja-JP" altLang="en-US" sz="1800" dirty="0"/>
              <a:t>詳細設計のダウンロード（</a:t>
            </a:r>
            <a:r>
              <a:rPr lang="en-US" altLang="ja-JP" sz="1800" dirty="0"/>
              <a:t>PDF</a:t>
            </a:r>
            <a:r>
              <a:rPr lang="ja-JP" altLang="en-US" sz="1800" dirty="0"/>
              <a:t>、</a:t>
            </a:r>
            <a:r>
              <a:rPr lang="en-US" altLang="ja-JP" sz="1800" dirty="0"/>
              <a:t>Markdown</a:t>
            </a:r>
            <a:r>
              <a:rPr lang="ja-JP" altLang="en-US" sz="1800" dirty="0"/>
              <a:t>ファイル）</a:t>
            </a:r>
            <a:endParaRPr lang="en-US" altLang="ja-JP" sz="1800" dirty="0"/>
          </a:p>
          <a:p>
            <a:pPr lvl="1"/>
            <a:endParaRPr lang="en-US" altLang="ja-JP" sz="1800" dirty="0"/>
          </a:p>
          <a:p>
            <a:pPr lvl="1"/>
            <a:r>
              <a:rPr lang="ja-JP" altLang="en-US" sz="1800" dirty="0"/>
              <a:t>ファイル（モジュール）単位での詳細設計生成</a:t>
            </a:r>
            <a:endParaRPr lang="en-US" altLang="ja-JP" sz="1800" dirty="0"/>
          </a:p>
          <a:p>
            <a:pPr lvl="1"/>
            <a:endParaRPr lang="en-US" altLang="ja-JP" sz="1800" dirty="0"/>
          </a:p>
          <a:p>
            <a:pPr lvl="1"/>
            <a:r>
              <a:rPr lang="ja-JP" altLang="en-US" sz="1800" dirty="0"/>
              <a:t>対応言語の追加（</a:t>
            </a:r>
            <a:r>
              <a:rPr lang="en-US" altLang="ja-JP" sz="1800" dirty="0"/>
              <a:t>java</a:t>
            </a:r>
            <a:r>
              <a:rPr lang="ja-JP" altLang="en-US" sz="1800" dirty="0"/>
              <a:t>、</a:t>
            </a:r>
            <a:r>
              <a:rPr lang="en-US" altLang="ja-JP" sz="1800" dirty="0"/>
              <a:t>C#)</a:t>
            </a:r>
          </a:p>
          <a:p>
            <a:pPr marL="457200" lvl="1" indent="0">
              <a:buNone/>
            </a:pPr>
            <a:r>
              <a:rPr lang="ja-JP" altLang="en-US" sz="1800" dirty="0"/>
              <a:t>　</a:t>
            </a:r>
            <a:endParaRPr lang="en-US" altLang="ja-JP" sz="18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8</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7" name="正方形/長方形 6">
            <a:extLst>
              <a:ext uri="{FF2B5EF4-FFF2-40B4-BE49-F238E27FC236}">
                <a16:creationId xmlns:a16="http://schemas.microsoft.com/office/drawing/2014/main" id="{222D823F-8CA4-65A4-DA61-9564AC73B19F}"/>
              </a:ext>
            </a:extLst>
          </p:cNvPr>
          <p:cNvSpPr/>
          <p:nvPr/>
        </p:nvSpPr>
        <p:spPr bwMode="auto">
          <a:xfrm>
            <a:off x="914400" y="4692912"/>
            <a:ext cx="5599755" cy="1383908"/>
          </a:xfrm>
          <a:prstGeom prst="rect">
            <a:avLst/>
          </a:prstGeom>
          <a:noFill/>
          <a:ln w="15875"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5330C1"/>
              </a:buClr>
              <a:buSzTx/>
              <a:buFontTx/>
              <a:buChar char="•"/>
              <a:tabLst/>
            </a:pPr>
            <a:endParaRPr kumimoji="1" lang="ja-JP" altLang="en-US" sz="1800" b="0" i="0" u="none" strike="noStrike" cap="none" normalizeH="0" baseline="0">
              <a:ln>
                <a:noFill/>
              </a:ln>
              <a:solidFill>
                <a:schemeClr val="tx1"/>
              </a:solidFill>
              <a:effectLst/>
              <a:latin typeface="HGS創英角ｺﾞｼｯｸUB" pitchFamily="50" charset="-128"/>
              <a:ea typeface="HGS創英角ｺﾞｼｯｸUB" pitchFamily="50" charset="-128"/>
            </a:endParaRPr>
          </a:p>
        </p:txBody>
      </p:sp>
      <p:sp>
        <p:nvSpPr>
          <p:cNvPr id="8" name="テキスト ボックス 7">
            <a:extLst>
              <a:ext uri="{FF2B5EF4-FFF2-40B4-BE49-F238E27FC236}">
                <a16:creationId xmlns:a16="http://schemas.microsoft.com/office/drawing/2014/main" id="{16AD039E-3AE1-F4FB-3E9D-93BB696897A1}"/>
              </a:ext>
            </a:extLst>
          </p:cNvPr>
          <p:cNvSpPr txBox="1"/>
          <p:nvPr/>
        </p:nvSpPr>
        <p:spPr>
          <a:xfrm>
            <a:off x="6514155" y="5215589"/>
            <a:ext cx="764953"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Step2</a:t>
            </a:r>
            <a:endParaRPr kumimoji="1" lang="ja-JP" altLang="en-US"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9008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a:t>
            </a:r>
            <a:r>
              <a:rPr lang="ja-JP" altLang="en-US" dirty="0"/>
              <a:t>単体テスト</a:t>
            </a:r>
            <a:r>
              <a:rPr kumimoji="1" lang="ja-JP" altLang="en-US" dirty="0"/>
              <a:t>生成</a:t>
            </a:r>
            <a:r>
              <a:rPr kumimoji="1" lang="en-US" altLang="ja-JP" dirty="0"/>
              <a:t>(1)</a:t>
            </a:r>
            <a:r>
              <a:rPr kumimoji="1" lang="ja-JP" altLang="en-US" dirty="0"/>
              <a:t>～</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単体テスト生成</a:t>
            </a:r>
            <a:endParaRPr lang="en-US" altLang="ja-JP" sz="2000" dirty="0"/>
          </a:p>
          <a:p>
            <a:pPr marL="0" indent="0">
              <a:buNone/>
            </a:pPr>
            <a:r>
              <a:rPr lang="ja-JP" altLang="en-US" sz="2000" dirty="0"/>
              <a:t>　</a:t>
            </a:r>
            <a:r>
              <a:rPr lang="en-US" altLang="ja-JP" sz="2000" dirty="0"/>
              <a:t>&lt;</a:t>
            </a:r>
            <a:r>
              <a:rPr lang="ja-JP" altLang="en-US" sz="2000" dirty="0"/>
              <a:t>既存機能</a:t>
            </a:r>
            <a:r>
              <a:rPr lang="en-US" altLang="ja-JP" sz="2000" dirty="0"/>
              <a:t>&gt;</a:t>
            </a:r>
          </a:p>
          <a:p>
            <a:pPr lvl="1"/>
            <a:r>
              <a:rPr lang="ja-JP" altLang="en-US" sz="1800" dirty="0"/>
              <a:t>メソッド毎に</a:t>
            </a:r>
            <a:r>
              <a:rPr lang="en-US" altLang="ja-JP" sz="1800" dirty="0"/>
              <a:t>Decision</a:t>
            </a:r>
            <a:r>
              <a:rPr lang="ja-JP" altLang="en-US" sz="1800" dirty="0"/>
              <a:t>テーブルおよびテストパターン、テストコードの生成</a:t>
            </a:r>
            <a:endParaRPr lang="en-US" altLang="ja-JP" sz="1800" dirty="0"/>
          </a:p>
          <a:p>
            <a:pPr marL="457200" lvl="1" indent="0">
              <a:buNone/>
            </a:pPr>
            <a:r>
              <a:rPr lang="ja-JP" altLang="en-US" sz="1800" dirty="0"/>
              <a:t>　</a:t>
            </a:r>
            <a:r>
              <a:rPr lang="en-US" altLang="ja-JP" sz="1800" dirty="0"/>
              <a:t>※</a:t>
            </a:r>
            <a:r>
              <a:rPr lang="ja-JP" altLang="en-US" sz="1800" dirty="0"/>
              <a:t>）ソースコードの内容だけでなく、詳細設計内容も考慮して生成</a:t>
            </a:r>
            <a:endParaRPr lang="en-US" altLang="ja-JP" sz="1800" dirty="0"/>
          </a:p>
          <a:p>
            <a:pPr lvl="1"/>
            <a:r>
              <a:rPr lang="en-US" altLang="ja-JP" sz="1800" dirty="0"/>
              <a:t>Decision</a:t>
            </a:r>
            <a:r>
              <a:rPr lang="ja-JP" altLang="en-US" sz="1800" dirty="0"/>
              <a:t>テーブルおよびテストパターンの表示、編集</a:t>
            </a:r>
            <a:endParaRPr lang="en-US" altLang="ja-JP" sz="1800" dirty="0"/>
          </a:p>
          <a:p>
            <a:pPr marL="457200" lvl="1" indent="0">
              <a:buNone/>
            </a:pPr>
            <a:r>
              <a:rPr lang="ja-JP" altLang="en-US" sz="1800" dirty="0"/>
              <a:t>　テキスト表示</a:t>
            </a:r>
            <a:r>
              <a:rPr lang="en-US" altLang="ja-JP" sz="1800" dirty="0"/>
              <a:t>(</a:t>
            </a:r>
            <a:r>
              <a:rPr lang="en-US" altLang="ja-JP" sz="1800" dirty="0" err="1"/>
              <a:t>json</a:t>
            </a:r>
            <a:r>
              <a:rPr lang="ja-JP" altLang="en-US" sz="1800" dirty="0"/>
              <a:t>形式</a:t>
            </a:r>
            <a:r>
              <a:rPr lang="en-US" altLang="ja-JP" sz="1800" dirty="0"/>
              <a:t>)</a:t>
            </a:r>
            <a:r>
              <a:rPr lang="ja-JP" altLang="en-US" sz="1800" dirty="0"/>
              <a:t>と表形式表示</a:t>
            </a:r>
            <a:endParaRPr lang="en-US" altLang="ja-JP" sz="1800" dirty="0"/>
          </a:p>
          <a:p>
            <a:pPr marL="457200" lvl="1" indent="0">
              <a:buNone/>
            </a:pPr>
            <a:r>
              <a:rPr lang="ja-JP" altLang="en-US" sz="1800" dirty="0"/>
              <a:t>　テキストは直接編集可能。編集結果は表形式表示に動的に反映。</a:t>
            </a:r>
            <a:endParaRPr lang="en-US" altLang="ja-JP" sz="1800" dirty="0"/>
          </a:p>
          <a:p>
            <a:pPr lvl="1"/>
            <a:endParaRPr lang="en-US" altLang="ja-JP" sz="1800" dirty="0"/>
          </a:p>
          <a:p>
            <a:pPr lvl="1"/>
            <a:endParaRPr lang="en-US" altLang="ja-JP" sz="18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9</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8" name="テキスト ボックス 7">
            <a:extLst>
              <a:ext uri="{FF2B5EF4-FFF2-40B4-BE49-F238E27FC236}">
                <a16:creationId xmlns:a16="http://schemas.microsoft.com/office/drawing/2014/main" id="{D6C39EC1-1217-FC47-F5B6-52F7C514C0A5}"/>
              </a:ext>
            </a:extLst>
          </p:cNvPr>
          <p:cNvSpPr txBox="1"/>
          <p:nvPr/>
        </p:nvSpPr>
        <p:spPr>
          <a:xfrm>
            <a:off x="1020200" y="4044274"/>
            <a:ext cx="3021981"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&lt;</a:t>
            </a:r>
            <a:r>
              <a:rPr kumimoji="1" lang="ja-JP" altLang="en-US" sz="1600" dirty="0">
                <a:latin typeface="メイリオ" panose="020B0604030504040204" pitchFamily="50" charset="-128"/>
                <a:ea typeface="メイリオ" panose="020B0604030504040204" pitchFamily="50" charset="-128"/>
              </a:rPr>
              <a:t>参考イメージ </a:t>
            </a:r>
            <a:r>
              <a:rPr kumimoji="1" lang="en-US" altLang="ja-JP" sz="1600" dirty="0">
                <a:latin typeface="メイリオ" panose="020B0604030504040204" pitchFamily="50" charset="-128"/>
                <a:ea typeface="メイリオ" panose="020B0604030504040204" pitchFamily="50" charset="-128"/>
              </a:rPr>
              <a:t>(</a:t>
            </a:r>
            <a:r>
              <a:rPr kumimoji="1" lang="ja-JP" altLang="en-US" sz="1600" dirty="0">
                <a:latin typeface="メイリオ" panose="020B0604030504040204" pitchFamily="50" charset="-128"/>
                <a:ea typeface="メイリオ" panose="020B0604030504040204" pitchFamily="50" charset="-128"/>
              </a:rPr>
              <a:t>既存の画面</a:t>
            </a:r>
            <a:r>
              <a:rPr kumimoji="1" lang="en-US" altLang="ja-JP"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&gt;</a:t>
            </a:r>
            <a:endParaRPr kumimoji="1" lang="ja-JP" altLang="en-US" sz="1600" dirty="0">
              <a:latin typeface="メイリオ" panose="020B0604030504040204" pitchFamily="50" charset="-128"/>
              <a:ea typeface="メイリオ" panose="020B0604030504040204" pitchFamily="50" charset="-128"/>
            </a:endParaRPr>
          </a:p>
        </p:txBody>
      </p:sp>
      <p:pic>
        <p:nvPicPr>
          <p:cNvPr id="12" name="図 11">
            <a:extLst>
              <a:ext uri="{FF2B5EF4-FFF2-40B4-BE49-F238E27FC236}">
                <a16:creationId xmlns:a16="http://schemas.microsoft.com/office/drawing/2014/main" id="{8F2BDBCE-AE63-C777-D1A7-811991F2B419}"/>
              </a:ext>
            </a:extLst>
          </p:cNvPr>
          <p:cNvPicPr>
            <a:picLocks noChangeAspect="1"/>
          </p:cNvPicPr>
          <p:nvPr/>
        </p:nvPicPr>
        <p:blipFill>
          <a:blip r:embed="rId2"/>
          <a:stretch>
            <a:fillRect/>
          </a:stretch>
        </p:blipFill>
        <p:spPr>
          <a:xfrm>
            <a:off x="1439743" y="4790779"/>
            <a:ext cx="2516470" cy="1479641"/>
          </a:xfrm>
          <a:prstGeom prst="rect">
            <a:avLst/>
          </a:prstGeom>
        </p:spPr>
      </p:pic>
      <p:pic>
        <p:nvPicPr>
          <p:cNvPr id="14" name="図 13">
            <a:extLst>
              <a:ext uri="{FF2B5EF4-FFF2-40B4-BE49-F238E27FC236}">
                <a16:creationId xmlns:a16="http://schemas.microsoft.com/office/drawing/2014/main" id="{18863011-D3EC-602F-B0EC-A604F82D4F0C}"/>
              </a:ext>
            </a:extLst>
          </p:cNvPr>
          <p:cNvPicPr>
            <a:picLocks noChangeAspect="1"/>
          </p:cNvPicPr>
          <p:nvPr/>
        </p:nvPicPr>
        <p:blipFill>
          <a:blip r:embed="rId3"/>
          <a:stretch>
            <a:fillRect/>
          </a:stretch>
        </p:blipFill>
        <p:spPr>
          <a:xfrm>
            <a:off x="4746768" y="4711667"/>
            <a:ext cx="3238889" cy="947826"/>
          </a:xfrm>
          <a:prstGeom prst="rect">
            <a:avLst/>
          </a:prstGeom>
        </p:spPr>
      </p:pic>
      <p:pic>
        <p:nvPicPr>
          <p:cNvPr id="16" name="図 15">
            <a:extLst>
              <a:ext uri="{FF2B5EF4-FFF2-40B4-BE49-F238E27FC236}">
                <a16:creationId xmlns:a16="http://schemas.microsoft.com/office/drawing/2014/main" id="{85222EAA-E324-1A27-3873-8B8E29A6AB19}"/>
              </a:ext>
            </a:extLst>
          </p:cNvPr>
          <p:cNvPicPr>
            <a:picLocks noChangeAspect="1"/>
          </p:cNvPicPr>
          <p:nvPr/>
        </p:nvPicPr>
        <p:blipFill>
          <a:blip r:embed="rId4"/>
          <a:stretch>
            <a:fillRect/>
          </a:stretch>
        </p:blipFill>
        <p:spPr>
          <a:xfrm>
            <a:off x="4746768" y="5794172"/>
            <a:ext cx="2956652" cy="947826"/>
          </a:xfrm>
          <a:prstGeom prst="rect">
            <a:avLst/>
          </a:prstGeom>
        </p:spPr>
      </p:pic>
      <p:sp>
        <p:nvSpPr>
          <p:cNvPr id="17" name="テキスト ボックス 16">
            <a:extLst>
              <a:ext uri="{FF2B5EF4-FFF2-40B4-BE49-F238E27FC236}">
                <a16:creationId xmlns:a16="http://schemas.microsoft.com/office/drawing/2014/main" id="{DA37A1E3-8362-08B8-7BB0-79BA2A4EBBB9}"/>
              </a:ext>
            </a:extLst>
          </p:cNvPr>
          <p:cNvSpPr txBox="1"/>
          <p:nvPr/>
        </p:nvSpPr>
        <p:spPr>
          <a:xfrm>
            <a:off x="2067036" y="4465895"/>
            <a:ext cx="1107996" cy="276999"/>
          </a:xfrm>
          <a:prstGeom prst="rect">
            <a:avLst/>
          </a:prstGeom>
          <a:noFill/>
        </p:spPr>
        <p:txBody>
          <a:bodyPr wrap="none" rtlCol="0">
            <a:spAutoFit/>
          </a:bodyPr>
          <a:lstStyle/>
          <a:p>
            <a:r>
              <a:rPr kumimoji="1" lang="ja-JP" altLang="en-US" sz="1200" dirty="0">
                <a:latin typeface="メイリオ" panose="020B0604030504040204" pitchFamily="50" charset="-128"/>
                <a:ea typeface="メイリオ" panose="020B0604030504040204" pitchFamily="50" charset="-128"/>
              </a:rPr>
              <a:t>テキスト表示</a:t>
            </a:r>
          </a:p>
        </p:txBody>
      </p:sp>
      <p:sp>
        <p:nvSpPr>
          <p:cNvPr id="18" name="テキスト ボックス 17">
            <a:extLst>
              <a:ext uri="{FF2B5EF4-FFF2-40B4-BE49-F238E27FC236}">
                <a16:creationId xmlns:a16="http://schemas.microsoft.com/office/drawing/2014/main" id="{3E32F1B2-AEDE-6228-EE13-B0DAF81B46B2}"/>
              </a:ext>
            </a:extLst>
          </p:cNvPr>
          <p:cNvSpPr txBox="1"/>
          <p:nvPr/>
        </p:nvSpPr>
        <p:spPr>
          <a:xfrm>
            <a:off x="4600290" y="4406405"/>
            <a:ext cx="3249608" cy="276999"/>
          </a:xfrm>
          <a:prstGeom prst="rect">
            <a:avLst/>
          </a:prstGeom>
          <a:noFill/>
        </p:spPr>
        <p:txBody>
          <a:bodyPr wrap="none" rtlCol="0">
            <a:spAutoFit/>
          </a:bodyPr>
          <a:lstStyle/>
          <a:p>
            <a:r>
              <a:rPr kumimoji="1" lang="ja-JP" altLang="en-US" sz="1200" dirty="0">
                <a:latin typeface="メイリオ" panose="020B0604030504040204" pitchFamily="50" charset="-128"/>
                <a:ea typeface="メイリオ" panose="020B0604030504040204" pitchFamily="50" charset="-128"/>
              </a:rPr>
              <a:t>表形式</a:t>
            </a:r>
            <a:r>
              <a:rPr kumimoji="1" lang="en-US" altLang="ja-JP" sz="1200" dirty="0">
                <a:latin typeface="メイリオ" panose="020B0604030504040204" pitchFamily="50" charset="-128"/>
                <a:ea typeface="メイリオ" panose="020B0604030504040204" pitchFamily="50" charset="-128"/>
              </a:rPr>
              <a:t>(Decision</a:t>
            </a:r>
            <a:r>
              <a:rPr kumimoji="1" lang="ja-JP" altLang="en-US" sz="1200" dirty="0">
                <a:latin typeface="メイリオ" panose="020B0604030504040204" pitchFamily="50" charset="-128"/>
                <a:ea typeface="メイリオ" panose="020B0604030504040204" pitchFamily="50" charset="-128"/>
              </a:rPr>
              <a:t>テーブルとテストパターン</a:t>
            </a:r>
            <a:r>
              <a:rPr kumimoji="1" lang="en-US" altLang="ja-JP" sz="1200" dirty="0">
                <a:latin typeface="メイリオ" panose="020B0604030504040204" pitchFamily="50" charset="-128"/>
                <a:ea typeface="メイリオ" panose="020B0604030504040204" pitchFamily="50" charset="-128"/>
              </a:rPr>
              <a:t>)</a:t>
            </a:r>
            <a:endParaRPr kumimoji="1"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87687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機能概要～単体テスト生成</a:t>
            </a:r>
            <a:r>
              <a:rPr kumimoji="1" lang="en-US" altLang="ja-JP" dirty="0"/>
              <a:t>(2)</a:t>
            </a:r>
            <a:r>
              <a:rPr kumimoji="1" lang="ja-JP" altLang="en-US" dirty="0"/>
              <a:t>～</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単体テスト生成</a:t>
            </a:r>
            <a:endParaRPr lang="en-US" altLang="ja-JP" sz="1800" dirty="0"/>
          </a:p>
          <a:p>
            <a:pPr marL="0" indent="0">
              <a:buNone/>
            </a:pPr>
            <a:r>
              <a:rPr lang="ja-JP" altLang="en-US" sz="2000" dirty="0"/>
              <a:t>　</a:t>
            </a:r>
            <a:r>
              <a:rPr lang="en-US" altLang="ja-JP" sz="2000" dirty="0"/>
              <a:t>&lt;</a:t>
            </a:r>
            <a:r>
              <a:rPr lang="ja-JP" altLang="en-US" sz="2000" dirty="0"/>
              <a:t>追加機能</a:t>
            </a:r>
            <a:r>
              <a:rPr lang="en-US" altLang="ja-JP" sz="2000" dirty="0"/>
              <a:t>&gt;</a:t>
            </a:r>
          </a:p>
          <a:p>
            <a:pPr lvl="1"/>
            <a:r>
              <a:rPr lang="ja-JP" altLang="en-US" sz="1800" dirty="0"/>
              <a:t>テスト設計のダウンロード（</a:t>
            </a:r>
            <a:r>
              <a:rPr lang="en-US" altLang="ja-JP" sz="1800" dirty="0"/>
              <a:t>PDF</a:t>
            </a:r>
            <a:r>
              <a:rPr lang="ja-JP" altLang="en-US" sz="1800" dirty="0"/>
              <a:t>、</a:t>
            </a:r>
            <a:r>
              <a:rPr lang="en-US" altLang="ja-JP" sz="1800" dirty="0"/>
              <a:t>Markdown</a:t>
            </a:r>
            <a:r>
              <a:rPr lang="ja-JP" altLang="en-US" sz="1800" dirty="0"/>
              <a:t>ファイル）</a:t>
            </a:r>
            <a:endParaRPr lang="en-US" altLang="ja-JP" sz="1800" dirty="0"/>
          </a:p>
          <a:p>
            <a:pPr lvl="1"/>
            <a:endParaRPr lang="en-US" altLang="ja-JP" sz="1800" dirty="0"/>
          </a:p>
          <a:p>
            <a:pPr lvl="1"/>
            <a:r>
              <a:rPr lang="ja-JP" altLang="en-US" sz="1800" dirty="0"/>
              <a:t>テストコードのダウンロード（プログラムファイル）</a:t>
            </a:r>
            <a:endParaRPr lang="en-US" altLang="ja-JP" sz="1800" dirty="0"/>
          </a:p>
          <a:p>
            <a:pPr marL="457200" lvl="1" indent="0">
              <a:buNone/>
            </a:pPr>
            <a:r>
              <a:rPr lang="ja-JP" altLang="en-US" sz="1800" dirty="0"/>
              <a:t>　</a:t>
            </a:r>
            <a:endParaRPr lang="en-US" altLang="ja-JP" sz="18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10</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386264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機能概要～プロジェクト～</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プロジェクト</a:t>
            </a:r>
            <a:endParaRPr lang="en-US" altLang="ja-JP" sz="2000" dirty="0"/>
          </a:p>
          <a:p>
            <a:pPr marL="0" indent="0">
              <a:buNone/>
            </a:pPr>
            <a:r>
              <a:rPr lang="ja-JP" altLang="en-US" sz="2000" dirty="0"/>
              <a:t>　複数ファイルからなるソースコード一式を管理する機能</a:t>
            </a:r>
            <a:endParaRPr lang="en-US" altLang="ja-JP" sz="2000" dirty="0"/>
          </a:p>
          <a:p>
            <a:pPr marL="0" indent="0">
              <a:buNone/>
            </a:pPr>
            <a:endParaRPr lang="en-US" altLang="ja-JP" sz="2000" dirty="0"/>
          </a:p>
          <a:p>
            <a:pPr marL="0" indent="0">
              <a:buNone/>
            </a:pPr>
            <a:r>
              <a:rPr lang="ja-JP" altLang="en-US" sz="2000" dirty="0"/>
              <a:t>　</a:t>
            </a:r>
            <a:r>
              <a:rPr lang="en-US" altLang="ja-JP" sz="2000" dirty="0"/>
              <a:t>&lt;</a:t>
            </a:r>
            <a:r>
              <a:rPr lang="ja-JP" altLang="en-US" sz="2000" dirty="0"/>
              <a:t>既存機能</a:t>
            </a:r>
            <a:r>
              <a:rPr lang="en-US" altLang="ja-JP" sz="2000" dirty="0"/>
              <a:t>&gt;</a:t>
            </a:r>
            <a:endParaRPr lang="en-US" altLang="ja-JP" sz="1800" dirty="0"/>
          </a:p>
          <a:p>
            <a:pPr lvl="1"/>
            <a:r>
              <a:rPr lang="ja-JP" altLang="en-US" sz="1800" dirty="0"/>
              <a:t>プロジェクト作成時にソースコード一式を紐づける</a:t>
            </a:r>
            <a:endParaRPr lang="en-US" altLang="ja-JP" sz="1800" dirty="0"/>
          </a:p>
          <a:p>
            <a:pPr lvl="1"/>
            <a:endParaRPr lang="en-US" altLang="ja-JP" sz="1800" dirty="0"/>
          </a:p>
          <a:p>
            <a:pPr marL="0" indent="0">
              <a:buNone/>
            </a:pPr>
            <a:r>
              <a:rPr lang="ja-JP" altLang="en-US" sz="1800" dirty="0"/>
              <a:t>　</a:t>
            </a:r>
            <a:r>
              <a:rPr lang="en-US" altLang="ja-JP" sz="1800" dirty="0"/>
              <a:t>&lt;</a:t>
            </a:r>
            <a:r>
              <a:rPr lang="ja-JP" altLang="en-US" sz="1800" dirty="0"/>
              <a:t>新規機能</a:t>
            </a:r>
            <a:r>
              <a:rPr lang="en-US" altLang="ja-JP" sz="1800" dirty="0"/>
              <a:t>&gt;</a:t>
            </a:r>
          </a:p>
          <a:p>
            <a:pPr lvl="1"/>
            <a:r>
              <a:rPr lang="ja-JP" altLang="en-US" sz="1800" dirty="0"/>
              <a:t>ファイル単位でのソースコードの追加・削除・更新</a:t>
            </a:r>
            <a:endParaRPr lang="en-US" altLang="ja-JP" sz="1800" dirty="0"/>
          </a:p>
          <a:p>
            <a:pPr lvl="2"/>
            <a:endParaRPr lang="en-US" altLang="ja-JP" sz="16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11</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2196460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機能概要～チーム～</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チーム　</a:t>
            </a:r>
            <a:r>
              <a:rPr lang="en-US" altLang="ja-JP" sz="2000" dirty="0"/>
              <a:t>&lt;</a:t>
            </a:r>
            <a:r>
              <a:rPr lang="ja-JP" altLang="en-US" sz="2000" dirty="0"/>
              <a:t>新規機能</a:t>
            </a:r>
            <a:r>
              <a:rPr lang="en-US" altLang="ja-JP" sz="2000" dirty="0"/>
              <a:t>&gt;</a:t>
            </a:r>
          </a:p>
          <a:p>
            <a:pPr marL="0" indent="0">
              <a:buNone/>
            </a:pPr>
            <a:r>
              <a:rPr lang="ja-JP" altLang="en-US" sz="2000" dirty="0"/>
              <a:t>　</a:t>
            </a:r>
            <a:r>
              <a:rPr lang="ja-JP" altLang="en-US" sz="1800" dirty="0"/>
              <a:t>複数ユーザでプロジェクトの共同管理を行う機能</a:t>
            </a:r>
            <a:endParaRPr lang="en-US" altLang="ja-JP" sz="1800" dirty="0"/>
          </a:p>
          <a:p>
            <a:pPr lvl="1"/>
            <a:r>
              <a:rPr lang="ja-JP" altLang="en-US" sz="1800" dirty="0"/>
              <a:t>チーム管理機能</a:t>
            </a:r>
            <a:endParaRPr lang="en-US" altLang="ja-JP" sz="1800" dirty="0"/>
          </a:p>
          <a:p>
            <a:pPr lvl="2"/>
            <a:r>
              <a:rPr lang="ja-JP" altLang="en-US" sz="1600" dirty="0"/>
              <a:t>所属チームの一覧表示</a:t>
            </a:r>
            <a:endParaRPr lang="en-US" altLang="ja-JP" sz="1600" dirty="0"/>
          </a:p>
          <a:p>
            <a:pPr lvl="2"/>
            <a:r>
              <a:rPr lang="ja-JP" altLang="en-US" sz="1600" dirty="0"/>
              <a:t>チームの作成・削除</a:t>
            </a:r>
            <a:endParaRPr lang="en-US" altLang="ja-JP" sz="1600" dirty="0"/>
          </a:p>
          <a:p>
            <a:pPr lvl="2"/>
            <a:r>
              <a:rPr lang="ja-JP" altLang="en-US" sz="1600" dirty="0"/>
              <a:t>チームの編集（メンバーの追加削除）</a:t>
            </a:r>
            <a:endParaRPr lang="en-US" altLang="ja-JP" sz="1600" dirty="0"/>
          </a:p>
          <a:p>
            <a:pPr marL="914400" lvl="2" indent="0">
              <a:buNone/>
            </a:pPr>
            <a:r>
              <a:rPr lang="ja-JP" altLang="en-US" sz="1600" dirty="0"/>
              <a:t>　</a:t>
            </a:r>
            <a:r>
              <a:rPr lang="en-US" altLang="ja-JP" sz="1600" dirty="0"/>
              <a:t>※</a:t>
            </a:r>
            <a:r>
              <a:rPr lang="ja-JP" altLang="en-US" sz="1600" dirty="0"/>
              <a:t>）</a:t>
            </a:r>
            <a:r>
              <a:rPr lang="en-US" altLang="ja-JP" sz="1600" dirty="0"/>
              <a:t>1</a:t>
            </a:r>
            <a:r>
              <a:rPr lang="ja-JP" altLang="en-US" sz="1600" dirty="0"/>
              <a:t>ユーザが複数チームに参加することも可能</a:t>
            </a:r>
            <a:endParaRPr lang="en-US" altLang="ja-JP" sz="1600" dirty="0"/>
          </a:p>
          <a:p>
            <a:pPr lvl="1"/>
            <a:endParaRPr lang="en-US" altLang="ja-JP" sz="1800" dirty="0"/>
          </a:p>
          <a:p>
            <a:pPr lvl="1"/>
            <a:r>
              <a:rPr lang="ja-JP" altLang="en-US" sz="1800" dirty="0"/>
              <a:t>共同管理機能</a:t>
            </a:r>
            <a:endParaRPr lang="en-US" altLang="ja-JP" sz="1800" dirty="0"/>
          </a:p>
          <a:p>
            <a:pPr lvl="2"/>
            <a:r>
              <a:rPr lang="ja-JP" altLang="en-US" sz="1600" dirty="0"/>
              <a:t>プロジェクトの一覧表示</a:t>
            </a:r>
            <a:endParaRPr lang="en-US" altLang="ja-JP" sz="1600" dirty="0"/>
          </a:p>
          <a:p>
            <a:pPr lvl="2"/>
            <a:r>
              <a:rPr lang="ja-JP" altLang="en-US" sz="1600" dirty="0"/>
              <a:t>プロジェクトの作成・削除</a:t>
            </a:r>
            <a:endParaRPr lang="en-US" altLang="ja-JP" sz="1600" dirty="0"/>
          </a:p>
          <a:p>
            <a:pPr lvl="2"/>
            <a:r>
              <a:rPr lang="ja-JP" altLang="en-US" sz="1600" dirty="0"/>
              <a:t>プロジェクト毎のアクティビティ表示</a:t>
            </a:r>
            <a:endParaRPr lang="en-US" altLang="ja-JP" sz="1600" dirty="0"/>
          </a:p>
          <a:p>
            <a:pPr lvl="2"/>
            <a:r>
              <a:rPr lang="ja-JP" altLang="en-US" sz="1600" dirty="0"/>
              <a:t>プロジェクトへのコメント機能</a:t>
            </a:r>
            <a:endParaRPr lang="en-US" altLang="ja-JP" sz="1600" dirty="0"/>
          </a:p>
          <a:p>
            <a:pPr marL="914400" lvl="2" indent="0">
              <a:buNone/>
            </a:pPr>
            <a:r>
              <a:rPr lang="ja-JP" altLang="en-US" sz="1600" dirty="0"/>
              <a:t>　</a:t>
            </a:r>
            <a:r>
              <a:rPr lang="en-US" altLang="ja-JP" sz="1600" dirty="0"/>
              <a:t>※</a:t>
            </a:r>
            <a:r>
              <a:rPr lang="ja-JP" altLang="en-US" sz="1600" dirty="0"/>
              <a:t>）メンバー間で「○○修正しました」「内容確認しました」等の</a:t>
            </a:r>
            <a:endParaRPr lang="en-US" altLang="ja-JP" sz="1600" dirty="0"/>
          </a:p>
          <a:p>
            <a:pPr marL="914400" lvl="2" indent="0">
              <a:buNone/>
            </a:pPr>
            <a:r>
              <a:rPr lang="ja-JP" altLang="en-US" sz="1600" dirty="0"/>
              <a:t>　　　やり取りができるように</a:t>
            </a:r>
            <a:endParaRPr lang="en-US" altLang="ja-JP" sz="1600" dirty="0"/>
          </a:p>
          <a:p>
            <a:pPr lvl="2"/>
            <a:endParaRPr lang="en-US" altLang="ja-JP" sz="16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12</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2436116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07CFB0-A5A8-5377-569A-3AA7E7F7EC4A}"/>
              </a:ext>
            </a:extLst>
          </p:cNvPr>
          <p:cNvSpPr>
            <a:spLocks noGrp="1"/>
          </p:cNvSpPr>
          <p:nvPr>
            <p:ph type="title"/>
          </p:nvPr>
        </p:nvSpPr>
        <p:spPr/>
        <p:txBody>
          <a:bodyPr/>
          <a:lstStyle/>
          <a:p>
            <a:r>
              <a:rPr kumimoji="1" lang="ja-JP" altLang="en-US" dirty="0"/>
              <a:t>機能概要～管理～</a:t>
            </a:r>
          </a:p>
        </p:txBody>
      </p:sp>
      <p:sp>
        <p:nvSpPr>
          <p:cNvPr id="3" name="コンテンツ プレースホルダー 2">
            <a:extLst>
              <a:ext uri="{FF2B5EF4-FFF2-40B4-BE49-F238E27FC236}">
                <a16:creationId xmlns:a16="http://schemas.microsoft.com/office/drawing/2014/main" id="{B8538AE3-AAEC-0C3C-BFBD-7AA804E20FB1}"/>
              </a:ext>
            </a:extLst>
          </p:cNvPr>
          <p:cNvSpPr>
            <a:spLocks noGrp="1"/>
          </p:cNvSpPr>
          <p:nvPr>
            <p:ph idx="1"/>
          </p:nvPr>
        </p:nvSpPr>
        <p:spPr>
          <a:xfrm>
            <a:off x="495300" y="1161801"/>
            <a:ext cx="8915400" cy="5040313"/>
          </a:xfrm>
        </p:spPr>
        <p:txBody>
          <a:bodyPr/>
          <a:lstStyle/>
          <a:p>
            <a:r>
              <a:rPr lang="ja-JP" altLang="en-US" sz="2000" dirty="0"/>
              <a:t>管理　</a:t>
            </a:r>
            <a:r>
              <a:rPr lang="en-US" altLang="ja-JP" sz="2000" dirty="0"/>
              <a:t>&lt;</a:t>
            </a:r>
            <a:r>
              <a:rPr lang="ja-JP" altLang="en-US" sz="2000" dirty="0"/>
              <a:t>新規機能</a:t>
            </a:r>
            <a:r>
              <a:rPr lang="en-US" altLang="ja-JP" sz="2000" dirty="0"/>
              <a:t>&gt;</a:t>
            </a:r>
          </a:p>
          <a:p>
            <a:pPr marL="0" indent="0">
              <a:buNone/>
            </a:pPr>
            <a:r>
              <a:rPr lang="ja-JP" altLang="en-US" sz="2000" dirty="0"/>
              <a:t>　管理ユーザが利用状況の確認や使用</a:t>
            </a:r>
            <a:r>
              <a:rPr lang="en-US" altLang="ja-JP" sz="2000" dirty="0"/>
              <a:t>AI</a:t>
            </a:r>
            <a:r>
              <a:rPr lang="ja-JP" altLang="en-US" sz="2000" dirty="0"/>
              <a:t>やアクセス権の設定を行う機能</a:t>
            </a:r>
            <a:endParaRPr lang="en-US" altLang="ja-JP" sz="1800" dirty="0"/>
          </a:p>
          <a:p>
            <a:pPr lvl="1"/>
            <a:r>
              <a:rPr lang="ja-JP" altLang="en-US" sz="1800" dirty="0"/>
              <a:t>利用状況</a:t>
            </a:r>
            <a:endParaRPr lang="en-US" altLang="ja-JP" sz="1800" dirty="0"/>
          </a:p>
          <a:p>
            <a:pPr lvl="2"/>
            <a:r>
              <a:rPr lang="ja-JP" altLang="en-US" sz="1600" dirty="0"/>
              <a:t>毎月の利用者数、詳細設計生成数、単体テスト生成数、</a:t>
            </a:r>
            <a:endParaRPr lang="en-US" altLang="ja-JP" sz="1600" dirty="0"/>
          </a:p>
          <a:p>
            <a:pPr marL="914400" lvl="2" indent="0">
              <a:buNone/>
            </a:pPr>
            <a:r>
              <a:rPr lang="ja-JP" altLang="en-US" sz="1600" dirty="0"/>
              <a:t>　</a:t>
            </a:r>
            <a:r>
              <a:rPr lang="en-US" altLang="ja-JP" sz="1600" dirty="0"/>
              <a:t>AI</a:t>
            </a:r>
            <a:r>
              <a:rPr lang="ja-JP" altLang="en-US" sz="1600" dirty="0"/>
              <a:t>利用料金をグラフで表示</a:t>
            </a:r>
            <a:endParaRPr lang="en-US" altLang="ja-JP" sz="1600" dirty="0"/>
          </a:p>
          <a:p>
            <a:pPr marL="914400" lvl="2" indent="0">
              <a:buNone/>
            </a:pPr>
            <a:r>
              <a:rPr lang="ja-JP" altLang="en-US" sz="1600" dirty="0"/>
              <a:t>　</a:t>
            </a:r>
            <a:r>
              <a:rPr lang="en-US" altLang="ja-JP" sz="1600" dirty="0"/>
              <a:t>※</a:t>
            </a:r>
            <a:r>
              <a:rPr lang="ja-JP" altLang="en-US" sz="1600" dirty="0"/>
              <a:t>）利用料金はトークン数から算出</a:t>
            </a:r>
            <a:endParaRPr lang="en-US" altLang="ja-JP" sz="1600" dirty="0"/>
          </a:p>
          <a:p>
            <a:pPr lvl="2"/>
            <a:endParaRPr lang="en-US" altLang="ja-JP" sz="1600" dirty="0"/>
          </a:p>
          <a:p>
            <a:pPr lvl="1"/>
            <a:r>
              <a:rPr lang="ja-JP" altLang="en-US" sz="1800" dirty="0"/>
              <a:t>使用</a:t>
            </a:r>
            <a:r>
              <a:rPr lang="en-US" altLang="ja-JP" sz="1800" dirty="0"/>
              <a:t>AI</a:t>
            </a:r>
            <a:r>
              <a:rPr lang="ja-JP" altLang="en-US" sz="1800" dirty="0"/>
              <a:t>の設定</a:t>
            </a:r>
            <a:endParaRPr lang="en-US" altLang="ja-JP" sz="1800" dirty="0"/>
          </a:p>
          <a:p>
            <a:pPr lvl="2"/>
            <a:r>
              <a:rPr lang="ja-JP" altLang="en-US" sz="1600" dirty="0"/>
              <a:t>ユーザ毎に利用可能な</a:t>
            </a:r>
            <a:r>
              <a:rPr lang="en-US" altLang="ja-JP" sz="1600" dirty="0"/>
              <a:t>AI</a:t>
            </a:r>
            <a:r>
              <a:rPr lang="ja-JP" altLang="en-US" sz="1600" dirty="0"/>
              <a:t>を設定する</a:t>
            </a:r>
            <a:endParaRPr lang="en-US" altLang="ja-JP" sz="1600" dirty="0"/>
          </a:p>
          <a:p>
            <a:pPr lvl="2"/>
            <a:r>
              <a:rPr lang="en-US" altLang="ja-JP" sz="1600" dirty="0"/>
              <a:t>AI</a:t>
            </a:r>
            <a:r>
              <a:rPr lang="ja-JP" altLang="en-US" sz="1600" dirty="0"/>
              <a:t>は「</a:t>
            </a:r>
            <a:r>
              <a:rPr lang="en-US" altLang="ja-JP" sz="1600" dirty="0"/>
              <a:t>GTP3.5-turbo</a:t>
            </a:r>
            <a:r>
              <a:rPr lang="ja-JP" altLang="en-US" sz="1600" dirty="0"/>
              <a:t>」「</a:t>
            </a:r>
            <a:r>
              <a:rPr lang="en-US" altLang="ja-JP" sz="1600" dirty="0"/>
              <a:t>GPT-4o</a:t>
            </a:r>
            <a:r>
              <a:rPr lang="ja-JP" altLang="en-US" sz="1600" dirty="0"/>
              <a:t>」</a:t>
            </a:r>
            <a:endParaRPr lang="en-US" altLang="ja-JP" sz="1600" dirty="0"/>
          </a:p>
          <a:p>
            <a:pPr marL="914400" lvl="2" indent="0">
              <a:buNone/>
            </a:pPr>
            <a:r>
              <a:rPr lang="ja-JP" altLang="en-US" sz="1600" dirty="0"/>
              <a:t>　「</a:t>
            </a:r>
            <a:r>
              <a:rPr lang="en-US" altLang="ja-JP" sz="1600" dirty="0"/>
              <a:t>Claud3-sonet</a:t>
            </a:r>
            <a:r>
              <a:rPr lang="ja-JP" altLang="en-US" sz="1600" dirty="0"/>
              <a:t>」の</a:t>
            </a:r>
            <a:r>
              <a:rPr lang="en-US" altLang="ja-JP" sz="1600" dirty="0"/>
              <a:t>3</a:t>
            </a:r>
            <a:r>
              <a:rPr lang="ja-JP" altLang="en-US" sz="1600" dirty="0"/>
              <a:t>つを想定</a:t>
            </a:r>
            <a:endParaRPr lang="en-US" altLang="ja-JP" sz="1600" dirty="0"/>
          </a:p>
          <a:p>
            <a:pPr lvl="1"/>
            <a:endParaRPr lang="en-US" altLang="ja-JP" sz="1800" dirty="0"/>
          </a:p>
          <a:p>
            <a:pPr lvl="1"/>
            <a:r>
              <a:rPr lang="ja-JP" altLang="en-US" sz="1800" dirty="0"/>
              <a:t>アクセス権の設定</a:t>
            </a:r>
            <a:endParaRPr lang="en-US" altLang="ja-JP" sz="1800" dirty="0"/>
          </a:p>
          <a:p>
            <a:pPr lvl="2"/>
            <a:r>
              <a:rPr lang="ja-JP" altLang="en-US" sz="1400" dirty="0"/>
              <a:t>アクセス可能なグループを登録する</a:t>
            </a:r>
            <a:endParaRPr lang="en-US" altLang="ja-JP" sz="1400" dirty="0"/>
          </a:p>
          <a:p>
            <a:pPr marL="457200" lvl="1" indent="0">
              <a:buNone/>
            </a:pPr>
            <a:endParaRPr lang="en-US" altLang="ja-JP" sz="1800" dirty="0"/>
          </a:p>
          <a:p>
            <a:pPr lvl="1"/>
            <a:endParaRPr lang="en-US" altLang="ja-JP" sz="1800" dirty="0"/>
          </a:p>
        </p:txBody>
      </p:sp>
      <p:sp>
        <p:nvSpPr>
          <p:cNvPr id="4" name="スライド番号プレースホルダー 3">
            <a:extLst>
              <a:ext uri="{FF2B5EF4-FFF2-40B4-BE49-F238E27FC236}">
                <a16:creationId xmlns:a16="http://schemas.microsoft.com/office/drawing/2014/main" id="{ABAC789C-A9C1-6E2E-4C43-8437E82966D8}"/>
              </a:ext>
            </a:extLst>
          </p:cNvPr>
          <p:cNvSpPr>
            <a:spLocks noGrp="1"/>
          </p:cNvSpPr>
          <p:nvPr>
            <p:ph type="sldNum" sz="quarter" idx="11"/>
          </p:nvPr>
        </p:nvSpPr>
        <p:spPr/>
        <p:txBody>
          <a:bodyPr/>
          <a:lstStyle/>
          <a:p>
            <a:fld id="{CA6536ED-BD5D-BB4A-995A-A44D28302799}" type="slidenum">
              <a:rPr lang="en-US" altLang="ja-JP" smtClean="0"/>
              <a:pPr/>
              <a:t>13</a:t>
            </a:fld>
            <a:endParaRPr lang="en-US" altLang="ja-JP"/>
          </a:p>
        </p:txBody>
      </p:sp>
      <p:sp>
        <p:nvSpPr>
          <p:cNvPr id="5" name="フッター プレースホルダー 4">
            <a:extLst>
              <a:ext uri="{FF2B5EF4-FFF2-40B4-BE49-F238E27FC236}">
                <a16:creationId xmlns:a16="http://schemas.microsoft.com/office/drawing/2014/main" id="{3115B9A0-E4C3-B136-736A-D47F0BD1F495}"/>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14" name="テキスト ボックス 13">
            <a:extLst>
              <a:ext uri="{FF2B5EF4-FFF2-40B4-BE49-F238E27FC236}">
                <a16:creationId xmlns:a16="http://schemas.microsoft.com/office/drawing/2014/main" id="{0C9C5EEB-AA13-2CC2-9F46-2D6A1A59FF70}"/>
              </a:ext>
            </a:extLst>
          </p:cNvPr>
          <p:cNvSpPr txBox="1"/>
          <p:nvPr/>
        </p:nvSpPr>
        <p:spPr>
          <a:xfrm>
            <a:off x="7403977" y="2022204"/>
            <a:ext cx="1191352" cy="307777"/>
          </a:xfrm>
          <a:prstGeom prst="rect">
            <a:avLst/>
          </a:prstGeom>
          <a:noFill/>
        </p:spPr>
        <p:txBody>
          <a:bodyPr wrap="none" rtlCol="0">
            <a:spAutoFit/>
          </a:bodyPr>
          <a:lstStyle/>
          <a:p>
            <a:r>
              <a:rPr kumimoji="1" lang="en-US" altLang="ja-JP" sz="1400" dirty="0">
                <a:latin typeface="メイリオ" panose="020B0604030504040204" pitchFamily="50" charset="-128"/>
                <a:ea typeface="メイリオ" panose="020B0604030504040204" pitchFamily="50" charset="-128"/>
              </a:rPr>
              <a:t>&lt;</a:t>
            </a:r>
            <a:r>
              <a:rPr kumimoji="1" lang="ja-JP" altLang="en-US" sz="1400" dirty="0">
                <a:latin typeface="メイリオ" panose="020B0604030504040204" pitchFamily="50" charset="-128"/>
                <a:ea typeface="メイリオ" panose="020B0604030504040204" pitchFamily="50" charset="-128"/>
              </a:rPr>
              <a:t>利用状況</a:t>
            </a:r>
            <a:r>
              <a:rPr kumimoji="1" lang="en-US" altLang="ja-JP" sz="1400" dirty="0">
                <a:latin typeface="メイリオ" panose="020B0604030504040204" pitchFamily="50" charset="-128"/>
                <a:ea typeface="メイリオ" panose="020B0604030504040204" pitchFamily="50" charset="-128"/>
              </a:rPr>
              <a:t>&gt;</a:t>
            </a:r>
            <a:endParaRPr kumimoji="1" lang="ja-JP" altLang="en-US" sz="14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0D267EE9-4477-1187-C5E7-F195FDAA4829}"/>
              </a:ext>
            </a:extLst>
          </p:cNvPr>
          <p:cNvSpPr txBox="1"/>
          <p:nvPr/>
        </p:nvSpPr>
        <p:spPr>
          <a:xfrm>
            <a:off x="7175028" y="3668119"/>
            <a:ext cx="1564852" cy="307777"/>
          </a:xfrm>
          <a:prstGeom prst="rect">
            <a:avLst/>
          </a:prstGeom>
          <a:noFill/>
        </p:spPr>
        <p:txBody>
          <a:bodyPr wrap="none" rtlCol="0">
            <a:spAutoFit/>
          </a:bodyPr>
          <a:lstStyle/>
          <a:p>
            <a:r>
              <a:rPr kumimoji="1" lang="en-US" altLang="ja-JP" sz="1400" dirty="0">
                <a:latin typeface="メイリオ" panose="020B0604030504040204" pitchFamily="50" charset="-128"/>
                <a:ea typeface="メイリオ" panose="020B0604030504040204" pitchFamily="50" charset="-128"/>
              </a:rPr>
              <a:t>&lt;</a:t>
            </a:r>
            <a:r>
              <a:rPr lang="ja-JP" altLang="en-US" sz="1400" dirty="0">
                <a:latin typeface="メイリオ" panose="020B0604030504040204" pitchFamily="50" charset="-128"/>
                <a:ea typeface="メイリオ" panose="020B0604030504040204" pitchFamily="50" charset="-128"/>
              </a:rPr>
              <a:t>使用</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の設定</a:t>
            </a:r>
            <a:r>
              <a:rPr kumimoji="1" lang="en-US" altLang="ja-JP" sz="1400" dirty="0">
                <a:latin typeface="メイリオ" panose="020B0604030504040204" pitchFamily="50" charset="-128"/>
                <a:ea typeface="メイリオ" panose="020B0604030504040204" pitchFamily="50" charset="-128"/>
              </a:rPr>
              <a:t>&gt;</a:t>
            </a:r>
            <a:endParaRPr kumimoji="1" lang="ja-JP" altLang="en-US" sz="1400"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7387EAC4-1FD2-B633-B439-8ADFDA224E81}"/>
              </a:ext>
            </a:extLst>
          </p:cNvPr>
          <p:cNvSpPr txBox="1"/>
          <p:nvPr/>
        </p:nvSpPr>
        <p:spPr>
          <a:xfrm>
            <a:off x="7040516" y="5139258"/>
            <a:ext cx="1909497" cy="307777"/>
          </a:xfrm>
          <a:prstGeom prst="rect">
            <a:avLst/>
          </a:prstGeom>
          <a:noFill/>
        </p:spPr>
        <p:txBody>
          <a:bodyPr wrap="none" rtlCol="0">
            <a:spAutoFit/>
          </a:bodyPr>
          <a:lstStyle/>
          <a:p>
            <a:r>
              <a:rPr kumimoji="1" lang="en-US" altLang="ja-JP" sz="1400" dirty="0">
                <a:latin typeface="メイリオ" panose="020B0604030504040204" pitchFamily="50" charset="-128"/>
                <a:ea typeface="メイリオ" panose="020B0604030504040204" pitchFamily="50" charset="-128"/>
              </a:rPr>
              <a:t>&lt;</a:t>
            </a:r>
            <a:r>
              <a:rPr kumimoji="1" lang="ja-JP" altLang="en-US" sz="1400" dirty="0">
                <a:latin typeface="メイリオ" panose="020B0604030504040204" pitchFamily="50" charset="-128"/>
                <a:ea typeface="メイリオ" panose="020B0604030504040204" pitchFamily="50" charset="-128"/>
              </a:rPr>
              <a:t>アクセス権</a:t>
            </a:r>
            <a:r>
              <a:rPr lang="ja-JP" altLang="en-US" sz="1400" dirty="0">
                <a:latin typeface="メイリオ" panose="020B0604030504040204" pitchFamily="50" charset="-128"/>
                <a:ea typeface="メイリオ" panose="020B0604030504040204" pitchFamily="50" charset="-128"/>
              </a:rPr>
              <a:t>の設定</a:t>
            </a:r>
            <a:r>
              <a:rPr kumimoji="1" lang="en-US" altLang="ja-JP" sz="1400" dirty="0">
                <a:latin typeface="メイリオ" panose="020B0604030504040204" pitchFamily="50" charset="-128"/>
                <a:ea typeface="メイリオ" panose="020B0604030504040204" pitchFamily="50" charset="-128"/>
              </a:rPr>
              <a:t>&gt;</a:t>
            </a:r>
            <a:endParaRPr kumimoji="1" lang="ja-JP" altLang="en-US" sz="1400" dirty="0">
              <a:latin typeface="メイリオ" panose="020B0604030504040204" pitchFamily="50" charset="-128"/>
              <a:ea typeface="メイリオ" panose="020B0604030504040204" pitchFamily="50" charset="-128"/>
            </a:endParaRPr>
          </a:p>
        </p:txBody>
      </p:sp>
      <p:pic>
        <p:nvPicPr>
          <p:cNvPr id="10" name="図 9">
            <a:extLst>
              <a:ext uri="{FF2B5EF4-FFF2-40B4-BE49-F238E27FC236}">
                <a16:creationId xmlns:a16="http://schemas.microsoft.com/office/drawing/2014/main" id="{4ECF33D4-A508-07C5-7C99-12107F7CA547}"/>
              </a:ext>
            </a:extLst>
          </p:cNvPr>
          <p:cNvPicPr>
            <a:picLocks noChangeAspect="1"/>
          </p:cNvPicPr>
          <p:nvPr/>
        </p:nvPicPr>
        <p:blipFill>
          <a:blip r:embed="rId2"/>
          <a:stretch>
            <a:fillRect/>
          </a:stretch>
        </p:blipFill>
        <p:spPr>
          <a:xfrm>
            <a:off x="7170587" y="2292624"/>
            <a:ext cx="1779426" cy="1136376"/>
          </a:xfrm>
          <a:prstGeom prst="rect">
            <a:avLst/>
          </a:prstGeom>
        </p:spPr>
      </p:pic>
      <p:pic>
        <p:nvPicPr>
          <p:cNvPr id="17" name="図 16">
            <a:extLst>
              <a:ext uri="{FF2B5EF4-FFF2-40B4-BE49-F238E27FC236}">
                <a16:creationId xmlns:a16="http://schemas.microsoft.com/office/drawing/2014/main" id="{13F8B59F-5B8A-B720-433B-E2B3A0C1EDF5}"/>
              </a:ext>
            </a:extLst>
          </p:cNvPr>
          <p:cNvPicPr>
            <a:picLocks noChangeAspect="1"/>
          </p:cNvPicPr>
          <p:nvPr/>
        </p:nvPicPr>
        <p:blipFill>
          <a:blip r:embed="rId3"/>
          <a:stretch>
            <a:fillRect/>
          </a:stretch>
        </p:blipFill>
        <p:spPr>
          <a:xfrm>
            <a:off x="6756963" y="3956595"/>
            <a:ext cx="2419116" cy="1036764"/>
          </a:xfrm>
          <a:prstGeom prst="rect">
            <a:avLst/>
          </a:prstGeom>
        </p:spPr>
      </p:pic>
      <p:pic>
        <p:nvPicPr>
          <p:cNvPr id="19" name="図 18">
            <a:extLst>
              <a:ext uri="{FF2B5EF4-FFF2-40B4-BE49-F238E27FC236}">
                <a16:creationId xmlns:a16="http://schemas.microsoft.com/office/drawing/2014/main" id="{9DCA4B4B-4CAC-A00C-8C28-82FB569FDEDD}"/>
              </a:ext>
            </a:extLst>
          </p:cNvPr>
          <p:cNvPicPr>
            <a:picLocks noChangeAspect="1"/>
          </p:cNvPicPr>
          <p:nvPr/>
        </p:nvPicPr>
        <p:blipFill>
          <a:blip r:embed="rId4"/>
          <a:stretch>
            <a:fillRect/>
          </a:stretch>
        </p:blipFill>
        <p:spPr>
          <a:xfrm>
            <a:off x="6789700" y="5443586"/>
            <a:ext cx="2471002" cy="1185961"/>
          </a:xfrm>
          <a:prstGeom prst="rect">
            <a:avLst/>
          </a:prstGeom>
        </p:spPr>
      </p:pic>
    </p:spTree>
    <p:extLst>
      <p:ext uri="{BB962C8B-B14F-4D97-AF65-F5344CB8AC3E}">
        <p14:creationId xmlns:p14="http://schemas.microsoft.com/office/powerpoint/2010/main" val="3691458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9A6B89-5C32-EC09-7873-EC9B3066201D}"/>
              </a:ext>
            </a:extLst>
          </p:cNvPr>
          <p:cNvSpPr>
            <a:spLocks noGrp="1"/>
          </p:cNvSpPr>
          <p:nvPr>
            <p:ph type="title"/>
          </p:nvPr>
        </p:nvSpPr>
        <p:spPr/>
        <p:txBody>
          <a:bodyPr/>
          <a:lstStyle/>
          <a:p>
            <a:r>
              <a:rPr kumimoji="1" lang="ja-JP" altLang="en-US" dirty="0"/>
              <a:t>機能概要～その他～</a:t>
            </a:r>
          </a:p>
        </p:txBody>
      </p:sp>
      <p:sp>
        <p:nvSpPr>
          <p:cNvPr id="3" name="コンテンツ プレースホルダー 2">
            <a:extLst>
              <a:ext uri="{FF2B5EF4-FFF2-40B4-BE49-F238E27FC236}">
                <a16:creationId xmlns:a16="http://schemas.microsoft.com/office/drawing/2014/main" id="{73229C5E-7061-7A35-84FC-1328D7F7E0B9}"/>
              </a:ext>
            </a:extLst>
          </p:cNvPr>
          <p:cNvSpPr>
            <a:spLocks noGrp="1"/>
          </p:cNvSpPr>
          <p:nvPr>
            <p:ph idx="1"/>
          </p:nvPr>
        </p:nvSpPr>
        <p:spPr/>
        <p:txBody>
          <a:bodyPr/>
          <a:lstStyle/>
          <a:p>
            <a:r>
              <a:rPr kumimoji="1" lang="ja-JP" altLang="en-US" dirty="0"/>
              <a:t>認証</a:t>
            </a:r>
            <a:endParaRPr kumimoji="1" lang="en-US" altLang="ja-JP" dirty="0"/>
          </a:p>
          <a:p>
            <a:pPr lvl="1"/>
            <a:r>
              <a:rPr lang="en-US" altLang="ja-JP" sz="2000" dirty="0"/>
              <a:t>AD</a:t>
            </a:r>
            <a:r>
              <a:rPr lang="ja-JP" altLang="en-US" sz="2000" dirty="0"/>
              <a:t>認証によってユーザ情報</a:t>
            </a:r>
            <a:r>
              <a:rPr lang="en-US" altLang="ja-JP" sz="2000" dirty="0"/>
              <a:t>(</a:t>
            </a:r>
            <a:r>
              <a:rPr lang="ja-JP" altLang="en-US" sz="2000" dirty="0"/>
              <a:t>ユーザ名や所属グループ等</a:t>
            </a:r>
            <a:r>
              <a:rPr lang="en-US" altLang="ja-JP" sz="2000" dirty="0"/>
              <a:t>)</a:t>
            </a:r>
            <a:r>
              <a:rPr lang="ja-JP" altLang="en-US" sz="2000" dirty="0"/>
              <a:t>を取得</a:t>
            </a:r>
            <a:endParaRPr lang="en-US" altLang="ja-JP" sz="2000" dirty="0"/>
          </a:p>
          <a:p>
            <a:pPr lvl="1"/>
            <a:r>
              <a:rPr lang="ja-JP" altLang="en-US" sz="2000" dirty="0"/>
              <a:t>管理画面でアクセス可能なグループを登録</a:t>
            </a:r>
            <a:endParaRPr lang="en-US" altLang="ja-JP" sz="2000" dirty="0"/>
          </a:p>
          <a:p>
            <a:endParaRPr kumimoji="1" lang="en-US" altLang="ja-JP" sz="2000" dirty="0"/>
          </a:p>
          <a:p>
            <a:endParaRPr kumimoji="1" lang="en-US" altLang="ja-JP" sz="2000" dirty="0"/>
          </a:p>
          <a:p>
            <a:endParaRPr lang="en-US" altLang="ja-JP" dirty="0"/>
          </a:p>
          <a:p>
            <a:pPr lvl="1"/>
            <a:endParaRPr kumimoji="1" lang="ja-JP" altLang="en-US" sz="2000" dirty="0"/>
          </a:p>
        </p:txBody>
      </p:sp>
      <p:sp>
        <p:nvSpPr>
          <p:cNvPr id="4" name="スライド番号プレースホルダー 3">
            <a:extLst>
              <a:ext uri="{FF2B5EF4-FFF2-40B4-BE49-F238E27FC236}">
                <a16:creationId xmlns:a16="http://schemas.microsoft.com/office/drawing/2014/main" id="{94240B09-B110-3F37-8FD8-9B6B8471BE4B}"/>
              </a:ext>
            </a:extLst>
          </p:cNvPr>
          <p:cNvSpPr>
            <a:spLocks noGrp="1"/>
          </p:cNvSpPr>
          <p:nvPr>
            <p:ph type="sldNum" sz="quarter" idx="11"/>
          </p:nvPr>
        </p:nvSpPr>
        <p:spPr/>
        <p:txBody>
          <a:bodyPr/>
          <a:lstStyle/>
          <a:p>
            <a:fld id="{CA6536ED-BD5D-BB4A-995A-A44D28302799}" type="slidenum">
              <a:rPr lang="en-US" altLang="ja-JP" smtClean="0"/>
              <a:pPr/>
              <a:t>14</a:t>
            </a:fld>
            <a:endParaRPr lang="en-US" altLang="ja-JP"/>
          </a:p>
        </p:txBody>
      </p:sp>
      <p:sp>
        <p:nvSpPr>
          <p:cNvPr id="5" name="フッター プレースホルダー 4">
            <a:extLst>
              <a:ext uri="{FF2B5EF4-FFF2-40B4-BE49-F238E27FC236}">
                <a16:creationId xmlns:a16="http://schemas.microsoft.com/office/drawing/2014/main" id="{CC034A64-DC92-CC61-D8FD-81724FD02258}"/>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1684582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20DEA6-857D-D712-7EAB-192A7397BCCB}"/>
              </a:ext>
            </a:extLst>
          </p:cNvPr>
          <p:cNvSpPr>
            <a:spLocks noGrp="1"/>
          </p:cNvSpPr>
          <p:nvPr>
            <p:ph type="title"/>
          </p:nvPr>
        </p:nvSpPr>
        <p:spPr/>
        <p:txBody>
          <a:bodyPr/>
          <a:lstStyle/>
          <a:p>
            <a:r>
              <a:rPr kumimoji="1" lang="ja-JP" altLang="en-US" dirty="0"/>
              <a:t>要求仕様～非機能要件</a:t>
            </a:r>
            <a:r>
              <a:rPr kumimoji="1" lang="en-US" altLang="ja-JP" dirty="0"/>
              <a:t>(1)</a:t>
            </a:r>
            <a:r>
              <a:rPr kumimoji="1" lang="ja-JP" altLang="en-US" dirty="0"/>
              <a:t>～</a:t>
            </a:r>
          </a:p>
        </p:txBody>
      </p:sp>
      <p:sp>
        <p:nvSpPr>
          <p:cNvPr id="3" name="コンテンツ プレースホルダー 2">
            <a:extLst>
              <a:ext uri="{FF2B5EF4-FFF2-40B4-BE49-F238E27FC236}">
                <a16:creationId xmlns:a16="http://schemas.microsoft.com/office/drawing/2014/main" id="{80A03E82-457C-1C36-CB79-5100891E7AFB}"/>
              </a:ext>
            </a:extLst>
          </p:cNvPr>
          <p:cNvSpPr>
            <a:spLocks noGrp="1"/>
          </p:cNvSpPr>
          <p:nvPr>
            <p:ph idx="1"/>
          </p:nvPr>
        </p:nvSpPr>
        <p:spPr>
          <a:xfrm>
            <a:off x="495300" y="1464326"/>
            <a:ext cx="8915400" cy="5040313"/>
          </a:xfrm>
        </p:spPr>
        <p:txBody>
          <a:bodyPr/>
          <a:lstStyle/>
          <a:p>
            <a:r>
              <a:rPr kumimoji="1" lang="ja-JP" altLang="en-US" sz="2000" dirty="0"/>
              <a:t>画面デザイン</a:t>
            </a:r>
            <a:endParaRPr kumimoji="1" lang="en-US" altLang="ja-JP" sz="2000" dirty="0"/>
          </a:p>
          <a:p>
            <a:pPr lvl="1"/>
            <a:r>
              <a:rPr lang="ja-JP" altLang="en-US" sz="1800" dirty="0"/>
              <a:t>画面デザインは「参考）画面イメージ」を踏襲しつつ、</a:t>
            </a:r>
            <a:r>
              <a:rPr lang="en-US" altLang="ja-JP" sz="1800" dirty="0"/>
              <a:t>UX</a:t>
            </a:r>
            <a:r>
              <a:rPr lang="ja-JP" altLang="en-US" sz="1800" dirty="0"/>
              <a:t>を向上させるためにデザインや文言の統一や画面機能の追加</a:t>
            </a:r>
            <a:r>
              <a:rPr lang="en-US" altLang="ja-JP" sz="1800" dirty="0"/>
              <a:t>/</a:t>
            </a:r>
            <a:r>
              <a:rPr lang="ja-JP" altLang="en-US" sz="1800" dirty="0"/>
              <a:t>削除を行うこと。</a:t>
            </a:r>
            <a:endParaRPr lang="en-US" altLang="ja-JP" sz="1800" dirty="0"/>
          </a:p>
          <a:p>
            <a:pPr lvl="1"/>
            <a:endParaRPr lang="en-US" altLang="ja-JP" sz="1800" dirty="0"/>
          </a:p>
          <a:p>
            <a:r>
              <a:rPr lang="ja-JP" altLang="en-US" sz="2000" dirty="0"/>
              <a:t>実装言語</a:t>
            </a:r>
            <a:endParaRPr lang="en-US" altLang="ja-JP" sz="2000" dirty="0"/>
          </a:p>
          <a:p>
            <a:pPr lvl="1"/>
            <a:r>
              <a:rPr kumimoji="1" lang="en-US" altLang="ja-JP" sz="1800" dirty="0"/>
              <a:t>Python 3.11.8</a:t>
            </a:r>
          </a:p>
          <a:p>
            <a:pPr lvl="1"/>
            <a:r>
              <a:rPr lang="ja-JP" altLang="en-US" sz="1800" dirty="0"/>
              <a:t>フレームワークは</a:t>
            </a:r>
            <a:r>
              <a:rPr lang="en-US" altLang="ja-JP" sz="1800" dirty="0" err="1"/>
              <a:t>Fastapi</a:t>
            </a:r>
            <a:r>
              <a:rPr lang="en-US" altLang="ja-JP" sz="1800" dirty="0"/>
              <a:t> + jinja2</a:t>
            </a:r>
          </a:p>
          <a:p>
            <a:pPr lvl="1"/>
            <a:r>
              <a:rPr lang="ja-JP" altLang="en-US" sz="1800" dirty="0"/>
              <a:t>ログは</a:t>
            </a:r>
            <a:r>
              <a:rPr lang="en-US" altLang="ja-JP" sz="1800" dirty="0"/>
              <a:t>logging</a:t>
            </a:r>
          </a:p>
          <a:p>
            <a:pPr lvl="1"/>
            <a:endParaRPr lang="en-US" altLang="ja-JP" sz="1800" dirty="0"/>
          </a:p>
          <a:p>
            <a:r>
              <a:rPr kumimoji="1" lang="ja-JP" altLang="en-US" sz="2000" dirty="0"/>
              <a:t>パフォーマンス</a:t>
            </a:r>
            <a:endParaRPr kumimoji="1" lang="en-US" altLang="ja-JP" sz="2000" dirty="0"/>
          </a:p>
          <a:p>
            <a:pPr lvl="1"/>
            <a:r>
              <a:rPr lang="ja-JP" altLang="en-US" sz="1800" dirty="0"/>
              <a:t>生成時間：可能な限り高速化すること（システム構成と要相談）</a:t>
            </a:r>
            <a:endParaRPr lang="en-US" altLang="ja-JP" sz="1800" dirty="0"/>
          </a:p>
          <a:p>
            <a:pPr lvl="1"/>
            <a:r>
              <a:rPr kumimoji="1" lang="en-US" altLang="ja-JP" sz="1800" dirty="0"/>
              <a:t>API</a:t>
            </a:r>
            <a:r>
              <a:rPr kumimoji="1" lang="ja-JP" altLang="en-US" sz="1800" dirty="0"/>
              <a:t>の処理は非同期処理にし、複数ユーザ</a:t>
            </a:r>
            <a:r>
              <a:rPr lang="ja-JP" altLang="en-US" sz="1800" dirty="0"/>
              <a:t>が同時利用できるようにすること</a:t>
            </a:r>
            <a:endParaRPr kumimoji="1" lang="en-US" altLang="ja-JP" sz="1800" dirty="0"/>
          </a:p>
          <a:p>
            <a:pPr marL="457200" lvl="1" indent="0">
              <a:buNone/>
            </a:pPr>
            <a:r>
              <a:rPr lang="ja-JP" altLang="en-US" sz="1800" dirty="0"/>
              <a:t>　</a:t>
            </a:r>
            <a:r>
              <a:rPr lang="en-US" altLang="ja-JP" sz="1800" dirty="0"/>
              <a:t>※</a:t>
            </a:r>
            <a:r>
              <a:rPr lang="ja-JP" altLang="en-US" sz="1800" dirty="0"/>
              <a:t>）</a:t>
            </a:r>
            <a:r>
              <a:rPr kumimoji="1" lang="en-US" altLang="ja-JP" sz="1800" dirty="0"/>
              <a:t>1</a:t>
            </a:r>
            <a:r>
              <a:rPr kumimoji="1" lang="ja-JP" altLang="en-US" sz="1800" dirty="0"/>
              <a:t>ユーザが要約作成中も他ユーザが作業できる等</a:t>
            </a:r>
            <a:endParaRPr kumimoji="1" lang="en-US" altLang="ja-JP" sz="1800" dirty="0"/>
          </a:p>
        </p:txBody>
      </p:sp>
      <p:sp>
        <p:nvSpPr>
          <p:cNvPr id="4" name="スライド番号プレースホルダー 3">
            <a:extLst>
              <a:ext uri="{FF2B5EF4-FFF2-40B4-BE49-F238E27FC236}">
                <a16:creationId xmlns:a16="http://schemas.microsoft.com/office/drawing/2014/main" id="{1927BB1E-9819-3567-E661-417B01756649}"/>
              </a:ext>
            </a:extLst>
          </p:cNvPr>
          <p:cNvSpPr>
            <a:spLocks noGrp="1"/>
          </p:cNvSpPr>
          <p:nvPr>
            <p:ph type="sldNum" sz="quarter" idx="11"/>
          </p:nvPr>
        </p:nvSpPr>
        <p:spPr/>
        <p:txBody>
          <a:bodyPr/>
          <a:lstStyle/>
          <a:p>
            <a:fld id="{CA6536ED-BD5D-BB4A-995A-A44D28302799}" type="slidenum">
              <a:rPr lang="en-US" altLang="ja-JP" smtClean="0"/>
              <a:pPr/>
              <a:t>15</a:t>
            </a:fld>
            <a:endParaRPr lang="en-US" altLang="ja-JP"/>
          </a:p>
        </p:txBody>
      </p:sp>
      <p:sp>
        <p:nvSpPr>
          <p:cNvPr id="5" name="フッター プレースホルダー 4">
            <a:extLst>
              <a:ext uri="{FF2B5EF4-FFF2-40B4-BE49-F238E27FC236}">
                <a16:creationId xmlns:a16="http://schemas.microsoft.com/office/drawing/2014/main" id="{80A9DA2E-CAA3-7FCD-583C-72571EFFF64F}"/>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3846379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20DEA6-857D-D712-7EAB-192A7397BCCB}"/>
              </a:ext>
            </a:extLst>
          </p:cNvPr>
          <p:cNvSpPr>
            <a:spLocks noGrp="1"/>
          </p:cNvSpPr>
          <p:nvPr>
            <p:ph type="title"/>
          </p:nvPr>
        </p:nvSpPr>
        <p:spPr/>
        <p:txBody>
          <a:bodyPr/>
          <a:lstStyle/>
          <a:p>
            <a:r>
              <a:rPr kumimoji="1" lang="ja-JP" altLang="en-US" dirty="0"/>
              <a:t>要求仕様～非機能要件</a:t>
            </a:r>
            <a:r>
              <a:rPr kumimoji="1" lang="en-US" altLang="ja-JP" dirty="0"/>
              <a:t>(2)</a:t>
            </a:r>
            <a:r>
              <a:rPr kumimoji="1" lang="ja-JP" altLang="en-US" dirty="0"/>
              <a:t>～</a:t>
            </a:r>
          </a:p>
        </p:txBody>
      </p:sp>
      <p:sp>
        <p:nvSpPr>
          <p:cNvPr id="3" name="コンテンツ プレースホルダー 2">
            <a:extLst>
              <a:ext uri="{FF2B5EF4-FFF2-40B4-BE49-F238E27FC236}">
                <a16:creationId xmlns:a16="http://schemas.microsoft.com/office/drawing/2014/main" id="{80A03E82-457C-1C36-CB79-5100891E7AFB}"/>
              </a:ext>
            </a:extLst>
          </p:cNvPr>
          <p:cNvSpPr>
            <a:spLocks noGrp="1"/>
          </p:cNvSpPr>
          <p:nvPr>
            <p:ph idx="1"/>
          </p:nvPr>
        </p:nvSpPr>
        <p:spPr>
          <a:xfrm>
            <a:off x="495300" y="1517649"/>
            <a:ext cx="8915400" cy="5040313"/>
          </a:xfrm>
        </p:spPr>
        <p:txBody>
          <a:bodyPr/>
          <a:lstStyle/>
          <a:p>
            <a:r>
              <a:rPr lang="ja-JP" altLang="en-US" sz="2000" dirty="0"/>
              <a:t>拡張性</a:t>
            </a:r>
            <a:endParaRPr lang="en-US" altLang="ja-JP" sz="2000" dirty="0"/>
          </a:p>
          <a:p>
            <a:pPr lvl="1"/>
            <a:r>
              <a:rPr kumimoji="1" lang="ja-JP" altLang="en-US" sz="1800" dirty="0"/>
              <a:t>インターフェースを整備し、対応言語を容易に追加できること</a:t>
            </a:r>
            <a:endParaRPr kumimoji="1" lang="en-US" altLang="ja-JP" sz="1800" dirty="0"/>
          </a:p>
          <a:p>
            <a:endParaRPr lang="en-US" altLang="ja-JP" sz="2000" dirty="0"/>
          </a:p>
          <a:p>
            <a:r>
              <a:rPr lang="ja-JP" altLang="en-US" sz="2000" dirty="0"/>
              <a:t>運用・保守</a:t>
            </a:r>
            <a:endParaRPr lang="en-US" altLang="ja-JP" sz="2000" dirty="0"/>
          </a:p>
          <a:p>
            <a:pPr lvl="1"/>
            <a:r>
              <a:rPr lang="ja-JP" altLang="en-US" sz="1800" dirty="0"/>
              <a:t>エラー発生時に可能な限りシステムがダウンしないこと</a:t>
            </a:r>
            <a:endParaRPr lang="en-US" altLang="ja-JP" sz="1800" dirty="0"/>
          </a:p>
          <a:p>
            <a:pPr marL="457200" lvl="1" indent="0">
              <a:buNone/>
            </a:pPr>
            <a:r>
              <a:rPr lang="ja-JP" altLang="en-US" sz="1800" dirty="0"/>
              <a:t>　</a:t>
            </a:r>
            <a:r>
              <a:rPr lang="ja-JP" altLang="en-US" sz="1600" dirty="0"/>
              <a:t>例）</a:t>
            </a:r>
            <a:r>
              <a:rPr lang="en-US" altLang="ja-JP" sz="1600" dirty="0"/>
              <a:t>DB</a:t>
            </a:r>
            <a:r>
              <a:rPr lang="ja-JP" altLang="en-US" sz="1600" dirty="0"/>
              <a:t>データの不整合が発生　→　エラーダイアログを表示、正常データにはアクセス可能</a:t>
            </a:r>
            <a:endParaRPr lang="en-US" altLang="ja-JP" sz="1600" dirty="0"/>
          </a:p>
          <a:p>
            <a:pPr marL="457200" lvl="1" indent="0">
              <a:buNone/>
            </a:pPr>
            <a:r>
              <a:rPr lang="ja-JP" altLang="en-US" sz="1600" dirty="0"/>
              <a:t>　　　</a:t>
            </a:r>
            <a:r>
              <a:rPr lang="en-US" altLang="ja-JP" sz="1600" dirty="0"/>
              <a:t>AI</a:t>
            </a:r>
            <a:r>
              <a:rPr lang="ja-JP" altLang="en-US" sz="1600" dirty="0"/>
              <a:t>の処理でエラーが発生　→　エラーダイアログを表示、再度処理を投げられるようにすること</a:t>
            </a:r>
            <a:endParaRPr lang="en-US" altLang="ja-JP" sz="1600" dirty="0"/>
          </a:p>
          <a:p>
            <a:pPr marL="457200" lvl="1" indent="0">
              <a:buNone/>
            </a:pPr>
            <a:endParaRPr lang="en-US" altLang="ja-JP" sz="1800" dirty="0"/>
          </a:p>
          <a:p>
            <a:pPr lvl="1"/>
            <a:endParaRPr lang="en-US" altLang="ja-JP" sz="1800" dirty="0"/>
          </a:p>
          <a:p>
            <a:r>
              <a:rPr kumimoji="1" lang="ja-JP" altLang="en-US" sz="2000" dirty="0"/>
              <a:t>運用ログ</a:t>
            </a:r>
            <a:endParaRPr kumimoji="1" lang="en-US" altLang="ja-JP" sz="2000" dirty="0"/>
          </a:p>
          <a:p>
            <a:pPr lvl="1"/>
            <a:r>
              <a:rPr kumimoji="1" lang="ja-JP" altLang="en-US" sz="1800" dirty="0"/>
              <a:t>エラー発生時に原因調査のためのログを残すこと</a:t>
            </a:r>
            <a:endParaRPr kumimoji="1" lang="en-US" altLang="ja-JP" sz="1800" dirty="0"/>
          </a:p>
          <a:p>
            <a:pPr lvl="1"/>
            <a:r>
              <a:rPr kumimoji="1" lang="ja-JP" altLang="en-US" sz="1800" dirty="0"/>
              <a:t>動作ログはログレベルを切り替えられること</a:t>
            </a:r>
            <a:endParaRPr kumimoji="1" lang="en-US" altLang="ja-JP" sz="1800" dirty="0"/>
          </a:p>
        </p:txBody>
      </p:sp>
      <p:sp>
        <p:nvSpPr>
          <p:cNvPr id="4" name="スライド番号プレースホルダー 3">
            <a:extLst>
              <a:ext uri="{FF2B5EF4-FFF2-40B4-BE49-F238E27FC236}">
                <a16:creationId xmlns:a16="http://schemas.microsoft.com/office/drawing/2014/main" id="{1927BB1E-9819-3567-E661-417B01756649}"/>
              </a:ext>
            </a:extLst>
          </p:cNvPr>
          <p:cNvSpPr>
            <a:spLocks noGrp="1"/>
          </p:cNvSpPr>
          <p:nvPr>
            <p:ph type="sldNum" sz="quarter" idx="11"/>
          </p:nvPr>
        </p:nvSpPr>
        <p:spPr/>
        <p:txBody>
          <a:bodyPr/>
          <a:lstStyle/>
          <a:p>
            <a:fld id="{CA6536ED-BD5D-BB4A-995A-A44D28302799}" type="slidenum">
              <a:rPr lang="en-US" altLang="ja-JP" smtClean="0"/>
              <a:pPr/>
              <a:t>16</a:t>
            </a:fld>
            <a:endParaRPr lang="en-US" altLang="ja-JP"/>
          </a:p>
        </p:txBody>
      </p:sp>
      <p:sp>
        <p:nvSpPr>
          <p:cNvPr id="5" name="フッター プレースホルダー 4">
            <a:extLst>
              <a:ext uri="{FF2B5EF4-FFF2-40B4-BE49-F238E27FC236}">
                <a16:creationId xmlns:a16="http://schemas.microsoft.com/office/drawing/2014/main" id="{80A9DA2E-CAA3-7FCD-583C-72571EFFF64F}"/>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2735623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24A290-EE66-5357-80C8-FAEC7C1C2BF2}"/>
              </a:ext>
            </a:extLst>
          </p:cNvPr>
          <p:cNvSpPr>
            <a:spLocks noGrp="1"/>
          </p:cNvSpPr>
          <p:nvPr>
            <p:ph type="title"/>
          </p:nvPr>
        </p:nvSpPr>
        <p:spPr/>
        <p:txBody>
          <a:bodyPr/>
          <a:lstStyle/>
          <a:p>
            <a:r>
              <a:rPr kumimoji="1" lang="ja-JP" altLang="en-US"/>
              <a:t>納品物</a:t>
            </a:r>
          </a:p>
        </p:txBody>
      </p:sp>
      <p:sp>
        <p:nvSpPr>
          <p:cNvPr id="3" name="コンテンツ プレースホルダー 2">
            <a:extLst>
              <a:ext uri="{FF2B5EF4-FFF2-40B4-BE49-F238E27FC236}">
                <a16:creationId xmlns:a16="http://schemas.microsoft.com/office/drawing/2014/main" id="{9422AD71-2368-5673-F216-43A5F7A59E11}"/>
              </a:ext>
            </a:extLst>
          </p:cNvPr>
          <p:cNvSpPr>
            <a:spLocks noGrp="1"/>
          </p:cNvSpPr>
          <p:nvPr>
            <p:ph idx="1"/>
          </p:nvPr>
        </p:nvSpPr>
        <p:spPr>
          <a:xfrm>
            <a:off x="475037" y="1052736"/>
            <a:ext cx="8915400" cy="5505226"/>
          </a:xfrm>
        </p:spPr>
        <p:txBody>
          <a:bodyPr/>
          <a:lstStyle/>
          <a:p>
            <a:r>
              <a:rPr kumimoji="1" lang="ja-JP" altLang="en-US" sz="2000" dirty="0"/>
              <a:t>設計書</a:t>
            </a:r>
            <a:endParaRPr kumimoji="1" lang="en-US" altLang="ja-JP" sz="2000" dirty="0"/>
          </a:p>
          <a:p>
            <a:pPr lvl="1"/>
            <a:r>
              <a:rPr kumimoji="1" lang="ja-JP" altLang="en-US" sz="1800" dirty="0"/>
              <a:t>外部仕様書</a:t>
            </a:r>
            <a:endParaRPr kumimoji="1" lang="en-US" altLang="ja-JP" sz="1800" dirty="0"/>
          </a:p>
          <a:p>
            <a:pPr lvl="1"/>
            <a:r>
              <a:rPr kumimoji="1" lang="ja-JP" altLang="en-US" sz="1800" dirty="0"/>
              <a:t>システム構成図（基本のシステム構成図はシーイーシーから提供）</a:t>
            </a:r>
            <a:endParaRPr kumimoji="1" lang="en-US" altLang="ja-JP" sz="1800" dirty="0"/>
          </a:p>
          <a:p>
            <a:pPr lvl="1"/>
            <a:r>
              <a:rPr lang="ja-JP" altLang="en-US" sz="1800" dirty="0"/>
              <a:t>基本設計書（</a:t>
            </a:r>
            <a:r>
              <a:rPr lang="en-US" altLang="ja-JP" sz="1800" dirty="0"/>
              <a:t>API</a:t>
            </a:r>
            <a:r>
              <a:rPr lang="ja-JP" altLang="en-US" sz="1800" dirty="0"/>
              <a:t>、画面、</a:t>
            </a:r>
            <a:r>
              <a:rPr lang="en-US" altLang="ja-JP" sz="1800" dirty="0"/>
              <a:t>DB)</a:t>
            </a:r>
            <a:endParaRPr kumimoji="1" lang="en-US" altLang="ja-JP" sz="1800" dirty="0"/>
          </a:p>
          <a:p>
            <a:endParaRPr lang="en-US" altLang="ja-JP" sz="2000" dirty="0"/>
          </a:p>
          <a:p>
            <a:r>
              <a:rPr lang="ja-JP" altLang="en-US" sz="2000" dirty="0"/>
              <a:t>テスト仕様書・テストデータ</a:t>
            </a:r>
            <a:endParaRPr kumimoji="1" lang="en-US" altLang="ja-JP" sz="2000" dirty="0"/>
          </a:p>
          <a:p>
            <a:pPr lvl="1"/>
            <a:r>
              <a:rPr kumimoji="1" lang="en-US" altLang="ja-JP" sz="1800" dirty="0"/>
              <a:t>IT/ST</a:t>
            </a:r>
            <a:r>
              <a:rPr kumimoji="1" lang="ja-JP" altLang="en-US" sz="1800" dirty="0"/>
              <a:t>のテスト仕様書</a:t>
            </a:r>
            <a:endParaRPr kumimoji="1" lang="en-US" altLang="ja-JP" sz="1800" dirty="0"/>
          </a:p>
          <a:p>
            <a:pPr lvl="1"/>
            <a:r>
              <a:rPr kumimoji="1" lang="en-US" altLang="ja-JP" sz="1800" dirty="0"/>
              <a:t>ST</a:t>
            </a:r>
            <a:r>
              <a:rPr kumimoji="1" lang="ja-JP" altLang="en-US" sz="1800" dirty="0"/>
              <a:t>で使用したテストデータ</a:t>
            </a:r>
            <a:endParaRPr kumimoji="1" lang="en-US" altLang="ja-JP" sz="1800" dirty="0"/>
          </a:p>
          <a:p>
            <a:endParaRPr lang="en-US" altLang="ja-JP" sz="2000" dirty="0"/>
          </a:p>
          <a:p>
            <a:r>
              <a:rPr lang="ja-JP" altLang="en-US" sz="2000" dirty="0"/>
              <a:t>その他</a:t>
            </a:r>
            <a:endParaRPr lang="en-US" altLang="ja-JP" sz="2000" dirty="0"/>
          </a:p>
          <a:p>
            <a:pPr lvl="1"/>
            <a:r>
              <a:rPr lang="ja-JP" altLang="en-US" sz="1800" dirty="0"/>
              <a:t>ソースコード、</a:t>
            </a:r>
            <a:r>
              <a:rPr lang="en-US" altLang="ja-JP" sz="1800" dirty="0"/>
              <a:t>Compose</a:t>
            </a:r>
            <a:r>
              <a:rPr lang="ja-JP" altLang="en-US" sz="1800" dirty="0"/>
              <a:t>ファイル</a:t>
            </a:r>
            <a:endParaRPr lang="en-US" altLang="ja-JP" sz="1800" dirty="0"/>
          </a:p>
          <a:p>
            <a:pPr lvl="1"/>
            <a:r>
              <a:rPr lang="ja-JP" altLang="en-US" sz="1800" dirty="0"/>
              <a:t>環境構築手順書</a:t>
            </a:r>
            <a:endParaRPr lang="en-US" altLang="ja-JP" sz="1800"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2B88D696-8549-D29B-C090-3C29CC4E1581}"/>
              </a:ext>
            </a:extLst>
          </p:cNvPr>
          <p:cNvSpPr>
            <a:spLocks noGrp="1"/>
          </p:cNvSpPr>
          <p:nvPr>
            <p:ph type="sldNum" sz="quarter" idx="11"/>
          </p:nvPr>
        </p:nvSpPr>
        <p:spPr/>
        <p:txBody>
          <a:bodyPr/>
          <a:lstStyle/>
          <a:p>
            <a:fld id="{CA6536ED-BD5D-BB4A-995A-A44D28302799}" type="slidenum">
              <a:rPr lang="en-US" altLang="ja-JP" smtClean="0"/>
              <a:pPr/>
              <a:t>17</a:t>
            </a:fld>
            <a:endParaRPr lang="en-US" altLang="ja-JP"/>
          </a:p>
        </p:txBody>
      </p:sp>
      <p:sp>
        <p:nvSpPr>
          <p:cNvPr id="5" name="フッター プレースホルダー 4">
            <a:extLst>
              <a:ext uri="{FF2B5EF4-FFF2-40B4-BE49-F238E27FC236}">
                <a16:creationId xmlns:a16="http://schemas.microsoft.com/office/drawing/2014/main" id="{CF1ADF58-ADE2-9FF1-015C-754547E2F3DB}"/>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2699640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表 20">
            <a:extLst>
              <a:ext uri="{FF2B5EF4-FFF2-40B4-BE49-F238E27FC236}">
                <a16:creationId xmlns:a16="http://schemas.microsoft.com/office/drawing/2014/main" id="{2F3B6F34-5D49-55B1-9F3C-24B078C1C220}"/>
              </a:ext>
            </a:extLst>
          </p:cNvPr>
          <p:cNvGraphicFramePr>
            <a:graphicFrameLocks noGrp="1"/>
          </p:cNvGraphicFramePr>
          <p:nvPr>
            <p:extLst>
              <p:ext uri="{D42A27DB-BD31-4B8C-83A1-F6EECF244321}">
                <p14:modId xmlns:p14="http://schemas.microsoft.com/office/powerpoint/2010/main" val="1299332639"/>
              </p:ext>
            </p:extLst>
          </p:nvPr>
        </p:nvGraphicFramePr>
        <p:xfrm>
          <a:off x="704528" y="1340768"/>
          <a:ext cx="8653124" cy="2743200"/>
        </p:xfrm>
        <a:graphic>
          <a:graphicData uri="http://schemas.openxmlformats.org/drawingml/2006/table">
            <a:tbl>
              <a:tblPr firstRow="1" bandRow="1">
                <a:tableStyleId>{21E4AEA4-8DFA-4A89-87EB-49C32662AFE0}</a:tableStyleId>
              </a:tblPr>
              <a:tblGrid>
                <a:gridCol w="493957">
                  <a:extLst>
                    <a:ext uri="{9D8B030D-6E8A-4147-A177-3AD203B41FA5}">
                      <a16:colId xmlns:a16="http://schemas.microsoft.com/office/drawing/2014/main" val="822028755"/>
                    </a:ext>
                  </a:extLst>
                </a:gridCol>
                <a:gridCol w="2231932">
                  <a:extLst>
                    <a:ext uri="{9D8B030D-6E8A-4147-A177-3AD203B41FA5}">
                      <a16:colId xmlns:a16="http://schemas.microsoft.com/office/drawing/2014/main" val="1917657885"/>
                    </a:ext>
                  </a:extLst>
                </a:gridCol>
                <a:gridCol w="1324911">
                  <a:extLst>
                    <a:ext uri="{9D8B030D-6E8A-4147-A177-3AD203B41FA5}">
                      <a16:colId xmlns:a16="http://schemas.microsoft.com/office/drawing/2014/main" val="373676838"/>
                    </a:ext>
                  </a:extLst>
                </a:gridCol>
                <a:gridCol w="1534108">
                  <a:extLst>
                    <a:ext uri="{9D8B030D-6E8A-4147-A177-3AD203B41FA5}">
                      <a16:colId xmlns:a16="http://schemas.microsoft.com/office/drawing/2014/main" val="739425123"/>
                    </a:ext>
                  </a:extLst>
                </a:gridCol>
                <a:gridCol w="1534108">
                  <a:extLst>
                    <a:ext uri="{9D8B030D-6E8A-4147-A177-3AD203B41FA5}">
                      <a16:colId xmlns:a16="http://schemas.microsoft.com/office/drawing/2014/main" val="1044809239"/>
                    </a:ext>
                  </a:extLst>
                </a:gridCol>
                <a:gridCol w="1534108">
                  <a:extLst>
                    <a:ext uri="{9D8B030D-6E8A-4147-A177-3AD203B41FA5}">
                      <a16:colId xmlns:a16="http://schemas.microsoft.com/office/drawing/2014/main" val="3022764277"/>
                    </a:ext>
                  </a:extLst>
                </a:gridCol>
              </a:tblGrid>
              <a:tr h="259080">
                <a:tc>
                  <a:txBody>
                    <a:bodyPr/>
                    <a:lstStyle>
                      <a:lvl1pPr marL="0" algn="l" defTabSz="914400" rtl="0" eaLnBrk="1" latinLnBrk="0" hangingPunct="1">
                        <a:defRPr kumimoji="1" sz="1800" b="1" kern="1200">
                          <a:solidFill>
                            <a:schemeClr val="lt1"/>
                          </a:solidFill>
                          <a:latin typeface="メイリオ"/>
                          <a:ea typeface="メイリオ"/>
                        </a:defRPr>
                      </a:lvl1pPr>
                      <a:lvl2pPr marL="457200" algn="l" defTabSz="914400" rtl="0" eaLnBrk="1" latinLnBrk="0" hangingPunct="1">
                        <a:defRPr kumimoji="1" sz="1800" b="1" kern="1200">
                          <a:solidFill>
                            <a:schemeClr val="lt1"/>
                          </a:solidFill>
                          <a:latin typeface="メイリオ"/>
                          <a:ea typeface="メイリオ"/>
                        </a:defRPr>
                      </a:lvl2pPr>
                      <a:lvl3pPr marL="914400" algn="l" defTabSz="914400" rtl="0" eaLnBrk="1" latinLnBrk="0" hangingPunct="1">
                        <a:defRPr kumimoji="1" sz="1800" b="1" kern="1200">
                          <a:solidFill>
                            <a:schemeClr val="lt1"/>
                          </a:solidFill>
                          <a:latin typeface="メイリオ"/>
                          <a:ea typeface="メイリオ"/>
                        </a:defRPr>
                      </a:lvl3pPr>
                      <a:lvl4pPr marL="1371600" algn="l" defTabSz="914400" rtl="0" eaLnBrk="1" latinLnBrk="0" hangingPunct="1">
                        <a:defRPr kumimoji="1" sz="1800" b="1" kern="1200">
                          <a:solidFill>
                            <a:schemeClr val="lt1"/>
                          </a:solidFill>
                          <a:latin typeface="メイリオ"/>
                          <a:ea typeface="メイリオ"/>
                        </a:defRPr>
                      </a:lvl4pPr>
                      <a:lvl5pPr marL="1828800" algn="l" defTabSz="914400" rtl="0" eaLnBrk="1" latinLnBrk="0" hangingPunct="1">
                        <a:defRPr kumimoji="1" sz="1800" b="1" kern="1200">
                          <a:solidFill>
                            <a:schemeClr val="lt1"/>
                          </a:solidFill>
                          <a:latin typeface="メイリオ"/>
                          <a:ea typeface="メイリオ"/>
                        </a:defRPr>
                      </a:lvl5pPr>
                      <a:lvl6pPr marL="2286000" algn="l" defTabSz="914400" rtl="0" eaLnBrk="1" latinLnBrk="0" hangingPunct="1">
                        <a:defRPr kumimoji="1" sz="1800" b="1" kern="1200">
                          <a:solidFill>
                            <a:schemeClr val="lt1"/>
                          </a:solidFill>
                          <a:latin typeface="メイリオ"/>
                          <a:ea typeface="メイリオ"/>
                        </a:defRPr>
                      </a:lvl6pPr>
                      <a:lvl7pPr marL="2743200" algn="l" defTabSz="914400" rtl="0" eaLnBrk="1" latinLnBrk="0" hangingPunct="1">
                        <a:defRPr kumimoji="1" sz="1800" b="1" kern="1200">
                          <a:solidFill>
                            <a:schemeClr val="lt1"/>
                          </a:solidFill>
                          <a:latin typeface="メイリオ"/>
                          <a:ea typeface="メイリオ"/>
                        </a:defRPr>
                      </a:lvl7pPr>
                      <a:lvl8pPr marL="3200400" algn="l" defTabSz="914400" rtl="0" eaLnBrk="1" latinLnBrk="0" hangingPunct="1">
                        <a:defRPr kumimoji="1" sz="1800" b="1" kern="1200">
                          <a:solidFill>
                            <a:schemeClr val="lt1"/>
                          </a:solidFill>
                          <a:latin typeface="メイリオ"/>
                          <a:ea typeface="メイリオ"/>
                        </a:defRPr>
                      </a:lvl8pPr>
                      <a:lvl9pPr marL="3657600" algn="l" defTabSz="914400" rtl="0" eaLnBrk="1" latinLnBrk="0" hangingPunct="1">
                        <a:defRPr kumimoji="1" sz="1800" b="1" kern="1200">
                          <a:solidFill>
                            <a:schemeClr val="lt1"/>
                          </a:solidFill>
                          <a:latin typeface="メイリオ"/>
                          <a:ea typeface="メイリオ"/>
                        </a:defRPr>
                      </a:lvl9pPr>
                    </a:lstStyle>
                    <a:p>
                      <a:r>
                        <a:rPr kumimoji="1" lang="en-US" altLang="ja-JP" sz="1100"/>
                        <a:t>No.</a:t>
                      </a:r>
                      <a:endParaRPr kumimoji="1" lang="ja-JP" altLang="en-US" sz="1100"/>
                    </a:p>
                  </a:txBody>
                  <a:tcPr/>
                </a:tc>
                <a:tc>
                  <a:txBody>
                    <a:bodyPr/>
                    <a:lstStyle>
                      <a:lvl1pPr marL="0" algn="l" defTabSz="914400" rtl="0" eaLnBrk="1" latinLnBrk="0" hangingPunct="1">
                        <a:defRPr kumimoji="1" sz="1800" b="1" kern="1200">
                          <a:solidFill>
                            <a:schemeClr val="lt1"/>
                          </a:solidFill>
                          <a:latin typeface="メイリオ"/>
                          <a:ea typeface="メイリオ"/>
                        </a:defRPr>
                      </a:lvl1pPr>
                      <a:lvl2pPr marL="457200" algn="l" defTabSz="914400" rtl="0" eaLnBrk="1" latinLnBrk="0" hangingPunct="1">
                        <a:defRPr kumimoji="1" sz="1800" b="1" kern="1200">
                          <a:solidFill>
                            <a:schemeClr val="lt1"/>
                          </a:solidFill>
                          <a:latin typeface="メイリオ"/>
                          <a:ea typeface="メイリオ"/>
                        </a:defRPr>
                      </a:lvl2pPr>
                      <a:lvl3pPr marL="914400" algn="l" defTabSz="914400" rtl="0" eaLnBrk="1" latinLnBrk="0" hangingPunct="1">
                        <a:defRPr kumimoji="1" sz="1800" b="1" kern="1200">
                          <a:solidFill>
                            <a:schemeClr val="lt1"/>
                          </a:solidFill>
                          <a:latin typeface="メイリオ"/>
                          <a:ea typeface="メイリオ"/>
                        </a:defRPr>
                      </a:lvl3pPr>
                      <a:lvl4pPr marL="1371600" algn="l" defTabSz="914400" rtl="0" eaLnBrk="1" latinLnBrk="0" hangingPunct="1">
                        <a:defRPr kumimoji="1" sz="1800" b="1" kern="1200">
                          <a:solidFill>
                            <a:schemeClr val="lt1"/>
                          </a:solidFill>
                          <a:latin typeface="メイリオ"/>
                          <a:ea typeface="メイリオ"/>
                        </a:defRPr>
                      </a:lvl4pPr>
                      <a:lvl5pPr marL="1828800" algn="l" defTabSz="914400" rtl="0" eaLnBrk="1" latinLnBrk="0" hangingPunct="1">
                        <a:defRPr kumimoji="1" sz="1800" b="1" kern="1200">
                          <a:solidFill>
                            <a:schemeClr val="lt1"/>
                          </a:solidFill>
                          <a:latin typeface="メイリオ"/>
                          <a:ea typeface="メイリオ"/>
                        </a:defRPr>
                      </a:lvl5pPr>
                      <a:lvl6pPr marL="2286000" algn="l" defTabSz="914400" rtl="0" eaLnBrk="1" latinLnBrk="0" hangingPunct="1">
                        <a:defRPr kumimoji="1" sz="1800" b="1" kern="1200">
                          <a:solidFill>
                            <a:schemeClr val="lt1"/>
                          </a:solidFill>
                          <a:latin typeface="メイリオ"/>
                          <a:ea typeface="メイリオ"/>
                        </a:defRPr>
                      </a:lvl6pPr>
                      <a:lvl7pPr marL="2743200" algn="l" defTabSz="914400" rtl="0" eaLnBrk="1" latinLnBrk="0" hangingPunct="1">
                        <a:defRPr kumimoji="1" sz="1800" b="1" kern="1200">
                          <a:solidFill>
                            <a:schemeClr val="lt1"/>
                          </a:solidFill>
                          <a:latin typeface="メイリオ"/>
                          <a:ea typeface="メイリオ"/>
                        </a:defRPr>
                      </a:lvl7pPr>
                      <a:lvl8pPr marL="3200400" algn="l" defTabSz="914400" rtl="0" eaLnBrk="1" latinLnBrk="0" hangingPunct="1">
                        <a:defRPr kumimoji="1" sz="1800" b="1" kern="1200">
                          <a:solidFill>
                            <a:schemeClr val="lt1"/>
                          </a:solidFill>
                          <a:latin typeface="メイリオ"/>
                          <a:ea typeface="メイリオ"/>
                        </a:defRPr>
                      </a:lvl8pPr>
                      <a:lvl9pPr marL="3657600" algn="l" defTabSz="914400" rtl="0" eaLnBrk="1" latinLnBrk="0" hangingPunct="1">
                        <a:defRPr kumimoji="1" sz="1800" b="1" kern="1200">
                          <a:solidFill>
                            <a:schemeClr val="lt1"/>
                          </a:solidFill>
                          <a:latin typeface="メイリオ"/>
                          <a:ea typeface="メイリオ"/>
                        </a:defRPr>
                      </a:lvl9pPr>
                    </a:lstStyle>
                    <a:p>
                      <a:r>
                        <a:rPr kumimoji="1" lang="ja-JP" altLang="en-US" sz="1100"/>
                        <a:t>作業内容</a:t>
                      </a:r>
                    </a:p>
                  </a:txBody>
                  <a:tcPr/>
                </a:tc>
                <a:tc>
                  <a:txBody>
                    <a:bodyPr/>
                    <a:lstStyle>
                      <a:lvl1pPr marL="0" algn="l" defTabSz="914400" rtl="0" eaLnBrk="1" latinLnBrk="0" hangingPunct="1">
                        <a:defRPr kumimoji="1" sz="1800" b="1" kern="1200">
                          <a:solidFill>
                            <a:schemeClr val="lt1"/>
                          </a:solidFill>
                          <a:latin typeface="メイリオ"/>
                          <a:ea typeface="メイリオ"/>
                        </a:defRPr>
                      </a:lvl1pPr>
                      <a:lvl2pPr marL="457200" algn="l" defTabSz="914400" rtl="0" eaLnBrk="1" latinLnBrk="0" hangingPunct="1">
                        <a:defRPr kumimoji="1" sz="1800" b="1" kern="1200">
                          <a:solidFill>
                            <a:schemeClr val="lt1"/>
                          </a:solidFill>
                          <a:latin typeface="メイリオ"/>
                          <a:ea typeface="メイリオ"/>
                        </a:defRPr>
                      </a:lvl2pPr>
                      <a:lvl3pPr marL="914400" algn="l" defTabSz="914400" rtl="0" eaLnBrk="1" latinLnBrk="0" hangingPunct="1">
                        <a:defRPr kumimoji="1" sz="1800" b="1" kern="1200">
                          <a:solidFill>
                            <a:schemeClr val="lt1"/>
                          </a:solidFill>
                          <a:latin typeface="メイリオ"/>
                          <a:ea typeface="メイリオ"/>
                        </a:defRPr>
                      </a:lvl3pPr>
                      <a:lvl4pPr marL="1371600" algn="l" defTabSz="914400" rtl="0" eaLnBrk="1" latinLnBrk="0" hangingPunct="1">
                        <a:defRPr kumimoji="1" sz="1800" b="1" kern="1200">
                          <a:solidFill>
                            <a:schemeClr val="lt1"/>
                          </a:solidFill>
                          <a:latin typeface="メイリオ"/>
                          <a:ea typeface="メイリオ"/>
                        </a:defRPr>
                      </a:lvl4pPr>
                      <a:lvl5pPr marL="1828800" algn="l" defTabSz="914400" rtl="0" eaLnBrk="1" latinLnBrk="0" hangingPunct="1">
                        <a:defRPr kumimoji="1" sz="1800" b="1" kern="1200">
                          <a:solidFill>
                            <a:schemeClr val="lt1"/>
                          </a:solidFill>
                          <a:latin typeface="メイリオ"/>
                          <a:ea typeface="メイリオ"/>
                        </a:defRPr>
                      </a:lvl5pPr>
                      <a:lvl6pPr marL="2286000" algn="l" defTabSz="914400" rtl="0" eaLnBrk="1" latinLnBrk="0" hangingPunct="1">
                        <a:defRPr kumimoji="1" sz="1800" b="1" kern="1200">
                          <a:solidFill>
                            <a:schemeClr val="lt1"/>
                          </a:solidFill>
                          <a:latin typeface="メイリオ"/>
                          <a:ea typeface="メイリオ"/>
                        </a:defRPr>
                      </a:lvl6pPr>
                      <a:lvl7pPr marL="2743200" algn="l" defTabSz="914400" rtl="0" eaLnBrk="1" latinLnBrk="0" hangingPunct="1">
                        <a:defRPr kumimoji="1" sz="1800" b="1" kern="1200">
                          <a:solidFill>
                            <a:schemeClr val="lt1"/>
                          </a:solidFill>
                          <a:latin typeface="メイリオ"/>
                          <a:ea typeface="メイリオ"/>
                        </a:defRPr>
                      </a:lvl7pPr>
                      <a:lvl8pPr marL="3200400" algn="l" defTabSz="914400" rtl="0" eaLnBrk="1" latinLnBrk="0" hangingPunct="1">
                        <a:defRPr kumimoji="1" sz="1800" b="1" kern="1200">
                          <a:solidFill>
                            <a:schemeClr val="lt1"/>
                          </a:solidFill>
                          <a:latin typeface="メイリオ"/>
                          <a:ea typeface="メイリオ"/>
                        </a:defRPr>
                      </a:lvl8pPr>
                      <a:lvl9pPr marL="3657600" algn="l" defTabSz="914400" rtl="0" eaLnBrk="1" latinLnBrk="0" hangingPunct="1">
                        <a:defRPr kumimoji="1" sz="1800" b="1" kern="1200">
                          <a:solidFill>
                            <a:schemeClr val="lt1"/>
                          </a:solidFill>
                          <a:latin typeface="メイリオ"/>
                          <a:ea typeface="メイリオ"/>
                        </a:defRPr>
                      </a:lvl9pPr>
                    </a:lstStyle>
                    <a:p>
                      <a:r>
                        <a:rPr kumimoji="1" lang="ja-JP" altLang="en-US" sz="1100"/>
                        <a:t>担当</a:t>
                      </a:r>
                    </a:p>
                  </a:txBody>
                  <a:tcPr/>
                </a:tc>
                <a:tc>
                  <a:txBody>
                    <a:bodyPr/>
                    <a:lstStyle>
                      <a:lvl1pPr marL="0" algn="l" defTabSz="914400" rtl="0" eaLnBrk="1" latinLnBrk="0" hangingPunct="1">
                        <a:defRPr kumimoji="1" sz="1800" b="1" kern="1200">
                          <a:solidFill>
                            <a:schemeClr val="lt1"/>
                          </a:solidFill>
                          <a:latin typeface="メイリオ"/>
                          <a:ea typeface="メイリオ"/>
                        </a:defRPr>
                      </a:lvl1pPr>
                      <a:lvl2pPr marL="457200" algn="l" defTabSz="914400" rtl="0" eaLnBrk="1" latinLnBrk="0" hangingPunct="1">
                        <a:defRPr kumimoji="1" sz="1800" b="1" kern="1200">
                          <a:solidFill>
                            <a:schemeClr val="lt1"/>
                          </a:solidFill>
                          <a:latin typeface="メイリオ"/>
                          <a:ea typeface="メイリオ"/>
                        </a:defRPr>
                      </a:lvl2pPr>
                      <a:lvl3pPr marL="914400" algn="l" defTabSz="914400" rtl="0" eaLnBrk="1" latinLnBrk="0" hangingPunct="1">
                        <a:defRPr kumimoji="1" sz="1800" b="1" kern="1200">
                          <a:solidFill>
                            <a:schemeClr val="lt1"/>
                          </a:solidFill>
                          <a:latin typeface="メイリオ"/>
                          <a:ea typeface="メイリオ"/>
                        </a:defRPr>
                      </a:lvl3pPr>
                      <a:lvl4pPr marL="1371600" algn="l" defTabSz="914400" rtl="0" eaLnBrk="1" latinLnBrk="0" hangingPunct="1">
                        <a:defRPr kumimoji="1" sz="1800" b="1" kern="1200">
                          <a:solidFill>
                            <a:schemeClr val="lt1"/>
                          </a:solidFill>
                          <a:latin typeface="メイリオ"/>
                          <a:ea typeface="メイリオ"/>
                        </a:defRPr>
                      </a:lvl4pPr>
                      <a:lvl5pPr marL="1828800" algn="l" defTabSz="914400" rtl="0" eaLnBrk="1" latinLnBrk="0" hangingPunct="1">
                        <a:defRPr kumimoji="1" sz="1800" b="1" kern="1200">
                          <a:solidFill>
                            <a:schemeClr val="lt1"/>
                          </a:solidFill>
                          <a:latin typeface="メイリオ"/>
                          <a:ea typeface="メイリオ"/>
                        </a:defRPr>
                      </a:lvl5pPr>
                      <a:lvl6pPr marL="2286000" algn="l" defTabSz="914400" rtl="0" eaLnBrk="1" latinLnBrk="0" hangingPunct="1">
                        <a:defRPr kumimoji="1" sz="1800" b="1" kern="1200">
                          <a:solidFill>
                            <a:schemeClr val="lt1"/>
                          </a:solidFill>
                          <a:latin typeface="メイリオ"/>
                          <a:ea typeface="メイリオ"/>
                        </a:defRPr>
                      </a:lvl6pPr>
                      <a:lvl7pPr marL="2743200" algn="l" defTabSz="914400" rtl="0" eaLnBrk="1" latinLnBrk="0" hangingPunct="1">
                        <a:defRPr kumimoji="1" sz="1800" b="1" kern="1200">
                          <a:solidFill>
                            <a:schemeClr val="lt1"/>
                          </a:solidFill>
                          <a:latin typeface="メイリオ"/>
                          <a:ea typeface="メイリオ"/>
                        </a:defRPr>
                      </a:lvl7pPr>
                      <a:lvl8pPr marL="3200400" algn="l" defTabSz="914400" rtl="0" eaLnBrk="1" latinLnBrk="0" hangingPunct="1">
                        <a:defRPr kumimoji="1" sz="1800" b="1" kern="1200">
                          <a:solidFill>
                            <a:schemeClr val="lt1"/>
                          </a:solidFill>
                          <a:latin typeface="メイリオ"/>
                          <a:ea typeface="メイリオ"/>
                        </a:defRPr>
                      </a:lvl8pPr>
                      <a:lvl9pPr marL="3657600" algn="l" defTabSz="914400" rtl="0" eaLnBrk="1" latinLnBrk="0" hangingPunct="1">
                        <a:defRPr kumimoji="1" sz="1800" b="1" kern="1200">
                          <a:solidFill>
                            <a:schemeClr val="lt1"/>
                          </a:solidFill>
                          <a:latin typeface="メイリオ"/>
                          <a:ea typeface="メイリオ"/>
                        </a:defRPr>
                      </a:lvl9pPr>
                    </a:lstStyle>
                    <a:p>
                      <a:r>
                        <a:rPr kumimoji="1" lang="en-US" altLang="ja-JP" sz="1100"/>
                        <a:t>N</a:t>
                      </a:r>
                      <a:r>
                        <a:rPr kumimoji="1" lang="ja-JP" altLang="en-US" sz="1100"/>
                        <a:t>月</a:t>
                      </a:r>
                    </a:p>
                  </a:txBody>
                  <a:tcPr/>
                </a:tc>
                <a:tc>
                  <a:txBody>
                    <a:bodyPr/>
                    <a:lstStyle>
                      <a:lvl1pPr marL="0" algn="l" defTabSz="914400" rtl="0" eaLnBrk="1" latinLnBrk="0" hangingPunct="1">
                        <a:defRPr kumimoji="1" sz="1800" b="1" kern="1200">
                          <a:solidFill>
                            <a:schemeClr val="lt1"/>
                          </a:solidFill>
                          <a:latin typeface="メイリオ"/>
                          <a:ea typeface="メイリオ"/>
                        </a:defRPr>
                      </a:lvl1pPr>
                      <a:lvl2pPr marL="457200" algn="l" defTabSz="914400" rtl="0" eaLnBrk="1" latinLnBrk="0" hangingPunct="1">
                        <a:defRPr kumimoji="1" sz="1800" b="1" kern="1200">
                          <a:solidFill>
                            <a:schemeClr val="lt1"/>
                          </a:solidFill>
                          <a:latin typeface="メイリオ"/>
                          <a:ea typeface="メイリオ"/>
                        </a:defRPr>
                      </a:lvl2pPr>
                      <a:lvl3pPr marL="914400" algn="l" defTabSz="914400" rtl="0" eaLnBrk="1" latinLnBrk="0" hangingPunct="1">
                        <a:defRPr kumimoji="1" sz="1800" b="1" kern="1200">
                          <a:solidFill>
                            <a:schemeClr val="lt1"/>
                          </a:solidFill>
                          <a:latin typeface="メイリオ"/>
                          <a:ea typeface="メイリオ"/>
                        </a:defRPr>
                      </a:lvl3pPr>
                      <a:lvl4pPr marL="1371600" algn="l" defTabSz="914400" rtl="0" eaLnBrk="1" latinLnBrk="0" hangingPunct="1">
                        <a:defRPr kumimoji="1" sz="1800" b="1" kern="1200">
                          <a:solidFill>
                            <a:schemeClr val="lt1"/>
                          </a:solidFill>
                          <a:latin typeface="メイリオ"/>
                          <a:ea typeface="メイリオ"/>
                        </a:defRPr>
                      </a:lvl4pPr>
                      <a:lvl5pPr marL="1828800" algn="l" defTabSz="914400" rtl="0" eaLnBrk="1" latinLnBrk="0" hangingPunct="1">
                        <a:defRPr kumimoji="1" sz="1800" b="1" kern="1200">
                          <a:solidFill>
                            <a:schemeClr val="lt1"/>
                          </a:solidFill>
                          <a:latin typeface="メイリオ"/>
                          <a:ea typeface="メイリオ"/>
                        </a:defRPr>
                      </a:lvl5pPr>
                      <a:lvl6pPr marL="2286000" algn="l" defTabSz="914400" rtl="0" eaLnBrk="1" latinLnBrk="0" hangingPunct="1">
                        <a:defRPr kumimoji="1" sz="1800" b="1" kern="1200">
                          <a:solidFill>
                            <a:schemeClr val="lt1"/>
                          </a:solidFill>
                          <a:latin typeface="メイリオ"/>
                          <a:ea typeface="メイリオ"/>
                        </a:defRPr>
                      </a:lvl6pPr>
                      <a:lvl7pPr marL="2743200" algn="l" defTabSz="914400" rtl="0" eaLnBrk="1" latinLnBrk="0" hangingPunct="1">
                        <a:defRPr kumimoji="1" sz="1800" b="1" kern="1200">
                          <a:solidFill>
                            <a:schemeClr val="lt1"/>
                          </a:solidFill>
                          <a:latin typeface="メイリオ"/>
                          <a:ea typeface="メイリオ"/>
                        </a:defRPr>
                      </a:lvl7pPr>
                      <a:lvl8pPr marL="3200400" algn="l" defTabSz="914400" rtl="0" eaLnBrk="1" latinLnBrk="0" hangingPunct="1">
                        <a:defRPr kumimoji="1" sz="1800" b="1" kern="1200">
                          <a:solidFill>
                            <a:schemeClr val="lt1"/>
                          </a:solidFill>
                          <a:latin typeface="メイリオ"/>
                          <a:ea typeface="メイリオ"/>
                        </a:defRPr>
                      </a:lvl8pPr>
                      <a:lvl9pPr marL="3657600" algn="l" defTabSz="914400" rtl="0" eaLnBrk="1" latinLnBrk="0" hangingPunct="1">
                        <a:defRPr kumimoji="1" sz="1800" b="1" kern="1200">
                          <a:solidFill>
                            <a:schemeClr val="lt1"/>
                          </a:solidFill>
                          <a:latin typeface="メイリオ"/>
                          <a:ea typeface="メイリオ"/>
                        </a:defRPr>
                      </a:lvl9pPr>
                    </a:lstStyle>
                    <a:p>
                      <a:r>
                        <a:rPr kumimoji="1" lang="en-US" altLang="ja-JP" sz="1100"/>
                        <a:t>N+1</a:t>
                      </a:r>
                      <a:r>
                        <a:rPr kumimoji="1" lang="ja-JP" altLang="en-US" sz="1100"/>
                        <a:t>月</a:t>
                      </a:r>
                    </a:p>
                  </a:txBody>
                  <a:tcPr/>
                </a:tc>
                <a:tc>
                  <a:txBody>
                    <a:bodyPr/>
                    <a:lstStyle>
                      <a:lvl1pPr marL="0" algn="l" defTabSz="914400" rtl="0" eaLnBrk="1" latinLnBrk="0" hangingPunct="1">
                        <a:defRPr kumimoji="1" sz="1800" b="1" kern="1200">
                          <a:solidFill>
                            <a:schemeClr val="lt1"/>
                          </a:solidFill>
                          <a:latin typeface="メイリオ"/>
                          <a:ea typeface="メイリオ"/>
                        </a:defRPr>
                      </a:lvl1pPr>
                      <a:lvl2pPr marL="457200" algn="l" defTabSz="914400" rtl="0" eaLnBrk="1" latinLnBrk="0" hangingPunct="1">
                        <a:defRPr kumimoji="1" sz="1800" b="1" kern="1200">
                          <a:solidFill>
                            <a:schemeClr val="lt1"/>
                          </a:solidFill>
                          <a:latin typeface="メイリオ"/>
                          <a:ea typeface="メイリオ"/>
                        </a:defRPr>
                      </a:lvl2pPr>
                      <a:lvl3pPr marL="914400" algn="l" defTabSz="914400" rtl="0" eaLnBrk="1" latinLnBrk="0" hangingPunct="1">
                        <a:defRPr kumimoji="1" sz="1800" b="1" kern="1200">
                          <a:solidFill>
                            <a:schemeClr val="lt1"/>
                          </a:solidFill>
                          <a:latin typeface="メイリオ"/>
                          <a:ea typeface="メイリオ"/>
                        </a:defRPr>
                      </a:lvl3pPr>
                      <a:lvl4pPr marL="1371600" algn="l" defTabSz="914400" rtl="0" eaLnBrk="1" latinLnBrk="0" hangingPunct="1">
                        <a:defRPr kumimoji="1" sz="1800" b="1" kern="1200">
                          <a:solidFill>
                            <a:schemeClr val="lt1"/>
                          </a:solidFill>
                          <a:latin typeface="メイリオ"/>
                          <a:ea typeface="メイリオ"/>
                        </a:defRPr>
                      </a:lvl4pPr>
                      <a:lvl5pPr marL="1828800" algn="l" defTabSz="914400" rtl="0" eaLnBrk="1" latinLnBrk="0" hangingPunct="1">
                        <a:defRPr kumimoji="1" sz="1800" b="1" kern="1200">
                          <a:solidFill>
                            <a:schemeClr val="lt1"/>
                          </a:solidFill>
                          <a:latin typeface="メイリオ"/>
                          <a:ea typeface="メイリオ"/>
                        </a:defRPr>
                      </a:lvl5pPr>
                      <a:lvl6pPr marL="2286000" algn="l" defTabSz="914400" rtl="0" eaLnBrk="1" latinLnBrk="0" hangingPunct="1">
                        <a:defRPr kumimoji="1" sz="1800" b="1" kern="1200">
                          <a:solidFill>
                            <a:schemeClr val="lt1"/>
                          </a:solidFill>
                          <a:latin typeface="メイリオ"/>
                          <a:ea typeface="メイリオ"/>
                        </a:defRPr>
                      </a:lvl6pPr>
                      <a:lvl7pPr marL="2743200" algn="l" defTabSz="914400" rtl="0" eaLnBrk="1" latinLnBrk="0" hangingPunct="1">
                        <a:defRPr kumimoji="1" sz="1800" b="1" kern="1200">
                          <a:solidFill>
                            <a:schemeClr val="lt1"/>
                          </a:solidFill>
                          <a:latin typeface="メイリオ"/>
                          <a:ea typeface="メイリオ"/>
                        </a:defRPr>
                      </a:lvl7pPr>
                      <a:lvl8pPr marL="3200400" algn="l" defTabSz="914400" rtl="0" eaLnBrk="1" latinLnBrk="0" hangingPunct="1">
                        <a:defRPr kumimoji="1" sz="1800" b="1" kern="1200">
                          <a:solidFill>
                            <a:schemeClr val="lt1"/>
                          </a:solidFill>
                          <a:latin typeface="メイリオ"/>
                          <a:ea typeface="メイリオ"/>
                        </a:defRPr>
                      </a:lvl8pPr>
                      <a:lvl9pPr marL="3657600" algn="l" defTabSz="914400" rtl="0" eaLnBrk="1" latinLnBrk="0" hangingPunct="1">
                        <a:defRPr kumimoji="1" sz="1800" b="1" kern="1200">
                          <a:solidFill>
                            <a:schemeClr val="lt1"/>
                          </a:solidFill>
                          <a:latin typeface="メイリオ"/>
                          <a:ea typeface="メイリオ"/>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a:t>N+2</a:t>
                      </a:r>
                      <a:r>
                        <a:rPr kumimoji="1" lang="ja-JP" altLang="en-US" sz="1100"/>
                        <a:t>月</a:t>
                      </a:r>
                    </a:p>
                  </a:txBody>
                  <a:tcPr/>
                </a:tc>
                <a:extLst>
                  <a:ext uri="{0D108BD9-81ED-4DB2-BD59-A6C34878D82A}">
                    <a16:rowId xmlns:a16="http://schemas.microsoft.com/office/drawing/2014/main" val="2104201069"/>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chemeClr val="tx1"/>
                          </a:solidFill>
                        </a:rPr>
                        <a:t>1</a:t>
                      </a:r>
                      <a:endParaRPr kumimoji="1" lang="ja-JP" altLang="en-US" sz="1050">
                        <a:solidFill>
                          <a:schemeClr val="tx1"/>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chemeClr val="tx1"/>
                          </a:solidFill>
                        </a:rPr>
                        <a:t>発注</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chemeClr val="tx1"/>
                          </a:solidFill>
                        </a:rPr>
                        <a:t>シーイーシー</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extLst>
                  <a:ext uri="{0D108BD9-81ED-4DB2-BD59-A6C34878D82A}">
                    <a16:rowId xmlns:a16="http://schemas.microsoft.com/office/drawing/2014/main" val="1075665904"/>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rgbClr val="FF0000"/>
                          </a:solidFill>
                        </a:rPr>
                        <a:t>2</a:t>
                      </a:r>
                      <a:endParaRPr kumimoji="1" lang="ja-JP" altLang="en-US" sz="1050">
                        <a:solidFill>
                          <a:srgbClr val="FF0000"/>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rgbClr val="FF0000"/>
                          </a:solidFill>
                        </a:rPr>
                        <a:t>外部仕様書作成</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dirty="0">
                          <a:solidFill>
                            <a:srgbClr val="FF0000"/>
                          </a:solidFill>
                        </a:rPr>
                        <a:t>xxx</a:t>
                      </a:r>
                      <a:r>
                        <a:rPr kumimoji="1" lang="ja-JP" altLang="en-US" sz="1050" dirty="0">
                          <a:solidFill>
                            <a:srgbClr val="FF0000"/>
                          </a:solidFill>
                        </a:rPr>
                        <a:t>様</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extLst>
                  <a:ext uri="{0D108BD9-81ED-4DB2-BD59-A6C34878D82A}">
                    <a16:rowId xmlns:a16="http://schemas.microsoft.com/office/drawing/2014/main" val="720663355"/>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chemeClr val="tx1"/>
                          </a:solidFill>
                        </a:rPr>
                        <a:t>3</a:t>
                      </a:r>
                      <a:endParaRPr kumimoji="1" lang="ja-JP" altLang="en-US" sz="1050">
                        <a:solidFill>
                          <a:schemeClr val="tx1"/>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chemeClr val="tx1"/>
                          </a:solidFill>
                        </a:rPr>
                        <a:t>外部仕様書レビュー</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dirty="0">
                          <a:solidFill>
                            <a:schemeClr val="tx1"/>
                          </a:solidFill>
                        </a:rPr>
                        <a:t>シーイーシー</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extLst>
                  <a:ext uri="{0D108BD9-81ED-4DB2-BD59-A6C34878D82A}">
                    <a16:rowId xmlns:a16="http://schemas.microsoft.com/office/drawing/2014/main" val="1645928085"/>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rgbClr val="FF0000"/>
                          </a:solidFill>
                        </a:rPr>
                        <a:t>4</a:t>
                      </a:r>
                      <a:endParaRPr kumimoji="1" lang="ja-JP" altLang="en-US" sz="1050">
                        <a:solidFill>
                          <a:srgbClr val="FF0000"/>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rgbClr val="FF0000"/>
                          </a:solidFill>
                        </a:rPr>
                        <a:t>開発（設計</a:t>
                      </a:r>
                      <a:r>
                        <a:rPr kumimoji="1" lang="en-US" altLang="ja-JP" sz="1050">
                          <a:solidFill>
                            <a:srgbClr val="FF0000"/>
                          </a:solidFill>
                        </a:rPr>
                        <a:t>/</a:t>
                      </a:r>
                      <a:r>
                        <a:rPr kumimoji="1" lang="ja-JP" altLang="en-US" sz="1050">
                          <a:solidFill>
                            <a:srgbClr val="FF0000"/>
                          </a:solidFill>
                        </a:rPr>
                        <a:t>実装</a:t>
                      </a:r>
                      <a:r>
                        <a:rPr kumimoji="1" lang="en-US" altLang="ja-JP" sz="1050">
                          <a:solidFill>
                            <a:srgbClr val="FF0000"/>
                          </a:solidFill>
                        </a:rPr>
                        <a:t>/</a:t>
                      </a:r>
                      <a:r>
                        <a:rPr kumimoji="1" lang="ja-JP" altLang="en-US" sz="1050">
                          <a:solidFill>
                            <a:srgbClr val="FF0000"/>
                          </a:solidFill>
                        </a:rPr>
                        <a:t>テスト</a:t>
                      </a:r>
                      <a:r>
                        <a:rPr kumimoji="1" lang="en-US" altLang="ja-JP" sz="1050">
                          <a:solidFill>
                            <a:srgbClr val="FF0000"/>
                          </a:solidFill>
                        </a:rPr>
                        <a:t>)</a:t>
                      </a:r>
                      <a:endParaRPr kumimoji="1" lang="ja-JP" altLang="en-US" sz="1050">
                        <a:solidFill>
                          <a:srgbClr val="FF0000"/>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rgbClr val="FF0000"/>
                          </a:solidFill>
                        </a:rPr>
                        <a:t>xxx</a:t>
                      </a:r>
                      <a:r>
                        <a:rPr kumimoji="1" lang="ja-JP" altLang="en-US" sz="1050" dirty="0">
                          <a:solidFill>
                            <a:srgbClr val="FF0000"/>
                          </a:solidFill>
                        </a:rPr>
                        <a:t>様</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extLst>
                  <a:ext uri="{0D108BD9-81ED-4DB2-BD59-A6C34878D82A}">
                    <a16:rowId xmlns:a16="http://schemas.microsoft.com/office/drawing/2014/main" val="1998195126"/>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chemeClr val="tx1"/>
                          </a:solidFill>
                        </a:rPr>
                        <a:t>5</a:t>
                      </a:r>
                      <a:endParaRPr kumimoji="1" lang="ja-JP" altLang="en-US" sz="1050">
                        <a:solidFill>
                          <a:schemeClr val="tx1"/>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chemeClr val="tx1"/>
                          </a:solidFill>
                        </a:rPr>
                        <a:t>ST</a:t>
                      </a:r>
                      <a:r>
                        <a:rPr kumimoji="1" lang="ja-JP" altLang="en-US" sz="1050">
                          <a:solidFill>
                            <a:schemeClr val="tx1"/>
                          </a:solidFill>
                        </a:rPr>
                        <a:t>仕様書レビュー</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rPr>
                        <a:t>シーイーシー</a:t>
                      </a:r>
                      <a:endParaRPr kumimoji="1" lang="en-US" altLang="ja-JP" sz="1050" dirty="0">
                        <a:solidFill>
                          <a:schemeClr val="tx1"/>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extLst>
                  <a:ext uri="{0D108BD9-81ED-4DB2-BD59-A6C34878D82A}">
                    <a16:rowId xmlns:a16="http://schemas.microsoft.com/office/drawing/2014/main" val="798764189"/>
                  </a:ext>
                </a:extLst>
              </a:tr>
              <a:tr h="285127">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rgbClr val="FF0000"/>
                          </a:solidFill>
                        </a:rPr>
                        <a:t>6</a:t>
                      </a:r>
                      <a:endParaRPr kumimoji="1" lang="ja-JP" altLang="en-US" sz="1050">
                        <a:solidFill>
                          <a:srgbClr val="FF0000"/>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rgbClr val="FF0000"/>
                          </a:solidFill>
                        </a:rPr>
                        <a:t>定期</a:t>
                      </a:r>
                      <a:r>
                        <a:rPr kumimoji="1" lang="en-US" altLang="ja-JP" sz="1050">
                          <a:solidFill>
                            <a:srgbClr val="FF0000"/>
                          </a:solidFill>
                        </a:rPr>
                        <a:t>MTG(1</a:t>
                      </a:r>
                      <a:r>
                        <a:rPr kumimoji="1" lang="ja-JP" altLang="en-US" sz="1050">
                          <a:solidFill>
                            <a:srgbClr val="FF0000"/>
                          </a:solidFill>
                        </a:rPr>
                        <a:t>回</a:t>
                      </a:r>
                      <a:r>
                        <a:rPr kumimoji="1" lang="en-US" altLang="ja-JP" sz="1050">
                          <a:solidFill>
                            <a:srgbClr val="FF0000"/>
                          </a:solidFill>
                        </a:rPr>
                        <a:t>/1</a:t>
                      </a:r>
                      <a:r>
                        <a:rPr kumimoji="1" lang="ja-JP" altLang="en-US" sz="1050">
                          <a:solidFill>
                            <a:srgbClr val="FF0000"/>
                          </a:solidFill>
                        </a:rPr>
                        <a:t>～</a:t>
                      </a:r>
                      <a:r>
                        <a:rPr kumimoji="1" lang="en-US" altLang="ja-JP" sz="1050">
                          <a:solidFill>
                            <a:srgbClr val="FF0000"/>
                          </a:solidFill>
                        </a:rPr>
                        <a:t>2W)</a:t>
                      </a:r>
                      <a:endParaRPr kumimoji="1" lang="ja-JP" altLang="en-US" sz="1050">
                        <a:solidFill>
                          <a:srgbClr val="FF0000"/>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rgbClr val="FF0000"/>
                          </a:solidFill>
                        </a:rPr>
                        <a:t>シーイーシー</a:t>
                      </a:r>
                      <a:endParaRPr kumimoji="1" lang="en-US" altLang="ja-JP" sz="1050"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rgbClr val="FF0000"/>
                          </a:solidFill>
                        </a:rPr>
                        <a:t>xxx</a:t>
                      </a:r>
                      <a:r>
                        <a:rPr kumimoji="1" lang="ja-JP" altLang="en-US" sz="1050" dirty="0">
                          <a:solidFill>
                            <a:srgbClr val="FF0000"/>
                          </a:solidFill>
                        </a:rPr>
                        <a:t>様</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extLst>
                  <a:ext uri="{0D108BD9-81ED-4DB2-BD59-A6C34878D82A}">
                    <a16:rowId xmlns:a16="http://schemas.microsoft.com/office/drawing/2014/main" val="3405896225"/>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rgbClr val="FF0000"/>
                          </a:solidFill>
                        </a:rPr>
                        <a:t>7</a:t>
                      </a:r>
                      <a:endParaRPr kumimoji="1" lang="ja-JP" altLang="en-US" sz="1050">
                        <a:solidFill>
                          <a:srgbClr val="FF0000"/>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rgbClr val="FF0000"/>
                          </a:solidFill>
                        </a:rPr>
                        <a:t>納品</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rgbClr val="FF0000"/>
                          </a:solidFill>
                        </a:rPr>
                        <a:t>xxx</a:t>
                      </a:r>
                      <a:r>
                        <a:rPr kumimoji="1" lang="ja-JP" altLang="en-US" sz="1050" dirty="0">
                          <a:solidFill>
                            <a:srgbClr val="FF0000"/>
                          </a:solidFill>
                        </a:rPr>
                        <a:t>様</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dirty="0"/>
                    </a:p>
                  </a:txBody>
                  <a:tcPr/>
                </a:tc>
                <a:extLst>
                  <a:ext uri="{0D108BD9-81ED-4DB2-BD59-A6C34878D82A}">
                    <a16:rowId xmlns:a16="http://schemas.microsoft.com/office/drawing/2014/main" val="3933938771"/>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chemeClr val="tx1"/>
                          </a:solidFill>
                        </a:rPr>
                        <a:t>8</a:t>
                      </a:r>
                      <a:endParaRPr kumimoji="1" lang="ja-JP" altLang="en-US" sz="1050">
                        <a:solidFill>
                          <a:schemeClr val="tx1"/>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chemeClr val="tx1"/>
                          </a:solidFill>
                        </a:rPr>
                        <a:t>受け入れテスト</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chemeClr val="tx1"/>
                          </a:solidFill>
                        </a:rPr>
                        <a:t>シーイーシー</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extLst>
                  <a:ext uri="{0D108BD9-81ED-4DB2-BD59-A6C34878D82A}">
                    <a16:rowId xmlns:a16="http://schemas.microsoft.com/office/drawing/2014/main" val="73196973"/>
                  </a:ext>
                </a:extLst>
              </a:tr>
              <a:tr h="259080">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en-US" altLang="ja-JP" sz="1050">
                          <a:solidFill>
                            <a:schemeClr val="tx1"/>
                          </a:solidFill>
                        </a:rPr>
                        <a:t>9</a:t>
                      </a:r>
                      <a:endParaRPr kumimoji="1" lang="ja-JP" altLang="en-US" sz="1050">
                        <a:solidFill>
                          <a:schemeClr val="tx1"/>
                        </a:solidFill>
                      </a:endParaRP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r>
                        <a:rPr kumimoji="1" lang="ja-JP" altLang="en-US" sz="1050">
                          <a:solidFill>
                            <a:schemeClr val="tx1"/>
                          </a:solidFill>
                        </a:rPr>
                        <a:t>検収</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a:solidFill>
                            <a:schemeClr val="tx1"/>
                          </a:solidFill>
                        </a:rPr>
                        <a:t>シーイーシー</a:t>
                      </a:r>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a:p>
                  </a:txBody>
                  <a:tcPr/>
                </a:tc>
                <a:tc>
                  <a:txBody>
                    <a:bodyPr/>
                    <a:lstStyle>
                      <a:lvl1pPr marL="0" algn="l" defTabSz="914400" rtl="0" eaLnBrk="1" latinLnBrk="0" hangingPunct="1">
                        <a:defRPr kumimoji="1" sz="1800" kern="1200">
                          <a:solidFill>
                            <a:schemeClr val="dk1"/>
                          </a:solidFill>
                          <a:latin typeface="メイリオ"/>
                          <a:ea typeface="メイリオ"/>
                        </a:defRPr>
                      </a:lvl1pPr>
                      <a:lvl2pPr marL="457200" algn="l" defTabSz="914400" rtl="0" eaLnBrk="1" latinLnBrk="0" hangingPunct="1">
                        <a:defRPr kumimoji="1" sz="1800" kern="1200">
                          <a:solidFill>
                            <a:schemeClr val="dk1"/>
                          </a:solidFill>
                          <a:latin typeface="メイリオ"/>
                          <a:ea typeface="メイリオ"/>
                        </a:defRPr>
                      </a:lvl2pPr>
                      <a:lvl3pPr marL="914400" algn="l" defTabSz="914400" rtl="0" eaLnBrk="1" latinLnBrk="0" hangingPunct="1">
                        <a:defRPr kumimoji="1" sz="1800" kern="1200">
                          <a:solidFill>
                            <a:schemeClr val="dk1"/>
                          </a:solidFill>
                          <a:latin typeface="メイリオ"/>
                          <a:ea typeface="メイリオ"/>
                        </a:defRPr>
                      </a:lvl3pPr>
                      <a:lvl4pPr marL="1371600" algn="l" defTabSz="914400" rtl="0" eaLnBrk="1" latinLnBrk="0" hangingPunct="1">
                        <a:defRPr kumimoji="1" sz="1800" kern="1200">
                          <a:solidFill>
                            <a:schemeClr val="dk1"/>
                          </a:solidFill>
                          <a:latin typeface="メイリオ"/>
                          <a:ea typeface="メイリオ"/>
                        </a:defRPr>
                      </a:lvl4pPr>
                      <a:lvl5pPr marL="1828800" algn="l" defTabSz="914400" rtl="0" eaLnBrk="1" latinLnBrk="0" hangingPunct="1">
                        <a:defRPr kumimoji="1" sz="1800" kern="1200">
                          <a:solidFill>
                            <a:schemeClr val="dk1"/>
                          </a:solidFill>
                          <a:latin typeface="メイリオ"/>
                          <a:ea typeface="メイリオ"/>
                        </a:defRPr>
                      </a:lvl5pPr>
                      <a:lvl6pPr marL="2286000" algn="l" defTabSz="914400" rtl="0" eaLnBrk="1" latinLnBrk="0" hangingPunct="1">
                        <a:defRPr kumimoji="1" sz="1800" kern="1200">
                          <a:solidFill>
                            <a:schemeClr val="dk1"/>
                          </a:solidFill>
                          <a:latin typeface="メイリオ"/>
                          <a:ea typeface="メイリオ"/>
                        </a:defRPr>
                      </a:lvl6pPr>
                      <a:lvl7pPr marL="2743200" algn="l" defTabSz="914400" rtl="0" eaLnBrk="1" latinLnBrk="0" hangingPunct="1">
                        <a:defRPr kumimoji="1" sz="1800" kern="1200">
                          <a:solidFill>
                            <a:schemeClr val="dk1"/>
                          </a:solidFill>
                          <a:latin typeface="メイリオ"/>
                          <a:ea typeface="メイリオ"/>
                        </a:defRPr>
                      </a:lvl7pPr>
                      <a:lvl8pPr marL="3200400" algn="l" defTabSz="914400" rtl="0" eaLnBrk="1" latinLnBrk="0" hangingPunct="1">
                        <a:defRPr kumimoji="1" sz="1800" kern="1200">
                          <a:solidFill>
                            <a:schemeClr val="dk1"/>
                          </a:solidFill>
                          <a:latin typeface="メイリオ"/>
                          <a:ea typeface="メイリオ"/>
                        </a:defRPr>
                      </a:lvl8pPr>
                      <a:lvl9pPr marL="3657600" algn="l" defTabSz="914400" rtl="0" eaLnBrk="1" latinLnBrk="0" hangingPunct="1">
                        <a:defRPr kumimoji="1" sz="1800" kern="1200">
                          <a:solidFill>
                            <a:schemeClr val="dk1"/>
                          </a:solidFill>
                          <a:latin typeface="メイリオ"/>
                          <a:ea typeface="メイリオ"/>
                        </a:defRPr>
                      </a:lvl9pPr>
                    </a:lstStyle>
                    <a:p>
                      <a:endParaRPr kumimoji="1" lang="ja-JP" altLang="en-US" sz="1050" dirty="0"/>
                    </a:p>
                  </a:txBody>
                  <a:tcPr/>
                </a:tc>
                <a:extLst>
                  <a:ext uri="{0D108BD9-81ED-4DB2-BD59-A6C34878D82A}">
                    <a16:rowId xmlns:a16="http://schemas.microsoft.com/office/drawing/2014/main" val="2816626718"/>
                  </a:ext>
                </a:extLst>
              </a:tr>
            </a:tbl>
          </a:graphicData>
        </a:graphic>
      </p:graphicFrame>
      <p:sp>
        <p:nvSpPr>
          <p:cNvPr id="2" name="タイトル 1">
            <a:extLst>
              <a:ext uri="{FF2B5EF4-FFF2-40B4-BE49-F238E27FC236}">
                <a16:creationId xmlns:a16="http://schemas.microsoft.com/office/drawing/2014/main" id="{B16462CC-4B4C-E267-F3F9-8F45FE0EA392}"/>
              </a:ext>
            </a:extLst>
          </p:cNvPr>
          <p:cNvSpPr>
            <a:spLocks noGrp="1"/>
          </p:cNvSpPr>
          <p:nvPr>
            <p:ph type="title"/>
          </p:nvPr>
        </p:nvSpPr>
        <p:spPr/>
        <p:txBody>
          <a:bodyPr/>
          <a:lstStyle/>
          <a:p>
            <a:r>
              <a:rPr kumimoji="1" lang="ja-JP" altLang="en-US"/>
              <a:t>スケジュール～暫定～</a:t>
            </a:r>
          </a:p>
        </p:txBody>
      </p:sp>
      <p:sp>
        <p:nvSpPr>
          <p:cNvPr id="4" name="スライド番号プレースホルダー 3">
            <a:extLst>
              <a:ext uri="{FF2B5EF4-FFF2-40B4-BE49-F238E27FC236}">
                <a16:creationId xmlns:a16="http://schemas.microsoft.com/office/drawing/2014/main" id="{FF976626-0554-35CE-822F-E28826E9103D}"/>
              </a:ext>
            </a:extLst>
          </p:cNvPr>
          <p:cNvSpPr>
            <a:spLocks noGrp="1"/>
          </p:cNvSpPr>
          <p:nvPr>
            <p:ph type="sldNum" sz="quarter" idx="11"/>
          </p:nvPr>
        </p:nvSpPr>
        <p:spPr/>
        <p:txBody>
          <a:bodyPr/>
          <a:lstStyle/>
          <a:p>
            <a:fld id="{CA6536ED-BD5D-BB4A-995A-A44D28302799}" type="slidenum">
              <a:rPr lang="en-US" altLang="ja-JP" smtClean="0"/>
              <a:pPr/>
              <a:t>18</a:t>
            </a:fld>
            <a:endParaRPr lang="en-US" altLang="ja-JP"/>
          </a:p>
        </p:txBody>
      </p:sp>
      <p:sp>
        <p:nvSpPr>
          <p:cNvPr id="5" name="フッター プレースホルダー 4">
            <a:extLst>
              <a:ext uri="{FF2B5EF4-FFF2-40B4-BE49-F238E27FC236}">
                <a16:creationId xmlns:a16="http://schemas.microsoft.com/office/drawing/2014/main" id="{01E44F8C-C655-99FB-FD8D-B0FDA2016AB0}"/>
              </a:ext>
            </a:extLst>
          </p:cNvPr>
          <p:cNvSpPr>
            <a:spLocks noGrp="1"/>
          </p:cNvSpPr>
          <p:nvPr>
            <p:ph type="ftr" sz="quarter" idx="3"/>
          </p:nvPr>
        </p:nvSpPr>
        <p:spPr/>
        <p:txBody>
          <a:bodyPr/>
          <a:lstStyle/>
          <a:p>
            <a:pPr>
              <a:defRPr/>
            </a:pPr>
            <a:r>
              <a:rPr lang="en-US" altLang="ja-JP"/>
              <a:t>© Computer Engineering &amp; Consulting Ltd. All rights reserved.</a:t>
            </a:r>
          </a:p>
        </p:txBody>
      </p:sp>
      <p:cxnSp>
        <p:nvCxnSpPr>
          <p:cNvPr id="9" name="直線矢印コネクタ 8">
            <a:extLst>
              <a:ext uri="{FF2B5EF4-FFF2-40B4-BE49-F238E27FC236}">
                <a16:creationId xmlns:a16="http://schemas.microsoft.com/office/drawing/2014/main" id="{C0D9C740-9AFD-6CAA-AB76-B527070D0D4E}"/>
              </a:ext>
            </a:extLst>
          </p:cNvPr>
          <p:cNvCxnSpPr>
            <a:cxnSpLocks/>
          </p:cNvCxnSpPr>
          <p:nvPr/>
        </p:nvCxnSpPr>
        <p:spPr bwMode="auto">
          <a:xfrm>
            <a:off x="4818973" y="2005779"/>
            <a:ext cx="236960" cy="0"/>
          </a:xfrm>
          <a:prstGeom prst="straightConnector1">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線矢印コネクタ 11">
            <a:extLst>
              <a:ext uri="{FF2B5EF4-FFF2-40B4-BE49-F238E27FC236}">
                <a16:creationId xmlns:a16="http://schemas.microsoft.com/office/drawing/2014/main" id="{44ED97B6-2872-1EC2-B77D-291FC89F160F}"/>
              </a:ext>
            </a:extLst>
          </p:cNvPr>
          <p:cNvCxnSpPr>
            <a:cxnSpLocks/>
          </p:cNvCxnSpPr>
          <p:nvPr/>
        </p:nvCxnSpPr>
        <p:spPr bwMode="auto">
          <a:xfrm>
            <a:off x="5251024" y="2512795"/>
            <a:ext cx="2585611" cy="0"/>
          </a:xfrm>
          <a:prstGeom prst="straightConnector1">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矢印コネクタ 23">
            <a:extLst>
              <a:ext uri="{FF2B5EF4-FFF2-40B4-BE49-F238E27FC236}">
                <a16:creationId xmlns:a16="http://schemas.microsoft.com/office/drawing/2014/main" id="{BD143763-B16D-3616-DD61-F7763C50F187}"/>
              </a:ext>
            </a:extLst>
          </p:cNvPr>
          <p:cNvCxnSpPr>
            <a:cxnSpLocks/>
          </p:cNvCxnSpPr>
          <p:nvPr/>
        </p:nvCxnSpPr>
        <p:spPr bwMode="auto">
          <a:xfrm>
            <a:off x="5055933" y="2232654"/>
            <a:ext cx="195092" cy="0"/>
          </a:xfrm>
          <a:prstGeom prst="straightConnector1">
            <a:avLst/>
          </a:pr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矢印コネクタ 28">
            <a:extLst>
              <a:ext uri="{FF2B5EF4-FFF2-40B4-BE49-F238E27FC236}">
                <a16:creationId xmlns:a16="http://schemas.microsoft.com/office/drawing/2014/main" id="{46DDD614-C8FB-9DD5-E50C-6F5D69745CF4}"/>
              </a:ext>
            </a:extLst>
          </p:cNvPr>
          <p:cNvCxnSpPr>
            <a:cxnSpLocks/>
          </p:cNvCxnSpPr>
          <p:nvPr/>
        </p:nvCxnSpPr>
        <p:spPr bwMode="auto">
          <a:xfrm>
            <a:off x="5256165" y="3099881"/>
            <a:ext cx="2580470" cy="0"/>
          </a:xfrm>
          <a:prstGeom prst="straightConnector1">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矢印コネクタ 29">
            <a:extLst>
              <a:ext uri="{FF2B5EF4-FFF2-40B4-BE49-F238E27FC236}">
                <a16:creationId xmlns:a16="http://schemas.microsoft.com/office/drawing/2014/main" id="{5599C53D-FD67-E1CA-B2A7-2D2E8BA90906}"/>
              </a:ext>
            </a:extLst>
          </p:cNvPr>
          <p:cNvCxnSpPr>
            <a:cxnSpLocks/>
          </p:cNvCxnSpPr>
          <p:nvPr/>
        </p:nvCxnSpPr>
        <p:spPr bwMode="auto">
          <a:xfrm>
            <a:off x="7835246" y="3712744"/>
            <a:ext cx="559862" cy="2648"/>
          </a:xfrm>
          <a:prstGeom prst="straightConnector1">
            <a:avLst/>
          </a:pr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コネクタ 37">
            <a:extLst>
              <a:ext uri="{FF2B5EF4-FFF2-40B4-BE49-F238E27FC236}">
                <a16:creationId xmlns:a16="http://schemas.microsoft.com/office/drawing/2014/main" id="{863C15CD-59E5-9FC1-CEF0-B364085998A7}"/>
              </a:ext>
            </a:extLst>
          </p:cNvPr>
          <p:cNvCxnSpPr/>
          <p:nvPr/>
        </p:nvCxnSpPr>
        <p:spPr bwMode="auto">
          <a:xfrm>
            <a:off x="7835246" y="2497258"/>
            <a:ext cx="0" cy="1205245"/>
          </a:xfrm>
          <a:prstGeom prst="line">
            <a:avLst/>
          </a:prstGeom>
          <a:noFill/>
          <a:ln w="158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楕円 33">
            <a:extLst>
              <a:ext uri="{FF2B5EF4-FFF2-40B4-BE49-F238E27FC236}">
                <a16:creationId xmlns:a16="http://schemas.microsoft.com/office/drawing/2014/main" id="{561CF0AD-AB2F-74FB-8BE2-421F59FBFED6}"/>
              </a:ext>
            </a:extLst>
          </p:cNvPr>
          <p:cNvSpPr/>
          <p:nvPr/>
        </p:nvSpPr>
        <p:spPr bwMode="auto">
          <a:xfrm>
            <a:off x="7763246" y="3375925"/>
            <a:ext cx="144000" cy="144000"/>
          </a:xfrm>
          <a:prstGeom prst="ellipse">
            <a:avLst/>
          </a:prstGeom>
          <a:solidFill>
            <a:srgbClr val="5330C1"/>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5330C1"/>
              </a:buClr>
              <a:buSzTx/>
              <a:buFontTx/>
              <a:buChar char="•"/>
              <a:tabLst/>
            </a:pPr>
            <a:endParaRPr kumimoji="1" lang="ja-JP" altLang="en-US" sz="1800" b="0" i="0" u="none" strike="noStrike" cap="none" normalizeH="0" baseline="0">
              <a:ln>
                <a:noFill/>
              </a:ln>
              <a:solidFill>
                <a:schemeClr val="tx1"/>
              </a:solidFill>
              <a:effectLst/>
              <a:latin typeface="HGS創英角ｺﾞｼｯｸUB" pitchFamily="50" charset="-128"/>
              <a:ea typeface="HGS創英角ｺﾞｼｯｸUB" pitchFamily="50" charset="-128"/>
            </a:endParaRPr>
          </a:p>
        </p:txBody>
      </p:sp>
      <p:cxnSp>
        <p:nvCxnSpPr>
          <p:cNvPr id="41" name="直線コネクタ 40">
            <a:extLst>
              <a:ext uri="{FF2B5EF4-FFF2-40B4-BE49-F238E27FC236}">
                <a16:creationId xmlns:a16="http://schemas.microsoft.com/office/drawing/2014/main" id="{84160680-AF71-AAD9-8147-824300FC74B6}"/>
              </a:ext>
            </a:extLst>
          </p:cNvPr>
          <p:cNvCxnSpPr/>
          <p:nvPr/>
        </p:nvCxnSpPr>
        <p:spPr bwMode="auto">
          <a:xfrm>
            <a:off x="8395108" y="3658776"/>
            <a:ext cx="0" cy="310049"/>
          </a:xfrm>
          <a:prstGeom prst="line">
            <a:avLst/>
          </a:prstGeom>
          <a:noFill/>
          <a:ln w="158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楕円 32">
            <a:extLst>
              <a:ext uri="{FF2B5EF4-FFF2-40B4-BE49-F238E27FC236}">
                <a16:creationId xmlns:a16="http://schemas.microsoft.com/office/drawing/2014/main" id="{1E5AEE31-44A0-A047-1224-FC8C2252F97B}"/>
              </a:ext>
            </a:extLst>
          </p:cNvPr>
          <p:cNvSpPr/>
          <p:nvPr/>
        </p:nvSpPr>
        <p:spPr bwMode="auto">
          <a:xfrm>
            <a:off x="8323108" y="3896825"/>
            <a:ext cx="144000" cy="144000"/>
          </a:xfrm>
          <a:prstGeom prst="ellipse">
            <a:avLst/>
          </a:prstGeom>
          <a:solidFill>
            <a:srgbClr val="5330C1"/>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5330C1"/>
              </a:buClr>
              <a:buSzTx/>
              <a:buFontTx/>
              <a:buChar char="•"/>
              <a:tabLst/>
            </a:pPr>
            <a:endParaRPr kumimoji="1" lang="ja-JP" altLang="en-US" sz="1800" b="0" i="0" u="none" strike="noStrike" cap="none" normalizeH="0" baseline="0">
              <a:ln>
                <a:noFill/>
              </a:ln>
              <a:solidFill>
                <a:schemeClr val="tx1"/>
              </a:solidFill>
              <a:effectLst/>
              <a:latin typeface="HGS創英角ｺﾞｼｯｸUB" pitchFamily="50" charset="-128"/>
              <a:ea typeface="HGS創英角ｺﾞｼｯｸUB" pitchFamily="50" charset="-128"/>
            </a:endParaRPr>
          </a:p>
        </p:txBody>
      </p:sp>
      <p:cxnSp>
        <p:nvCxnSpPr>
          <p:cNvPr id="43" name="直線コネクタ 42">
            <a:extLst>
              <a:ext uri="{FF2B5EF4-FFF2-40B4-BE49-F238E27FC236}">
                <a16:creationId xmlns:a16="http://schemas.microsoft.com/office/drawing/2014/main" id="{36083737-E5DA-0132-F690-C4B7059A6333}"/>
              </a:ext>
            </a:extLst>
          </p:cNvPr>
          <p:cNvCxnSpPr/>
          <p:nvPr/>
        </p:nvCxnSpPr>
        <p:spPr bwMode="auto">
          <a:xfrm>
            <a:off x="4818973" y="1702663"/>
            <a:ext cx="0" cy="310049"/>
          </a:xfrm>
          <a:prstGeom prst="line">
            <a:avLst/>
          </a:prstGeom>
          <a:noFill/>
          <a:ln w="158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楕円 7">
            <a:extLst>
              <a:ext uri="{FF2B5EF4-FFF2-40B4-BE49-F238E27FC236}">
                <a16:creationId xmlns:a16="http://schemas.microsoft.com/office/drawing/2014/main" id="{76924D57-9E91-91C3-E8C9-7B4D5590F721}"/>
              </a:ext>
            </a:extLst>
          </p:cNvPr>
          <p:cNvSpPr/>
          <p:nvPr/>
        </p:nvSpPr>
        <p:spPr bwMode="auto">
          <a:xfrm>
            <a:off x="4746973" y="1630663"/>
            <a:ext cx="144000" cy="144000"/>
          </a:xfrm>
          <a:prstGeom prst="ellipse">
            <a:avLst/>
          </a:prstGeom>
          <a:solidFill>
            <a:srgbClr val="5330C1"/>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5330C1"/>
              </a:buClr>
              <a:buSzTx/>
              <a:buFontTx/>
              <a:buChar char="•"/>
              <a:tabLst/>
            </a:pPr>
            <a:endParaRPr kumimoji="1" lang="ja-JP" altLang="en-US" sz="1800" b="0" i="0" u="none" strike="noStrike" cap="none" normalizeH="0" baseline="0">
              <a:ln>
                <a:noFill/>
              </a:ln>
              <a:solidFill>
                <a:schemeClr val="tx1"/>
              </a:solidFill>
              <a:effectLst/>
              <a:latin typeface="HGS創英角ｺﾞｼｯｸUB" pitchFamily="50" charset="-128"/>
              <a:ea typeface="HGS創英角ｺﾞｼｯｸUB" pitchFamily="50" charset="-128"/>
            </a:endParaRPr>
          </a:p>
        </p:txBody>
      </p:sp>
      <p:cxnSp>
        <p:nvCxnSpPr>
          <p:cNvPr id="44" name="直線コネクタ 43">
            <a:extLst>
              <a:ext uri="{FF2B5EF4-FFF2-40B4-BE49-F238E27FC236}">
                <a16:creationId xmlns:a16="http://schemas.microsoft.com/office/drawing/2014/main" id="{C717D486-081B-AE31-3E44-D13C4BFC3273}"/>
              </a:ext>
            </a:extLst>
          </p:cNvPr>
          <p:cNvCxnSpPr/>
          <p:nvPr/>
        </p:nvCxnSpPr>
        <p:spPr bwMode="auto">
          <a:xfrm>
            <a:off x="5055933" y="2005779"/>
            <a:ext cx="0" cy="226875"/>
          </a:xfrm>
          <a:prstGeom prst="line">
            <a:avLst/>
          </a:prstGeom>
          <a:noFill/>
          <a:ln w="158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線コネクタ 47">
            <a:extLst>
              <a:ext uri="{FF2B5EF4-FFF2-40B4-BE49-F238E27FC236}">
                <a16:creationId xmlns:a16="http://schemas.microsoft.com/office/drawing/2014/main" id="{0A6489FE-2067-733D-F459-D57B77EB847F}"/>
              </a:ext>
            </a:extLst>
          </p:cNvPr>
          <p:cNvCxnSpPr/>
          <p:nvPr/>
        </p:nvCxnSpPr>
        <p:spPr bwMode="auto">
          <a:xfrm>
            <a:off x="5251024" y="2232654"/>
            <a:ext cx="0" cy="882763"/>
          </a:xfrm>
          <a:prstGeom prst="line">
            <a:avLst/>
          </a:prstGeom>
          <a:noFill/>
          <a:ln w="158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テキスト ボックス 49">
            <a:extLst>
              <a:ext uri="{FF2B5EF4-FFF2-40B4-BE49-F238E27FC236}">
                <a16:creationId xmlns:a16="http://schemas.microsoft.com/office/drawing/2014/main" id="{0C062803-E4F0-B7EB-2EE8-907A406745D6}"/>
              </a:ext>
            </a:extLst>
          </p:cNvPr>
          <p:cNvSpPr txBox="1"/>
          <p:nvPr/>
        </p:nvSpPr>
        <p:spPr>
          <a:xfrm>
            <a:off x="786528" y="4653325"/>
            <a:ext cx="8928992" cy="116955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1400" dirty="0">
                <a:latin typeface="メイリオ" panose="020B0604030504040204" pitchFamily="50" charset="-128"/>
                <a:ea typeface="メイリオ" panose="020B0604030504040204" pitchFamily="50" charset="-128"/>
              </a:rPr>
              <a:t>外部仕様書の合意をもって開発に着手することを想定しております。</a:t>
            </a:r>
            <a:endParaRPr lang="en-US" altLang="ja-JP" sz="1400"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ja-JP" altLang="en-US" sz="1400" dirty="0">
                <a:latin typeface="メイリオ" panose="020B0604030504040204" pitchFamily="50" charset="-128"/>
                <a:ea typeface="メイリオ" panose="020B0604030504040204" pitchFamily="50" charset="-128"/>
              </a:rPr>
              <a:t>事前に設計</a:t>
            </a:r>
            <a:r>
              <a:rPr lang="ja-JP" altLang="en-US" sz="1400" dirty="0">
                <a:latin typeface="メイリオ" panose="020B0604030504040204" pitchFamily="50" charset="-128"/>
                <a:ea typeface="メイリオ" panose="020B0604030504040204" pitchFamily="50" charset="-128"/>
              </a:rPr>
              <a:t>、</a:t>
            </a:r>
            <a:r>
              <a:rPr kumimoji="1" lang="ja-JP" altLang="en-US" sz="1400" dirty="0">
                <a:latin typeface="メイリオ" panose="020B0604030504040204" pitchFamily="50" charset="-128"/>
                <a:ea typeface="メイリオ" panose="020B0604030504040204" pitchFamily="50" charset="-128"/>
              </a:rPr>
              <a:t>実装、テストのスケジュールを共有いただくことを想定しております。</a:t>
            </a:r>
            <a:endParaRPr kumimoji="1" lang="en-US" altLang="ja-JP" sz="1400"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開発状況の共有・認識合わせ・不明点のすり合わせのための定期</a:t>
            </a:r>
            <a:r>
              <a:rPr lang="en-US" altLang="ja-JP" sz="1400" dirty="0">
                <a:latin typeface="メイリオ" panose="020B0604030504040204" pitchFamily="50" charset="-128"/>
                <a:ea typeface="メイリオ" panose="020B0604030504040204" pitchFamily="50" charset="-128"/>
              </a:rPr>
              <a:t>MTG</a:t>
            </a:r>
            <a:r>
              <a:rPr lang="ja-JP" altLang="en-US" sz="1400" dirty="0">
                <a:latin typeface="メイリオ" panose="020B0604030504040204" pitchFamily="50" charset="-128"/>
                <a:ea typeface="メイリオ" panose="020B0604030504040204" pitchFamily="50" charset="-128"/>
              </a:rPr>
              <a:t>を</a:t>
            </a:r>
            <a:r>
              <a:rPr lang="en-US" altLang="ja-JP" sz="1400" dirty="0">
                <a:latin typeface="メイリオ" panose="020B0604030504040204" pitchFamily="50" charset="-128"/>
                <a:ea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rPr>
              <a:t>回</a:t>
            </a:r>
            <a:r>
              <a:rPr lang="en-US" altLang="ja-JP" sz="1400" dirty="0">
                <a:latin typeface="メイリオ" panose="020B0604030504040204" pitchFamily="50" charset="-128"/>
                <a:ea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rPr>
              <a:t>2W</a:t>
            </a:r>
            <a:r>
              <a:rPr lang="ja-JP" altLang="en-US" sz="1400" dirty="0">
                <a:latin typeface="メイリオ" panose="020B0604030504040204" pitchFamily="50" charset="-128"/>
                <a:ea typeface="メイリオ" panose="020B0604030504040204" pitchFamily="50" charset="-128"/>
              </a:rPr>
              <a:t>の頻度で実施することを想定しております。（頻度は要調整）</a:t>
            </a:r>
            <a:endParaRPr lang="en-US" altLang="ja-JP" sz="1400" dirty="0">
              <a:latin typeface="メイリオ" panose="020B0604030504040204" pitchFamily="50" charset="-128"/>
              <a:ea typeface="メイリオ" panose="020B0604030504040204" pitchFamily="50" charset="-128"/>
            </a:endParaRPr>
          </a:p>
          <a:p>
            <a:pPr marL="285750" indent="-285750">
              <a:buFont typeface="Arial" panose="020B0604020202020204" pitchFamily="34" charset="0"/>
              <a:buChar char="•"/>
            </a:pPr>
            <a:r>
              <a:rPr kumimoji="1" lang="ja-JP" altLang="en-US" sz="1400" dirty="0">
                <a:latin typeface="メイリオ" panose="020B0604030504040204" pitchFamily="50" charset="-128"/>
                <a:ea typeface="メイリオ" panose="020B0604030504040204" pitchFamily="50" charset="-128"/>
              </a:rPr>
              <a:t>受け入れテストは</a:t>
            </a:r>
            <a:r>
              <a:rPr kumimoji="1" lang="en-US" altLang="ja-JP" sz="1400" dirty="0">
                <a:latin typeface="メイリオ" panose="020B0604030504040204" pitchFamily="50" charset="-128"/>
                <a:ea typeface="メイリオ" panose="020B0604030504040204" pitchFamily="50" charset="-128"/>
              </a:rPr>
              <a:t>2W</a:t>
            </a:r>
            <a:r>
              <a:rPr kumimoji="1" lang="ja-JP" altLang="en-US" sz="1400" dirty="0">
                <a:latin typeface="メイリオ" panose="020B0604030504040204" pitchFamily="50" charset="-128"/>
                <a:ea typeface="メイリオ" panose="020B0604030504040204" pitchFamily="50" charset="-128"/>
              </a:rPr>
              <a:t>を想定しております。</a:t>
            </a:r>
            <a:endParaRPr lang="en-US" altLang="ja-JP" sz="1400" dirty="0">
              <a:latin typeface="メイリオ" panose="020B0604030504040204" pitchFamily="50" charset="-128"/>
              <a:ea typeface="メイリオ" panose="020B0604030504040204" pitchFamily="50" charset="-128"/>
            </a:endParaRPr>
          </a:p>
        </p:txBody>
      </p:sp>
      <p:sp>
        <p:nvSpPr>
          <p:cNvPr id="11" name="楕円 10">
            <a:extLst>
              <a:ext uri="{FF2B5EF4-FFF2-40B4-BE49-F238E27FC236}">
                <a16:creationId xmlns:a16="http://schemas.microsoft.com/office/drawing/2014/main" id="{3B8FE89D-CFFC-E418-A24C-CF12C05F1D2E}"/>
              </a:ext>
            </a:extLst>
          </p:cNvPr>
          <p:cNvSpPr/>
          <p:nvPr/>
        </p:nvSpPr>
        <p:spPr bwMode="auto">
          <a:xfrm>
            <a:off x="7473288" y="2716504"/>
            <a:ext cx="144000" cy="144000"/>
          </a:xfrm>
          <a:prstGeom prst="ellipse">
            <a:avLst/>
          </a:prstGeom>
          <a:solidFill>
            <a:srgbClr val="5330C1"/>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rgbClr val="5330C1"/>
              </a:buClr>
              <a:buSzTx/>
              <a:buFontTx/>
              <a:buChar char="•"/>
              <a:tabLst/>
            </a:pPr>
            <a:endParaRPr kumimoji="1" lang="ja-JP" altLang="en-US" sz="1800" b="0" i="0" u="none" strike="noStrike" cap="none" normalizeH="0" baseline="0">
              <a:ln>
                <a:noFill/>
              </a:ln>
              <a:solidFill>
                <a:schemeClr val="tx1"/>
              </a:solidFill>
              <a:effectLst/>
              <a:latin typeface="HGS創英角ｺﾞｼｯｸUB" pitchFamily="50" charset="-128"/>
              <a:ea typeface="HGS創英角ｺﾞｼｯｸUB" pitchFamily="50" charset="-128"/>
            </a:endParaRPr>
          </a:p>
        </p:txBody>
      </p:sp>
    </p:spTree>
    <p:extLst>
      <p:ext uri="{BB962C8B-B14F-4D97-AF65-F5344CB8AC3E}">
        <p14:creationId xmlns:p14="http://schemas.microsoft.com/office/powerpoint/2010/main" val="1637171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AA3E5-2AF5-3343-19E9-833F46D63F3C}"/>
              </a:ext>
            </a:extLst>
          </p:cNvPr>
          <p:cNvSpPr>
            <a:spLocks noGrp="1"/>
          </p:cNvSpPr>
          <p:nvPr>
            <p:ph type="title"/>
          </p:nvPr>
        </p:nvSpPr>
        <p:spPr/>
        <p:txBody>
          <a:bodyPr/>
          <a:lstStyle/>
          <a:p>
            <a:r>
              <a:rPr kumimoji="1" lang="ja-JP" altLang="en-US" dirty="0"/>
              <a:t>確認事項</a:t>
            </a:r>
          </a:p>
        </p:txBody>
      </p:sp>
      <p:sp>
        <p:nvSpPr>
          <p:cNvPr id="3" name="コンテンツ プレースホルダー 2">
            <a:extLst>
              <a:ext uri="{FF2B5EF4-FFF2-40B4-BE49-F238E27FC236}">
                <a16:creationId xmlns:a16="http://schemas.microsoft.com/office/drawing/2014/main" id="{F2DD400A-25F7-A51B-CB82-C1B72720E25B}"/>
              </a:ext>
            </a:extLst>
          </p:cNvPr>
          <p:cNvSpPr>
            <a:spLocks noGrp="1"/>
          </p:cNvSpPr>
          <p:nvPr>
            <p:ph idx="1"/>
          </p:nvPr>
        </p:nvSpPr>
        <p:spPr>
          <a:xfrm>
            <a:off x="495300" y="1196975"/>
            <a:ext cx="8978900" cy="5040313"/>
          </a:xfrm>
        </p:spPr>
        <p:txBody>
          <a:bodyPr/>
          <a:lstStyle/>
          <a:p>
            <a:pPr marL="457200" indent="-457200">
              <a:buFont typeface="+mj-lt"/>
              <a:buAutoNum type="arabicPeriod"/>
            </a:pPr>
            <a:r>
              <a:rPr kumimoji="1" lang="ja-JP" altLang="en-US" dirty="0"/>
              <a:t>下記技術について、調査・改良含めて対応していただくことは可能でしょうか？</a:t>
            </a:r>
            <a:endParaRPr kumimoji="1" lang="en-US" altLang="ja-JP" dirty="0"/>
          </a:p>
          <a:p>
            <a:pPr marL="857250" lvl="1" indent="-457200">
              <a:buFont typeface="Wingdings" panose="05000000000000000000" pitchFamily="2" charset="2"/>
              <a:buChar char="Ø"/>
            </a:pPr>
            <a:r>
              <a:rPr kumimoji="1" lang="ja-JP" altLang="en-US" dirty="0"/>
              <a:t>詳細設計の機能拡張</a:t>
            </a:r>
            <a:endParaRPr kumimoji="1" lang="en-US" altLang="ja-JP" dirty="0"/>
          </a:p>
          <a:p>
            <a:pPr marL="400050" lvl="1" indent="0">
              <a:buNone/>
            </a:pPr>
            <a:r>
              <a:rPr lang="ja-JP" altLang="en-US" sz="2000" dirty="0"/>
              <a:t>　　ファイル</a:t>
            </a:r>
            <a:r>
              <a:rPr lang="en-US" altLang="ja-JP" sz="2000" dirty="0"/>
              <a:t>(</a:t>
            </a:r>
            <a:r>
              <a:rPr lang="ja-JP" altLang="en-US" sz="2000" dirty="0"/>
              <a:t>モジュール</a:t>
            </a:r>
            <a:r>
              <a:rPr lang="en-US" altLang="ja-JP" sz="2000" dirty="0"/>
              <a:t>)</a:t>
            </a:r>
            <a:r>
              <a:rPr lang="ja-JP" altLang="en-US" sz="2000" dirty="0"/>
              <a:t>単位の詳細設計を出力するためのプロンプトや</a:t>
            </a:r>
            <a:endParaRPr lang="en-US" altLang="ja-JP" sz="2000" dirty="0"/>
          </a:p>
          <a:p>
            <a:pPr marL="400050" lvl="1" indent="0">
              <a:buNone/>
            </a:pPr>
            <a:r>
              <a:rPr kumimoji="1" lang="ja-JP" altLang="en-US" sz="2000" dirty="0"/>
              <a:t>　　</a:t>
            </a:r>
            <a:r>
              <a:rPr kumimoji="1" lang="en-US" altLang="ja-JP" sz="2000" dirty="0"/>
              <a:t>AI</a:t>
            </a:r>
            <a:r>
              <a:rPr kumimoji="1" lang="ja-JP" altLang="en-US" sz="2000" dirty="0"/>
              <a:t>とのやり取りの工夫</a:t>
            </a:r>
            <a:endParaRPr kumimoji="1" lang="en-US" altLang="ja-JP" sz="2000" dirty="0"/>
          </a:p>
          <a:p>
            <a:pPr marL="857250" lvl="1" indent="-457200">
              <a:buFont typeface="Wingdings" panose="05000000000000000000" pitchFamily="2" charset="2"/>
              <a:buChar char="Ø"/>
            </a:pPr>
            <a:r>
              <a:rPr lang="ja-JP" altLang="en-US" dirty="0"/>
              <a:t>対応言語拡張</a:t>
            </a:r>
            <a:endParaRPr lang="en-US" altLang="ja-JP" dirty="0"/>
          </a:p>
          <a:p>
            <a:pPr marL="400050" lvl="1" indent="0">
              <a:buNone/>
            </a:pPr>
            <a:r>
              <a:rPr kumimoji="1" lang="ja-JP" altLang="en-US" dirty="0"/>
              <a:t>　　</a:t>
            </a:r>
            <a:r>
              <a:rPr kumimoji="1" lang="en-US" altLang="ja-JP" dirty="0"/>
              <a:t>java</a:t>
            </a:r>
            <a:r>
              <a:rPr kumimoji="1" lang="ja-JP" altLang="en-US" dirty="0"/>
              <a:t>、</a:t>
            </a:r>
            <a:r>
              <a:rPr kumimoji="1" lang="en-US" altLang="ja-JP" dirty="0"/>
              <a:t>C#</a:t>
            </a:r>
            <a:r>
              <a:rPr kumimoji="1" lang="ja-JP" altLang="en-US" dirty="0"/>
              <a:t>のクラスやメソッド抽出</a:t>
            </a:r>
            <a:endParaRPr kumimoji="1" lang="en-US" altLang="ja-JP" dirty="0"/>
          </a:p>
          <a:p>
            <a:pPr marL="400050" lvl="1" indent="0">
              <a:buNone/>
            </a:pPr>
            <a:r>
              <a:rPr lang="ja-JP" altLang="en-US" dirty="0"/>
              <a:t>　　</a:t>
            </a:r>
            <a:r>
              <a:rPr lang="en-US" altLang="ja-JP" dirty="0"/>
              <a:t>java</a:t>
            </a:r>
            <a:r>
              <a:rPr lang="ja-JP" altLang="en-US" dirty="0"/>
              <a:t>、</a:t>
            </a:r>
            <a:r>
              <a:rPr lang="en-US" altLang="ja-JP" dirty="0"/>
              <a:t>C#</a:t>
            </a:r>
            <a:r>
              <a:rPr lang="ja-JP" altLang="en-US" dirty="0"/>
              <a:t>用にプロンプトの工夫</a:t>
            </a:r>
            <a:r>
              <a:rPr lang="en-US" altLang="ja-JP" dirty="0"/>
              <a:t>(</a:t>
            </a:r>
            <a:r>
              <a:rPr lang="ja-JP" altLang="en-US" dirty="0"/>
              <a:t>必要に応じて</a:t>
            </a:r>
            <a:r>
              <a:rPr lang="en-US" altLang="ja-JP" dirty="0"/>
              <a:t>)</a:t>
            </a:r>
            <a:endParaRPr kumimoji="1" lang="en-US" altLang="ja-JP" dirty="0"/>
          </a:p>
          <a:p>
            <a:pPr marL="0" indent="0">
              <a:buNone/>
            </a:pPr>
            <a:endParaRPr lang="en-US" altLang="ja-JP" dirty="0"/>
          </a:p>
          <a:p>
            <a:pPr marL="457200" indent="-457200">
              <a:buFont typeface="+mj-lt"/>
              <a:buAutoNum type="arabicPeriod" startAt="2"/>
            </a:pPr>
            <a:r>
              <a:rPr lang="ja-JP" altLang="en-US" dirty="0"/>
              <a:t>日本語ができる</a:t>
            </a:r>
            <a:r>
              <a:rPr lang="en-US" altLang="ja-JP" dirty="0"/>
              <a:t>PM</a:t>
            </a:r>
            <a:r>
              <a:rPr lang="ja-JP" altLang="en-US" dirty="0"/>
              <a:t>を立てていただくことは可能でしょうか？</a:t>
            </a:r>
            <a:endParaRPr lang="en-US" altLang="ja-JP" dirty="0"/>
          </a:p>
          <a:p>
            <a:pPr marL="457200" indent="-457200">
              <a:buFont typeface="+mj-lt"/>
              <a:buAutoNum type="arabicPeriod" startAt="2"/>
            </a:pPr>
            <a:endParaRPr kumimoji="1" lang="ja-JP" altLang="en-US" dirty="0"/>
          </a:p>
        </p:txBody>
      </p:sp>
      <p:sp>
        <p:nvSpPr>
          <p:cNvPr id="4" name="スライド番号プレースホルダー 3">
            <a:extLst>
              <a:ext uri="{FF2B5EF4-FFF2-40B4-BE49-F238E27FC236}">
                <a16:creationId xmlns:a16="http://schemas.microsoft.com/office/drawing/2014/main" id="{727F4D6B-1432-8AF0-426A-3D9AD4A68613}"/>
              </a:ext>
            </a:extLst>
          </p:cNvPr>
          <p:cNvSpPr>
            <a:spLocks noGrp="1"/>
          </p:cNvSpPr>
          <p:nvPr>
            <p:ph type="sldNum" sz="quarter" idx="11"/>
          </p:nvPr>
        </p:nvSpPr>
        <p:spPr/>
        <p:txBody>
          <a:bodyPr/>
          <a:lstStyle/>
          <a:p>
            <a:fld id="{CA6536ED-BD5D-BB4A-995A-A44D28302799}" type="slidenum">
              <a:rPr lang="en-US" altLang="ja-JP" smtClean="0"/>
              <a:pPr/>
              <a:t>19</a:t>
            </a:fld>
            <a:endParaRPr lang="en-US" altLang="ja-JP"/>
          </a:p>
        </p:txBody>
      </p:sp>
      <p:sp>
        <p:nvSpPr>
          <p:cNvPr id="5" name="フッター プレースホルダー 4">
            <a:extLst>
              <a:ext uri="{FF2B5EF4-FFF2-40B4-BE49-F238E27FC236}">
                <a16:creationId xmlns:a16="http://schemas.microsoft.com/office/drawing/2014/main" id="{5AE2FEBD-9AC8-ED15-01E3-FA95FCBE5BEE}"/>
              </a:ext>
            </a:extLst>
          </p:cNvPr>
          <p:cNvSpPr>
            <a:spLocks noGrp="1"/>
          </p:cNvSpPr>
          <p:nvPr>
            <p:ph type="ftr" sz="quarter" idx="3"/>
          </p:nvPr>
        </p:nvSpPr>
        <p:spPr/>
        <p:txBody>
          <a:bodyPr/>
          <a:lstStyle/>
          <a:p>
            <a:pPr>
              <a:defRPr/>
            </a:pPr>
            <a:r>
              <a:rPr lang="en-US" altLang="ja-JP"/>
              <a:t>© Computer Engineering &amp; Consulting Ltd. All rights reserved.</a:t>
            </a:r>
          </a:p>
        </p:txBody>
      </p:sp>
    </p:spTree>
    <p:extLst>
      <p:ext uri="{BB962C8B-B14F-4D97-AF65-F5344CB8AC3E}">
        <p14:creationId xmlns:p14="http://schemas.microsoft.com/office/powerpoint/2010/main" val="2131633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EA77F3-3168-1925-EEB8-0B241903E830}"/>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E6243D6-19F4-E3AF-9034-6813822517E4}"/>
              </a:ext>
            </a:extLst>
          </p:cNvPr>
          <p:cNvSpPr>
            <a:spLocks noGrp="1"/>
          </p:cNvSpPr>
          <p:nvPr>
            <p:ph type="sldNum" sz="quarter" idx="11"/>
          </p:nvPr>
        </p:nvSpPr>
        <p:spPr/>
        <p:txBody>
          <a:bodyPr/>
          <a:lstStyle/>
          <a:p>
            <a:fld id="{CA6536ED-BD5D-BB4A-995A-A44D28302799}" type="slidenum">
              <a:rPr lang="en-US" altLang="ja-JP" smtClean="0"/>
              <a:pPr/>
              <a:t>20</a:t>
            </a:fld>
            <a:endParaRPr lang="en-US" altLang="ja-JP"/>
          </a:p>
        </p:txBody>
      </p:sp>
      <p:sp>
        <p:nvSpPr>
          <p:cNvPr id="5" name="フッター プレースホルダー 4">
            <a:extLst>
              <a:ext uri="{FF2B5EF4-FFF2-40B4-BE49-F238E27FC236}">
                <a16:creationId xmlns:a16="http://schemas.microsoft.com/office/drawing/2014/main" id="{8B144861-5563-D820-9BCD-13375C580D84}"/>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6" name="テキスト ボックス 5">
            <a:extLst>
              <a:ext uri="{FF2B5EF4-FFF2-40B4-BE49-F238E27FC236}">
                <a16:creationId xmlns:a16="http://schemas.microsoft.com/office/drawing/2014/main" id="{B042EDC5-9ADE-9C47-C53D-40C76C88FE4A}"/>
              </a:ext>
            </a:extLst>
          </p:cNvPr>
          <p:cNvSpPr txBox="1"/>
          <p:nvPr/>
        </p:nvSpPr>
        <p:spPr>
          <a:xfrm>
            <a:off x="834501" y="2911876"/>
            <a:ext cx="6417141" cy="923330"/>
          </a:xfrm>
          <a:prstGeom prst="rect">
            <a:avLst/>
          </a:prstGeom>
          <a:noFill/>
        </p:spPr>
        <p:txBody>
          <a:bodyPr wrap="none" rtlCol="0">
            <a:spAutoFit/>
          </a:bodyPr>
          <a:lstStyle/>
          <a:p>
            <a:r>
              <a:rPr kumimoji="1" lang="ja-JP" altLang="en-US" sz="5400" dirty="0">
                <a:latin typeface="メイリオ" panose="020B0604030504040204" pitchFamily="50" charset="-128"/>
                <a:ea typeface="メイリオ" panose="020B0604030504040204" pitchFamily="50" charset="-128"/>
              </a:rPr>
              <a:t>参考）画面イメージ</a:t>
            </a:r>
          </a:p>
        </p:txBody>
      </p:sp>
    </p:spTree>
    <p:extLst>
      <p:ext uri="{BB962C8B-B14F-4D97-AF65-F5344CB8AC3E}">
        <p14:creationId xmlns:p14="http://schemas.microsoft.com/office/powerpoint/2010/main" val="2467231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FC308A-0589-46E2-0C5E-1D8CE2D40245}"/>
              </a:ext>
            </a:extLst>
          </p:cNvPr>
          <p:cNvSpPr>
            <a:spLocks noGrp="1"/>
          </p:cNvSpPr>
          <p:nvPr>
            <p:ph type="title"/>
          </p:nvPr>
        </p:nvSpPr>
        <p:spPr/>
        <p:txBody>
          <a:bodyPr/>
          <a:lstStyle/>
          <a:p>
            <a:r>
              <a:rPr kumimoji="1" lang="ja-JP" altLang="en-US" dirty="0"/>
              <a:t>参考）画面イメージ～</a:t>
            </a:r>
            <a:r>
              <a:rPr kumimoji="1" lang="en-US" altLang="ja-JP" dirty="0"/>
              <a:t>TOP</a:t>
            </a:r>
            <a:r>
              <a:rPr kumimoji="1" lang="ja-JP" altLang="en-US" dirty="0"/>
              <a:t>画面～</a:t>
            </a:r>
          </a:p>
        </p:txBody>
      </p:sp>
      <p:sp>
        <p:nvSpPr>
          <p:cNvPr id="4" name="スライド番号プレースホルダー 3">
            <a:extLst>
              <a:ext uri="{FF2B5EF4-FFF2-40B4-BE49-F238E27FC236}">
                <a16:creationId xmlns:a16="http://schemas.microsoft.com/office/drawing/2014/main" id="{56B74A30-81F2-C461-C15C-259B3B48DA0A}"/>
              </a:ext>
            </a:extLst>
          </p:cNvPr>
          <p:cNvSpPr>
            <a:spLocks noGrp="1"/>
          </p:cNvSpPr>
          <p:nvPr>
            <p:ph type="sldNum" sz="quarter" idx="11"/>
          </p:nvPr>
        </p:nvSpPr>
        <p:spPr/>
        <p:txBody>
          <a:bodyPr/>
          <a:lstStyle/>
          <a:p>
            <a:fld id="{CA6536ED-BD5D-BB4A-995A-A44D28302799}" type="slidenum">
              <a:rPr lang="en-US" altLang="ja-JP" smtClean="0"/>
              <a:pPr/>
              <a:t>21</a:t>
            </a:fld>
            <a:endParaRPr lang="en-US" altLang="ja-JP"/>
          </a:p>
        </p:txBody>
      </p:sp>
      <p:sp>
        <p:nvSpPr>
          <p:cNvPr id="5" name="フッター プレースホルダー 4">
            <a:extLst>
              <a:ext uri="{FF2B5EF4-FFF2-40B4-BE49-F238E27FC236}">
                <a16:creationId xmlns:a16="http://schemas.microsoft.com/office/drawing/2014/main" id="{7B799F8A-7430-7FE6-E882-D238F97E015B}"/>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8" name="テキスト ボックス 7">
            <a:extLst>
              <a:ext uri="{FF2B5EF4-FFF2-40B4-BE49-F238E27FC236}">
                <a16:creationId xmlns:a16="http://schemas.microsoft.com/office/drawing/2014/main" id="{05E88FDD-CB2F-53F5-A93F-1733593116A2}"/>
              </a:ext>
            </a:extLst>
          </p:cNvPr>
          <p:cNvSpPr txBox="1"/>
          <p:nvPr/>
        </p:nvSpPr>
        <p:spPr>
          <a:xfrm>
            <a:off x="2231410" y="1068940"/>
            <a:ext cx="1329082"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&lt;TOP</a:t>
            </a:r>
            <a:r>
              <a:rPr kumimoji="1" lang="ja-JP" altLang="en-US" sz="1600" dirty="0">
                <a:latin typeface="メイリオ" panose="020B0604030504040204" pitchFamily="50" charset="-128"/>
                <a:ea typeface="メイリオ" panose="020B0604030504040204" pitchFamily="50" charset="-128"/>
              </a:rPr>
              <a:t>画面</a:t>
            </a:r>
            <a:r>
              <a:rPr kumimoji="1" lang="en-US" altLang="ja-JP" sz="1600" dirty="0">
                <a:latin typeface="メイリオ" panose="020B0604030504040204" pitchFamily="50" charset="-128"/>
                <a:ea typeface="メイリオ" panose="020B0604030504040204" pitchFamily="50" charset="-128"/>
              </a:rPr>
              <a:t>&gt;</a:t>
            </a:r>
            <a:endParaRPr kumimoji="1" lang="ja-JP" altLang="en-US" sz="16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926A1555-1D37-306F-E3BF-BA3E0C5098B5}"/>
              </a:ext>
            </a:extLst>
          </p:cNvPr>
          <p:cNvSpPr txBox="1"/>
          <p:nvPr/>
        </p:nvSpPr>
        <p:spPr>
          <a:xfrm>
            <a:off x="5756090" y="1506953"/>
            <a:ext cx="3877985" cy="2339102"/>
          </a:xfrm>
          <a:prstGeom prst="rect">
            <a:avLst/>
          </a:prstGeom>
          <a:noFill/>
        </p:spPr>
        <p:txBody>
          <a:bodyPr wrap="none" rtlCol="0">
            <a:spAutoFit/>
          </a:bodyPr>
          <a:lstStyle/>
          <a:p>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プロジェクトの作成</a:t>
            </a:r>
            <a:r>
              <a:rPr lang="en-US" altLang="ja-JP" dirty="0">
                <a:latin typeface="メイリオ" panose="020B0604030504040204" pitchFamily="50" charset="-128"/>
                <a:ea typeface="メイリオ" panose="020B0604030504040204" pitchFamily="50" charset="-128"/>
              </a:rPr>
              <a:t>】</a:t>
            </a:r>
          </a:p>
          <a:p>
            <a:r>
              <a:rPr kumimoji="1" lang="ja-JP" altLang="en-US" sz="1600" dirty="0">
                <a:latin typeface="メイリオ" panose="020B0604030504040204" pitchFamily="50" charset="-128"/>
                <a:ea typeface="メイリオ" panose="020B0604030504040204" pitchFamily="50" charset="-128"/>
              </a:rPr>
              <a:t>・プロジェクト名、プロジェクトの説明</a:t>
            </a:r>
            <a:endParaRPr kumimoji="1"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ソースコード一式ファイル</a:t>
            </a:r>
            <a:r>
              <a:rPr lang="en-US" altLang="ja-JP" sz="1600" dirty="0">
                <a:latin typeface="メイリオ" panose="020B0604030504040204" pitchFamily="50" charset="-128"/>
                <a:ea typeface="メイリオ" panose="020B0604030504040204" pitchFamily="50" charset="-128"/>
              </a:rPr>
              <a:t>(zip)</a:t>
            </a:r>
            <a:r>
              <a:rPr lang="ja-JP" altLang="en-US" sz="1600" dirty="0">
                <a:latin typeface="メイリオ" panose="020B0604030504040204" pitchFamily="50" charset="-128"/>
                <a:ea typeface="メイリオ" panose="020B0604030504040204" pitchFamily="50" charset="-128"/>
              </a:rPr>
              <a:t>を</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指定してプロジェクトを作成</a:t>
            </a:r>
            <a:endParaRPr lang="en-US" altLang="ja-JP" sz="1600" dirty="0">
              <a:latin typeface="メイリオ" panose="020B0604030504040204" pitchFamily="50" charset="-128"/>
              <a:ea typeface="メイリオ" panose="020B0604030504040204" pitchFamily="50" charset="-128"/>
            </a:endParaRPr>
          </a:p>
          <a:p>
            <a:endParaRPr kumimoji="1" lang="en-US" altLang="ja-JP" sz="1600"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endParaRPr>
          </a:p>
          <a:p>
            <a:r>
              <a:rPr kumimoji="1" lang="en-US" altLang="ja-JP" sz="1600" dirty="0">
                <a:latin typeface="メイリオ" panose="020B0604030504040204" pitchFamily="50" charset="-128"/>
                <a:ea typeface="メイリオ" panose="020B0604030504040204" pitchFamily="50" charset="-128"/>
              </a:rPr>
              <a:t>【</a:t>
            </a:r>
            <a:r>
              <a:rPr kumimoji="1" lang="ja-JP" altLang="en-US" sz="1600" dirty="0">
                <a:latin typeface="メイリオ" panose="020B0604030504040204" pitchFamily="50" charset="-128"/>
                <a:ea typeface="メイリオ" panose="020B0604030504040204" pitchFamily="50" charset="-128"/>
              </a:rPr>
              <a:t>アクティビティ</a:t>
            </a:r>
            <a:r>
              <a:rPr kumimoji="1" lang="en-US" altLang="ja-JP" sz="1600" dirty="0">
                <a:latin typeface="メイリオ" panose="020B0604030504040204" pitchFamily="50" charset="-128"/>
                <a:ea typeface="メイリオ" panose="020B0604030504040204" pitchFamily="50" charset="-128"/>
              </a:rPr>
              <a:t>】</a:t>
            </a:r>
          </a:p>
          <a:p>
            <a:r>
              <a:rPr kumimoji="1" lang="ja-JP" altLang="en-US" sz="1600" dirty="0">
                <a:latin typeface="メイリオ" panose="020B0604030504040204" pitchFamily="50" charset="-128"/>
                <a:ea typeface="メイリオ" panose="020B0604030504040204" pitchFamily="50" charset="-128"/>
              </a:rPr>
              <a:t>・所属しているチームのアクティビティ</a:t>
            </a:r>
            <a:endParaRPr kumimoji="1"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誰が、いつ、何をしたか）を表示</a:t>
            </a:r>
            <a:endParaRPr kumimoji="1" lang="ja-JP" altLang="en-US" sz="1600" dirty="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A15667C8-1898-E874-441A-0556DF761FF6}"/>
              </a:ext>
            </a:extLst>
          </p:cNvPr>
          <p:cNvPicPr>
            <a:picLocks noChangeAspect="1"/>
          </p:cNvPicPr>
          <p:nvPr/>
        </p:nvPicPr>
        <p:blipFill>
          <a:blip r:embed="rId2"/>
          <a:stretch>
            <a:fillRect/>
          </a:stretch>
        </p:blipFill>
        <p:spPr>
          <a:xfrm>
            <a:off x="200471" y="1506953"/>
            <a:ext cx="5407971" cy="3894779"/>
          </a:xfrm>
          <a:prstGeom prst="rect">
            <a:avLst/>
          </a:prstGeom>
        </p:spPr>
      </p:pic>
    </p:spTree>
    <p:extLst>
      <p:ext uri="{BB962C8B-B14F-4D97-AF65-F5344CB8AC3E}">
        <p14:creationId xmlns:p14="http://schemas.microsoft.com/office/powerpoint/2010/main" val="1195024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71D4C5-DDF4-D654-833B-B49BB4FE470C}"/>
              </a:ext>
            </a:extLst>
          </p:cNvPr>
          <p:cNvSpPr>
            <a:spLocks noGrp="1"/>
          </p:cNvSpPr>
          <p:nvPr>
            <p:ph type="title"/>
          </p:nvPr>
        </p:nvSpPr>
        <p:spPr/>
        <p:txBody>
          <a:bodyPr/>
          <a:lstStyle/>
          <a:p>
            <a:r>
              <a:rPr kumimoji="1" lang="ja-JP" altLang="en-US" dirty="0"/>
              <a:t>参考）画面イメージ～チーム～</a:t>
            </a:r>
          </a:p>
        </p:txBody>
      </p:sp>
      <p:sp>
        <p:nvSpPr>
          <p:cNvPr id="4" name="スライド番号プレースホルダー 3">
            <a:extLst>
              <a:ext uri="{FF2B5EF4-FFF2-40B4-BE49-F238E27FC236}">
                <a16:creationId xmlns:a16="http://schemas.microsoft.com/office/drawing/2014/main" id="{890E6A16-8F7D-1440-4DBA-8DF4E55D0510}"/>
              </a:ext>
            </a:extLst>
          </p:cNvPr>
          <p:cNvSpPr>
            <a:spLocks noGrp="1"/>
          </p:cNvSpPr>
          <p:nvPr>
            <p:ph type="sldNum" sz="quarter" idx="11"/>
          </p:nvPr>
        </p:nvSpPr>
        <p:spPr/>
        <p:txBody>
          <a:bodyPr/>
          <a:lstStyle/>
          <a:p>
            <a:fld id="{CA6536ED-BD5D-BB4A-995A-A44D28302799}" type="slidenum">
              <a:rPr lang="en-US" altLang="ja-JP" smtClean="0"/>
              <a:pPr/>
              <a:t>22</a:t>
            </a:fld>
            <a:endParaRPr lang="en-US" altLang="ja-JP"/>
          </a:p>
        </p:txBody>
      </p:sp>
      <p:sp>
        <p:nvSpPr>
          <p:cNvPr id="5" name="フッター プレースホルダー 4">
            <a:extLst>
              <a:ext uri="{FF2B5EF4-FFF2-40B4-BE49-F238E27FC236}">
                <a16:creationId xmlns:a16="http://schemas.microsoft.com/office/drawing/2014/main" id="{C06D4AF3-FB64-6047-C4AB-394072385705}"/>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10" name="テキスト ボックス 9">
            <a:extLst>
              <a:ext uri="{FF2B5EF4-FFF2-40B4-BE49-F238E27FC236}">
                <a16:creationId xmlns:a16="http://schemas.microsoft.com/office/drawing/2014/main" id="{B1A2FD70-955F-6A02-616B-A57323F9F759}"/>
              </a:ext>
            </a:extLst>
          </p:cNvPr>
          <p:cNvSpPr txBox="1"/>
          <p:nvPr/>
        </p:nvSpPr>
        <p:spPr>
          <a:xfrm>
            <a:off x="1256766" y="1228167"/>
            <a:ext cx="2361544"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&lt;</a:t>
            </a:r>
            <a:r>
              <a:rPr kumimoji="1" lang="ja-JP" altLang="en-US" sz="1600" dirty="0">
                <a:latin typeface="メイリオ" panose="020B0604030504040204" pitchFamily="50" charset="-128"/>
                <a:ea typeface="メイリオ" panose="020B0604030504040204" pitchFamily="50" charset="-128"/>
              </a:rPr>
              <a:t>所属チーム一覧画面</a:t>
            </a:r>
            <a:r>
              <a:rPr kumimoji="1" lang="en-US" altLang="ja-JP" sz="1600" dirty="0">
                <a:latin typeface="メイリオ" panose="020B0604030504040204" pitchFamily="50" charset="-128"/>
                <a:ea typeface="メイリオ" panose="020B0604030504040204" pitchFamily="50" charset="-128"/>
              </a:rPr>
              <a:t>&gt;</a:t>
            </a:r>
            <a:endParaRPr kumimoji="1" lang="ja-JP" altLang="en-US" sz="16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D0482B29-4535-6F3C-1E92-C52EBE688766}"/>
              </a:ext>
            </a:extLst>
          </p:cNvPr>
          <p:cNvSpPr txBox="1"/>
          <p:nvPr/>
        </p:nvSpPr>
        <p:spPr>
          <a:xfrm>
            <a:off x="6287691" y="1228167"/>
            <a:ext cx="1951175"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&lt;</a:t>
            </a:r>
            <a:r>
              <a:rPr lang="ja-JP" altLang="en-US" sz="1600" dirty="0">
                <a:latin typeface="メイリオ" panose="020B0604030504040204" pitchFamily="50" charset="-128"/>
                <a:ea typeface="メイリオ" panose="020B0604030504040204" pitchFamily="50" charset="-128"/>
              </a:rPr>
              <a:t>個別チーム画面</a:t>
            </a:r>
            <a:r>
              <a:rPr kumimoji="1" lang="en-US" altLang="ja-JP" sz="1600" dirty="0">
                <a:latin typeface="メイリオ" panose="020B0604030504040204" pitchFamily="50" charset="-128"/>
                <a:ea typeface="メイリオ" panose="020B0604030504040204" pitchFamily="50" charset="-128"/>
              </a:rPr>
              <a:t>&gt;</a:t>
            </a:r>
            <a:endParaRPr kumimoji="1" lang="ja-JP" altLang="en-US" sz="16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C772EFC8-B757-40AF-C939-322CB30C5B93}"/>
              </a:ext>
            </a:extLst>
          </p:cNvPr>
          <p:cNvSpPr txBox="1"/>
          <p:nvPr/>
        </p:nvSpPr>
        <p:spPr>
          <a:xfrm>
            <a:off x="495300" y="4500405"/>
            <a:ext cx="3262432" cy="1077218"/>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a:t>
            </a:r>
            <a:r>
              <a:rPr kumimoji="1" lang="ja-JP" altLang="en-US" sz="1600" dirty="0">
                <a:latin typeface="メイリオ" panose="020B0604030504040204" pitchFamily="50" charset="-128"/>
                <a:ea typeface="メイリオ" panose="020B0604030504040204" pitchFamily="50" charset="-128"/>
              </a:rPr>
              <a:t>所属チーム一覧画面</a:t>
            </a:r>
            <a:r>
              <a:rPr kumimoji="1" lang="en-US" altLang="ja-JP" sz="1600" dirty="0">
                <a:latin typeface="メイリオ" panose="020B0604030504040204" pitchFamily="50" charset="-128"/>
                <a:ea typeface="メイリオ" panose="020B0604030504040204" pitchFamily="50" charset="-128"/>
              </a:rPr>
              <a:t>】</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・新しくチームを作成</a:t>
            </a:r>
            <a:endParaRPr lang="en-US" altLang="ja-JP" sz="1600" dirty="0">
              <a:latin typeface="メイリオ" panose="020B0604030504040204" pitchFamily="50" charset="-128"/>
              <a:ea typeface="メイリオ" panose="020B0604030504040204" pitchFamily="50" charset="-128"/>
            </a:endParaRPr>
          </a:p>
          <a:p>
            <a:endParaRPr kumimoji="1" lang="en-US" altLang="ja-JP" sz="1600" dirty="0">
              <a:latin typeface="メイリオ" panose="020B0604030504040204" pitchFamily="50" charset="-128"/>
              <a:ea typeface="メイリオ" panose="020B0604030504040204" pitchFamily="50" charset="-128"/>
            </a:endParaRPr>
          </a:p>
          <a:p>
            <a:r>
              <a:rPr kumimoji="1" lang="ja-JP" altLang="en-US" sz="1600" dirty="0">
                <a:latin typeface="メイリオ" panose="020B0604030504040204" pitchFamily="50" charset="-128"/>
                <a:ea typeface="メイリオ" panose="020B0604030504040204" pitchFamily="50" charset="-128"/>
              </a:rPr>
              <a:t>・所属しているチームを一覧表示</a:t>
            </a:r>
            <a:endParaRPr lang="en-US" altLang="ja-JP" sz="16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02783EE1-4555-B84D-69CD-0FE6D69AAA52}"/>
              </a:ext>
            </a:extLst>
          </p:cNvPr>
          <p:cNvPicPr>
            <a:picLocks noChangeAspect="1"/>
          </p:cNvPicPr>
          <p:nvPr/>
        </p:nvPicPr>
        <p:blipFill>
          <a:blip r:embed="rId2"/>
          <a:stretch>
            <a:fillRect/>
          </a:stretch>
        </p:blipFill>
        <p:spPr>
          <a:xfrm>
            <a:off x="433974" y="1511037"/>
            <a:ext cx="4059469" cy="2865276"/>
          </a:xfrm>
          <a:prstGeom prst="rect">
            <a:avLst/>
          </a:prstGeom>
        </p:spPr>
      </p:pic>
      <p:pic>
        <p:nvPicPr>
          <p:cNvPr id="9" name="図 8">
            <a:extLst>
              <a:ext uri="{FF2B5EF4-FFF2-40B4-BE49-F238E27FC236}">
                <a16:creationId xmlns:a16="http://schemas.microsoft.com/office/drawing/2014/main" id="{921B2BB4-CDA3-E63B-A5E1-AEF30576EF0C}"/>
              </a:ext>
            </a:extLst>
          </p:cNvPr>
          <p:cNvPicPr>
            <a:picLocks noChangeAspect="1"/>
          </p:cNvPicPr>
          <p:nvPr/>
        </p:nvPicPr>
        <p:blipFill>
          <a:blip r:embed="rId3"/>
          <a:stretch>
            <a:fillRect/>
          </a:stretch>
        </p:blipFill>
        <p:spPr>
          <a:xfrm>
            <a:off x="5509406" y="1462353"/>
            <a:ext cx="3452044" cy="2853158"/>
          </a:xfrm>
          <a:prstGeom prst="rect">
            <a:avLst/>
          </a:prstGeom>
        </p:spPr>
      </p:pic>
      <p:sp>
        <p:nvSpPr>
          <p:cNvPr id="12" name="テキスト ボックス 11">
            <a:extLst>
              <a:ext uri="{FF2B5EF4-FFF2-40B4-BE49-F238E27FC236}">
                <a16:creationId xmlns:a16="http://schemas.microsoft.com/office/drawing/2014/main" id="{C8A44A1D-F8EC-736F-CBAC-553AE591EA68}"/>
              </a:ext>
            </a:extLst>
          </p:cNvPr>
          <p:cNvSpPr txBox="1"/>
          <p:nvPr/>
        </p:nvSpPr>
        <p:spPr>
          <a:xfrm>
            <a:off x="5438556" y="4408056"/>
            <a:ext cx="3262432" cy="2062103"/>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a:t>
            </a:r>
            <a:r>
              <a:rPr kumimoji="1" lang="ja-JP" altLang="en-US" sz="1600" dirty="0">
                <a:latin typeface="メイリオ" panose="020B0604030504040204" pitchFamily="50" charset="-128"/>
                <a:ea typeface="メイリオ" panose="020B0604030504040204" pitchFamily="50" charset="-128"/>
              </a:rPr>
              <a:t>個別チーム画面</a:t>
            </a:r>
            <a:r>
              <a:rPr kumimoji="1" lang="en-US" altLang="ja-JP" sz="1600" dirty="0">
                <a:latin typeface="メイリオ" panose="020B0604030504040204" pitchFamily="50" charset="-128"/>
                <a:ea typeface="メイリオ" panose="020B0604030504040204" pitchFamily="50" charset="-128"/>
              </a:rPr>
              <a:t>】</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・メンバー管理（追加</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削除</a:t>
            </a:r>
            <a:r>
              <a:rPr lang="en-US" altLang="ja-JP" sz="1600" dirty="0">
                <a:latin typeface="メイリオ" panose="020B0604030504040204" pitchFamily="50" charset="-128"/>
                <a:ea typeface="メイリオ" panose="020B0604030504040204" pitchFamily="50" charset="-128"/>
              </a:rPr>
              <a:t>)</a:t>
            </a:r>
          </a:p>
          <a:p>
            <a:endParaRPr kumimoji="1"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・プロジェクトの作成</a:t>
            </a:r>
            <a:endParaRPr lang="en-US" altLang="ja-JP" sz="1600" dirty="0">
              <a:latin typeface="メイリオ" panose="020B0604030504040204" pitchFamily="50" charset="-128"/>
              <a:ea typeface="メイリオ" panose="020B0604030504040204" pitchFamily="50" charset="-128"/>
            </a:endParaRPr>
          </a:p>
          <a:p>
            <a:endParaRPr kumimoji="1" lang="en-US" altLang="ja-JP" sz="1600" dirty="0">
              <a:latin typeface="メイリオ" panose="020B0604030504040204" pitchFamily="50" charset="-128"/>
              <a:ea typeface="メイリオ" panose="020B0604030504040204" pitchFamily="50" charset="-128"/>
            </a:endParaRPr>
          </a:p>
          <a:p>
            <a:r>
              <a:rPr kumimoji="1" lang="ja-JP" altLang="en-US" sz="1600" dirty="0">
                <a:latin typeface="メイリオ" panose="020B0604030504040204" pitchFamily="50" charset="-128"/>
                <a:ea typeface="メイリオ" panose="020B0604030504040204" pitchFamily="50" charset="-128"/>
              </a:rPr>
              <a:t>・プロジェクト一覧の表示</a:t>
            </a:r>
            <a:endParaRPr kumimoji="1" lang="en-US" altLang="ja-JP" sz="1600"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・プロジェクトへのコメント機能</a:t>
            </a:r>
            <a:endParaRPr lang="en-US" altLang="ja-JP"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18693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71D4C5-DDF4-D654-833B-B49BB4FE470C}"/>
              </a:ext>
            </a:extLst>
          </p:cNvPr>
          <p:cNvSpPr>
            <a:spLocks noGrp="1"/>
          </p:cNvSpPr>
          <p:nvPr>
            <p:ph type="title"/>
          </p:nvPr>
        </p:nvSpPr>
        <p:spPr/>
        <p:txBody>
          <a:bodyPr/>
          <a:lstStyle/>
          <a:p>
            <a:r>
              <a:rPr kumimoji="1" lang="ja-JP" altLang="en-US" dirty="0"/>
              <a:t>参考）画面イメージ～</a:t>
            </a:r>
            <a:r>
              <a:rPr lang="ja-JP" altLang="en-US" dirty="0"/>
              <a:t>プロジェクト</a:t>
            </a:r>
            <a:r>
              <a:rPr kumimoji="1" lang="ja-JP" altLang="en-US" dirty="0"/>
              <a:t>～</a:t>
            </a:r>
          </a:p>
        </p:txBody>
      </p:sp>
      <p:sp>
        <p:nvSpPr>
          <p:cNvPr id="4" name="スライド番号プレースホルダー 3">
            <a:extLst>
              <a:ext uri="{FF2B5EF4-FFF2-40B4-BE49-F238E27FC236}">
                <a16:creationId xmlns:a16="http://schemas.microsoft.com/office/drawing/2014/main" id="{890E6A16-8F7D-1440-4DBA-8DF4E55D0510}"/>
              </a:ext>
            </a:extLst>
          </p:cNvPr>
          <p:cNvSpPr>
            <a:spLocks noGrp="1"/>
          </p:cNvSpPr>
          <p:nvPr>
            <p:ph type="sldNum" sz="quarter" idx="11"/>
          </p:nvPr>
        </p:nvSpPr>
        <p:spPr/>
        <p:txBody>
          <a:bodyPr/>
          <a:lstStyle/>
          <a:p>
            <a:fld id="{CA6536ED-BD5D-BB4A-995A-A44D28302799}" type="slidenum">
              <a:rPr lang="en-US" altLang="ja-JP" smtClean="0"/>
              <a:pPr/>
              <a:t>23</a:t>
            </a:fld>
            <a:endParaRPr lang="en-US" altLang="ja-JP"/>
          </a:p>
        </p:txBody>
      </p:sp>
      <p:sp>
        <p:nvSpPr>
          <p:cNvPr id="5" name="フッター プレースホルダー 4">
            <a:extLst>
              <a:ext uri="{FF2B5EF4-FFF2-40B4-BE49-F238E27FC236}">
                <a16:creationId xmlns:a16="http://schemas.microsoft.com/office/drawing/2014/main" id="{C06D4AF3-FB64-6047-C4AB-394072385705}"/>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10" name="テキスト ボックス 9">
            <a:extLst>
              <a:ext uri="{FF2B5EF4-FFF2-40B4-BE49-F238E27FC236}">
                <a16:creationId xmlns:a16="http://schemas.microsoft.com/office/drawing/2014/main" id="{B1A2FD70-955F-6A02-616B-A57323F9F759}"/>
              </a:ext>
            </a:extLst>
          </p:cNvPr>
          <p:cNvSpPr txBox="1"/>
          <p:nvPr/>
        </p:nvSpPr>
        <p:spPr>
          <a:xfrm>
            <a:off x="1419561" y="1331523"/>
            <a:ext cx="2156360"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&lt;</a:t>
            </a:r>
            <a:r>
              <a:rPr kumimoji="1" lang="ja-JP" altLang="en-US" sz="1600" dirty="0">
                <a:latin typeface="メイリオ" panose="020B0604030504040204" pitchFamily="50" charset="-128"/>
                <a:ea typeface="メイリオ" panose="020B0604030504040204" pitchFamily="50" charset="-128"/>
              </a:rPr>
              <a:t>プロジェクト画面</a:t>
            </a:r>
            <a:r>
              <a:rPr kumimoji="1" lang="en-US" altLang="ja-JP" sz="1600" dirty="0">
                <a:latin typeface="メイリオ" panose="020B0604030504040204" pitchFamily="50" charset="-128"/>
                <a:ea typeface="メイリオ" panose="020B0604030504040204" pitchFamily="50" charset="-128"/>
              </a:rPr>
              <a:t>&gt;</a:t>
            </a:r>
            <a:endParaRPr kumimoji="1" lang="ja-JP" altLang="en-US" sz="16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3839C002-9181-904D-006E-DE520DF150E6}"/>
              </a:ext>
            </a:extLst>
          </p:cNvPr>
          <p:cNvSpPr txBox="1"/>
          <p:nvPr/>
        </p:nvSpPr>
        <p:spPr>
          <a:xfrm>
            <a:off x="5517535" y="1093239"/>
            <a:ext cx="4493538" cy="5509200"/>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a:t>
            </a:r>
            <a:r>
              <a:rPr kumimoji="1" lang="ja-JP" altLang="en-US" sz="1600" dirty="0">
                <a:latin typeface="メイリオ" panose="020B0604030504040204" pitchFamily="50" charset="-128"/>
                <a:ea typeface="メイリオ" panose="020B0604030504040204" pitchFamily="50" charset="-128"/>
              </a:rPr>
              <a:t>ファイル一覧</a:t>
            </a:r>
            <a:r>
              <a:rPr kumimoji="1" lang="en-US" altLang="ja-JP" sz="1600" dirty="0">
                <a:latin typeface="メイリオ" panose="020B0604030504040204" pitchFamily="50" charset="-128"/>
                <a:ea typeface="メイリオ" panose="020B0604030504040204" pitchFamily="50" charset="-128"/>
              </a:rPr>
              <a:t>】</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・登録されているソースコードをフォルダ</a:t>
            </a:r>
            <a:endParaRPr lang="en-US" altLang="ja-JP" sz="1600" dirty="0">
              <a:latin typeface="メイリオ" panose="020B0604030504040204" pitchFamily="50" charset="-128"/>
              <a:ea typeface="メイリオ" panose="020B0604030504040204" pitchFamily="50" charset="-128"/>
            </a:endParaRPr>
          </a:p>
          <a:p>
            <a:r>
              <a:rPr kumimoji="1" lang="ja-JP" altLang="en-US" sz="1600" dirty="0">
                <a:latin typeface="メイリオ" panose="020B0604030504040204" pitchFamily="50" charset="-128"/>
                <a:ea typeface="メイリオ" panose="020B0604030504040204" pitchFamily="50" charset="-128"/>
              </a:rPr>
              <a:t>　構成を分かるように表示</a:t>
            </a:r>
            <a:endParaRPr kumimoji="1" lang="en-US" altLang="ja-JP" sz="1600" dirty="0">
              <a:latin typeface="メイリオ" panose="020B0604030504040204" pitchFamily="50" charset="-128"/>
              <a:ea typeface="メイリオ" panose="020B0604030504040204" pitchFamily="50" charset="-128"/>
            </a:endParaRPr>
          </a:p>
          <a:p>
            <a:endParaRPr kumimoji="1" lang="en-US" altLang="ja-JP" sz="1600" dirty="0">
              <a:latin typeface="メイリオ" panose="020B0604030504040204" pitchFamily="50" charset="-128"/>
              <a:ea typeface="メイリオ" panose="020B0604030504040204" pitchFamily="50" charset="-128"/>
            </a:endParaRPr>
          </a:p>
          <a:p>
            <a:r>
              <a:rPr kumimoji="1" lang="ja-JP" altLang="en-US" sz="1600" dirty="0">
                <a:latin typeface="メイリオ" panose="020B0604030504040204" pitchFamily="50" charset="-128"/>
                <a:ea typeface="メイリオ" panose="020B0604030504040204" pitchFamily="50" charset="-128"/>
              </a:rPr>
              <a:t>・各ファイルに記載されているクラスや</a:t>
            </a:r>
            <a:endParaRPr kumimoji="1"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メソッドも一覧に表示</a:t>
            </a:r>
            <a:endParaRPr lang="en-US" altLang="ja-JP" sz="1600"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・ファイルを選択することで、右ペイン</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に選択したファイルの内容を表示</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左図では</a:t>
            </a:r>
            <a:r>
              <a:rPr lang="en-US" altLang="ja-JP" sz="1600" dirty="0">
                <a:latin typeface="メイリオ" panose="020B0604030504040204" pitchFamily="50" charset="-128"/>
                <a:ea typeface="メイリオ" panose="020B0604030504040204" pitchFamily="50" charset="-128"/>
              </a:rPr>
              <a:t>main_class.py</a:t>
            </a:r>
            <a:r>
              <a:rPr lang="ja-JP" altLang="en-US" sz="1600" dirty="0">
                <a:latin typeface="メイリオ" panose="020B0604030504040204" pitchFamily="50" charset="-128"/>
                <a:ea typeface="メイリオ" panose="020B0604030504040204" pitchFamily="50" charset="-128"/>
              </a:rPr>
              <a:t>を選択した例</a:t>
            </a:r>
            <a:r>
              <a:rPr lang="en-US" altLang="ja-JP" sz="1600" dirty="0">
                <a:latin typeface="メイリオ" panose="020B0604030504040204" pitchFamily="50" charset="-128"/>
                <a:ea typeface="メイリオ" panose="020B0604030504040204" pitchFamily="50" charset="-128"/>
              </a:rPr>
              <a:t>)</a:t>
            </a:r>
          </a:p>
          <a:p>
            <a:endParaRPr lang="en-US" altLang="ja-JP" sz="1600" dirty="0">
              <a:latin typeface="メイリオ" panose="020B0604030504040204" pitchFamily="50" charset="-128"/>
              <a:ea typeface="メイリオ" panose="020B0604030504040204" pitchFamily="50" charset="-128"/>
            </a:endParaRPr>
          </a:p>
          <a:p>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ファイル内容</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右ペイン</a:t>
            </a:r>
            <a:r>
              <a:rPr lang="en-US" altLang="ja-JP" sz="1600" dirty="0">
                <a:latin typeface="メイリオ" panose="020B0604030504040204" pitchFamily="50" charset="-128"/>
                <a:ea typeface="メイリオ" panose="020B0604030504040204" pitchFamily="50" charset="-128"/>
              </a:rPr>
              <a:t>)】</a:t>
            </a:r>
          </a:p>
          <a:p>
            <a:r>
              <a:rPr lang="ja-JP" altLang="en-US" sz="1600" dirty="0">
                <a:latin typeface="メイリオ" panose="020B0604030504040204" pitchFamily="50" charset="-128"/>
                <a:ea typeface="メイリオ" panose="020B0604030504040204" pitchFamily="50" charset="-128"/>
              </a:rPr>
              <a:t>・選択したファイルのクラスやメソッドの</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一覧を表示</a:t>
            </a:r>
            <a:endParaRPr lang="en-US" altLang="ja-JP" sz="1600"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・詳細設計やテスト設計の生成、表示、</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ダウンロード（詳細は機能概要の詳細設計、</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単体テスト生成参照）</a:t>
            </a:r>
            <a:endParaRPr lang="en-US" altLang="ja-JP" sz="1600"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・ファイル一覧からクラスやメソッドを選択</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した際に、対応する部分まで自動で</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スクロールさせる</a:t>
            </a:r>
            <a:endParaRPr lang="en-US" altLang="ja-JP" sz="1600" dirty="0">
              <a:latin typeface="メイリオ" panose="020B0604030504040204" pitchFamily="50" charset="-128"/>
              <a:ea typeface="メイリオ" panose="020B0604030504040204" pitchFamily="50" charset="-128"/>
            </a:endParaRPr>
          </a:p>
        </p:txBody>
      </p:sp>
      <p:pic>
        <p:nvPicPr>
          <p:cNvPr id="13" name="図 12">
            <a:extLst>
              <a:ext uri="{FF2B5EF4-FFF2-40B4-BE49-F238E27FC236}">
                <a16:creationId xmlns:a16="http://schemas.microsoft.com/office/drawing/2014/main" id="{F2256248-6817-0CE7-61E8-D53245D40E1A}"/>
              </a:ext>
            </a:extLst>
          </p:cNvPr>
          <p:cNvPicPr>
            <a:picLocks noChangeAspect="1"/>
          </p:cNvPicPr>
          <p:nvPr/>
        </p:nvPicPr>
        <p:blipFill>
          <a:blip r:embed="rId2"/>
          <a:stretch>
            <a:fillRect/>
          </a:stretch>
        </p:blipFill>
        <p:spPr>
          <a:xfrm>
            <a:off x="115805" y="1693853"/>
            <a:ext cx="5203493" cy="3470294"/>
          </a:xfrm>
          <a:prstGeom prst="rect">
            <a:avLst/>
          </a:prstGeom>
        </p:spPr>
      </p:pic>
    </p:spTree>
    <p:extLst>
      <p:ext uri="{BB962C8B-B14F-4D97-AF65-F5344CB8AC3E}">
        <p14:creationId xmlns:p14="http://schemas.microsoft.com/office/powerpoint/2010/main" val="1960545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BE1448-FC39-2230-23C0-9D2FE3C13008}"/>
              </a:ext>
            </a:extLst>
          </p:cNvPr>
          <p:cNvSpPr>
            <a:spLocks noGrp="1"/>
          </p:cNvSpPr>
          <p:nvPr>
            <p:ph type="title"/>
          </p:nvPr>
        </p:nvSpPr>
        <p:spPr/>
        <p:txBody>
          <a:bodyPr/>
          <a:lstStyle/>
          <a:p>
            <a:r>
              <a:rPr kumimoji="1" lang="ja-JP" altLang="en-US" dirty="0"/>
              <a:t>参考）画面イメージ～個人プロジェクト～</a:t>
            </a:r>
          </a:p>
        </p:txBody>
      </p:sp>
      <p:sp>
        <p:nvSpPr>
          <p:cNvPr id="4" name="スライド番号プレースホルダー 3">
            <a:extLst>
              <a:ext uri="{FF2B5EF4-FFF2-40B4-BE49-F238E27FC236}">
                <a16:creationId xmlns:a16="http://schemas.microsoft.com/office/drawing/2014/main" id="{13312114-F554-DC60-0947-FC56E52FD82C}"/>
              </a:ext>
            </a:extLst>
          </p:cNvPr>
          <p:cNvSpPr>
            <a:spLocks noGrp="1"/>
          </p:cNvSpPr>
          <p:nvPr>
            <p:ph type="sldNum" sz="quarter" idx="11"/>
          </p:nvPr>
        </p:nvSpPr>
        <p:spPr/>
        <p:txBody>
          <a:bodyPr/>
          <a:lstStyle/>
          <a:p>
            <a:fld id="{CA6536ED-BD5D-BB4A-995A-A44D28302799}" type="slidenum">
              <a:rPr lang="en-US" altLang="ja-JP" smtClean="0"/>
              <a:pPr/>
              <a:t>24</a:t>
            </a:fld>
            <a:endParaRPr lang="en-US" altLang="ja-JP"/>
          </a:p>
        </p:txBody>
      </p:sp>
      <p:sp>
        <p:nvSpPr>
          <p:cNvPr id="5" name="フッター プレースホルダー 4">
            <a:extLst>
              <a:ext uri="{FF2B5EF4-FFF2-40B4-BE49-F238E27FC236}">
                <a16:creationId xmlns:a16="http://schemas.microsoft.com/office/drawing/2014/main" id="{69E6558B-83C9-3755-617D-7AD8CF166BF0}"/>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12" name="テキスト ボックス 11">
            <a:extLst>
              <a:ext uri="{FF2B5EF4-FFF2-40B4-BE49-F238E27FC236}">
                <a16:creationId xmlns:a16="http://schemas.microsoft.com/office/drawing/2014/main" id="{D8A19FF2-FB5A-D159-9D5A-952A2177FA83}"/>
              </a:ext>
            </a:extLst>
          </p:cNvPr>
          <p:cNvSpPr txBox="1"/>
          <p:nvPr/>
        </p:nvSpPr>
        <p:spPr>
          <a:xfrm>
            <a:off x="1402328" y="1237089"/>
            <a:ext cx="2566728"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&lt;</a:t>
            </a:r>
            <a:r>
              <a:rPr kumimoji="1" lang="ja-JP" altLang="en-US" sz="1600" dirty="0">
                <a:latin typeface="メイリオ" panose="020B0604030504040204" pitchFamily="50" charset="-128"/>
                <a:ea typeface="メイリオ" panose="020B0604030504040204" pitchFamily="50" charset="-128"/>
              </a:rPr>
              <a:t>個人プロジェクト画面</a:t>
            </a:r>
            <a:r>
              <a:rPr kumimoji="1" lang="en-US" altLang="ja-JP" sz="1600" dirty="0">
                <a:latin typeface="メイリオ" panose="020B0604030504040204" pitchFamily="50" charset="-128"/>
                <a:ea typeface="メイリオ" panose="020B0604030504040204" pitchFamily="50" charset="-128"/>
              </a:rPr>
              <a:t>&gt;</a:t>
            </a:r>
            <a:endParaRPr kumimoji="1" lang="ja-JP" altLang="en-US" sz="1600" dirty="0">
              <a:latin typeface="メイリオ" panose="020B0604030504040204" pitchFamily="50" charset="-128"/>
              <a:ea typeface="メイリオ" panose="020B0604030504040204" pitchFamily="50" charset="-128"/>
            </a:endParaRPr>
          </a:p>
        </p:txBody>
      </p:sp>
      <p:pic>
        <p:nvPicPr>
          <p:cNvPr id="8" name="図 7">
            <a:extLst>
              <a:ext uri="{FF2B5EF4-FFF2-40B4-BE49-F238E27FC236}">
                <a16:creationId xmlns:a16="http://schemas.microsoft.com/office/drawing/2014/main" id="{0C0FFC8E-2B95-3E68-761A-297AFD3F11CA}"/>
              </a:ext>
            </a:extLst>
          </p:cNvPr>
          <p:cNvPicPr>
            <a:picLocks noChangeAspect="1"/>
          </p:cNvPicPr>
          <p:nvPr/>
        </p:nvPicPr>
        <p:blipFill>
          <a:blip r:embed="rId2"/>
          <a:stretch>
            <a:fillRect/>
          </a:stretch>
        </p:blipFill>
        <p:spPr>
          <a:xfrm>
            <a:off x="303622" y="1597310"/>
            <a:ext cx="4632883" cy="3770558"/>
          </a:xfrm>
          <a:prstGeom prst="rect">
            <a:avLst/>
          </a:prstGeom>
        </p:spPr>
      </p:pic>
      <p:sp>
        <p:nvSpPr>
          <p:cNvPr id="11" name="テキスト ボックス 10">
            <a:extLst>
              <a:ext uri="{FF2B5EF4-FFF2-40B4-BE49-F238E27FC236}">
                <a16:creationId xmlns:a16="http://schemas.microsoft.com/office/drawing/2014/main" id="{86E80EE9-DD59-2011-725F-233A9FC9A007}"/>
              </a:ext>
            </a:extLst>
          </p:cNvPr>
          <p:cNvSpPr txBox="1"/>
          <p:nvPr/>
        </p:nvSpPr>
        <p:spPr>
          <a:xfrm>
            <a:off x="5574023" y="1597310"/>
            <a:ext cx="2646878" cy="1077218"/>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個人プロジェクト画面</a:t>
            </a:r>
            <a:r>
              <a:rPr kumimoji="1" lang="en-US" altLang="ja-JP" sz="1600" dirty="0">
                <a:latin typeface="メイリオ" panose="020B0604030504040204" pitchFamily="50" charset="-128"/>
                <a:ea typeface="メイリオ" panose="020B0604030504040204" pitchFamily="50" charset="-128"/>
              </a:rPr>
              <a:t>】</a:t>
            </a:r>
          </a:p>
          <a:p>
            <a:r>
              <a:rPr lang="ja-JP" altLang="en-US" sz="1600" dirty="0">
                <a:latin typeface="メイリオ" panose="020B0604030504040204" pitchFamily="50" charset="-128"/>
                <a:ea typeface="メイリオ" panose="020B0604030504040204" pitchFamily="50" charset="-128"/>
              </a:rPr>
              <a:t>・プロジェクトの作成</a:t>
            </a:r>
            <a:endParaRPr lang="en-US" altLang="ja-JP" sz="1600" dirty="0">
              <a:latin typeface="メイリオ" panose="020B0604030504040204" pitchFamily="50" charset="-128"/>
              <a:ea typeface="メイリオ" panose="020B0604030504040204" pitchFamily="50" charset="-128"/>
            </a:endParaRPr>
          </a:p>
          <a:p>
            <a:endParaRPr kumimoji="1" lang="en-US" altLang="ja-JP" sz="1600" dirty="0">
              <a:latin typeface="メイリオ" panose="020B0604030504040204" pitchFamily="50" charset="-128"/>
              <a:ea typeface="メイリオ" panose="020B0604030504040204" pitchFamily="50" charset="-128"/>
            </a:endParaRPr>
          </a:p>
          <a:p>
            <a:r>
              <a:rPr kumimoji="1" lang="ja-JP" altLang="en-US" sz="1600" dirty="0">
                <a:latin typeface="メイリオ" panose="020B0604030504040204" pitchFamily="50" charset="-128"/>
                <a:ea typeface="メイリオ" panose="020B0604030504040204" pitchFamily="50" charset="-128"/>
              </a:rPr>
              <a:t>・プロジェクト一覧の表示</a:t>
            </a:r>
            <a:endParaRPr kumimoji="1" lang="en-US" altLang="ja-JP"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63324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BE1448-FC39-2230-23C0-9D2FE3C13008}"/>
              </a:ext>
            </a:extLst>
          </p:cNvPr>
          <p:cNvSpPr>
            <a:spLocks noGrp="1"/>
          </p:cNvSpPr>
          <p:nvPr>
            <p:ph type="title"/>
          </p:nvPr>
        </p:nvSpPr>
        <p:spPr/>
        <p:txBody>
          <a:bodyPr/>
          <a:lstStyle/>
          <a:p>
            <a:r>
              <a:rPr kumimoji="1" lang="ja-JP" altLang="en-US" dirty="0"/>
              <a:t>参考）画面イメージ～管理画面～</a:t>
            </a:r>
          </a:p>
        </p:txBody>
      </p:sp>
      <p:sp>
        <p:nvSpPr>
          <p:cNvPr id="4" name="スライド番号プレースホルダー 3">
            <a:extLst>
              <a:ext uri="{FF2B5EF4-FFF2-40B4-BE49-F238E27FC236}">
                <a16:creationId xmlns:a16="http://schemas.microsoft.com/office/drawing/2014/main" id="{13312114-F554-DC60-0947-FC56E52FD82C}"/>
              </a:ext>
            </a:extLst>
          </p:cNvPr>
          <p:cNvSpPr>
            <a:spLocks noGrp="1"/>
          </p:cNvSpPr>
          <p:nvPr>
            <p:ph type="sldNum" sz="quarter" idx="11"/>
          </p:nvPr>
        </p:nvSpPr>
        <p:spPr/>
        <p:txBody>
          <a:bodyPr/>
          <a:lstStyle/>
          <a:p>
            <a:fld id="{CA6536ED-BD5D-BB4A-995A-A44D28302799}" type="slidenum">
              <a:rPr lang="en-US" altLang="ja-JP" smtClean="0"/>
              <a:pPr/>
              <a:t>25</a:t>
            </a:fld>
            <a:endParaRPr lang="en-US" altLang="ja-JP"/>
          </a:p>
        </p:txBody>
      </p:sp>
      <p:sp>
        <p:nvSpPr>
          <p:cNvPr id="5" name="フッター プレースホルダー 4">
            <a:extLst>
              <a:ext uri="{FF2B5EF4-FFF2-40B4-BE49-F238E27FC236}">
                <a16:creationId xmlns:a16="http://schemas.microsoft.com/office/drawing/2014/main" id="{69E6558B-83C9-3755-617D-7AD8CF166BF0}"/>
              </a:ext>
            </a:extLst>
          </p:cNvPr>
          <p:cNvSpPr>
            <a:spLocks noGrp="1"/>
          </p:cNvSpPr>
          <p:nvPr>
            <p:ph type="ftr" sz="quarter" idx="3"/>
          </p:nvPr>
        </p:nvSpPr>
        <p:spPr/>
        <p:txBody>
          <a:bodyPr/>
          <a:lstStyle/>
          <a:p>
            <a:pPr>
              <a:defRPr/>
            </a:pPr>
            <a:r>
              <a:rPr lang="en-US" altLang="ja-JP"/>
              <a:t>© Computer Engineering &amp; Consulting Ltd. All rights reserved.</a:t>
            </a:r>
          </a:p>
        </p:txBody>
      </p:sp>
      <p:sp>
        <p:nvSpPr>
          <p:cNvPr id="12" name="テキスト ボックス 11">
            <a:extLst>
              <a:ext uri="{FF2B5EF4-FFF2-40B4-BE49-F238E27FC236}">
                <a16:creationId xmlns:a16="http://schemas.microsoft.com/office/drawing/2014/main" id="{D8A19FF2-FB5A-D159-9D5A-952A2177FA83}"/>
              </a:ext>
            </a:extLst>
          </p:cNvPr>
          <p:cNvSpPr txBox="1"/>
          <p:nvPr/>
        </p:nvSpPr>
        <p:spPr>
          <a:xfrm>
            <a:off x="1307144" y="1071656"/>
            <a:ext cx="1335622" cy="338554"/>
          </a:xfrm>
          <a:prstGeom prst="rect">
            <a:avLst/>
          </a:prstGeom>
          <a:noFill/>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&lt;</a:t>
            </a:r>
            <a:r>
              <a:rPr lang="ja-JP" altLang="en-US" sz="1600" dirty="0">
                <a:latin typeface="メイリオ" panose="020B0604030504040204" pitchFamily="50" charset="-128"/>
                <a:ea typeface="メイリオ" panose="020B0604030504040204" pitchFamily="50" charset="-128"/>
              </a:rPr>
              <a:t>管理画面</a:t>
            </a:r>
            <a:r>
              <a:rPr kumimoji="1" lang="en-US" altLang="ja-JP" sz="1600" dirty="0">
                <a:latin typeface="メイリオ" panose="020B0604030504040204" pitchFamily="50" charset="-128"/>
                <a:ea typeface="メイリオ" panose="020B0604030504040204" pitchFamily="50" charset="-128"/>
              </a:rPr>
              <a:t>&gt;</a:t>
            </a:r>
            <a:endParaRPr kumimoji="1" lang="ja-JP" altLang="en-US" sz="16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7866839E-C27F-F35D-58CC-0CD2682A3E9C}"/>
              </a:ext>
            </a:extLst>
          </p:cNvPr>
          <p:cNvSpPr txBox="1"/>
          <p:nvPr/>
        </p:nvSpPr>
        <p:spPr>
          <a:xfrm>
            <a:off x="4953000" y="1619854"/>
            <a:ext cx="3895618" cy="2308324"/>
          </a:xfrm>
          <a:prstGeom prst="rect">
            <a:avLst/>
          </a:prstGeom>
          <a:noFill/>
        </p:spPr>
        <p:txBody>
          <a:bodyPr wrap="none" rtlCol="0">
            <a:spAutoFit/>
          </a:bodyPr>
          <a:lstStyle/>
          <a:p>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管理画面</a:t>
            </a:r>
            <a:r>
              <a:rPr lang="en-US" altLang="ja-JP" sz="1600" dirty="0">
                <a:latin typeface="メイリオ" panose="020B0604030504040204" pitchFamily="50" charset="-128"/>
                <a:ea typeface="メイリオ" panose="020B0604030504040204" pitchFamily="50" charset="-128"/>
              </a:rPr>
              <a:t>】</a:t>
            </a:r>
          </a:p>
          <a:p>
            <a:r>
              <a:rPr lang="ja-JP" altLang="en-US" sz="1600" dirty="0">
                <a:latin typeface="メイリオ" panose="020B0604030504040204" pitchFamily="50" charset="-128"/>
                <a:ea typeface="メイリオ" panose="020B0604030504040204" pitchFamily="50" charset="-128"/>
              </a:rPr>
              <a:t>・管理ユーザのみがアクセスできる画面</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）管理ユーザ以外は、サイドバーに</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管理アイコンを表示しない</a:t>
            </a:r>
            <a:endParaRPr lang="en-US" altLang="ja-JP" sz="1600"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・利用状況の可視化、ユーザ毎の使用</a:t>
            </a:r>
            <a:r>
              <a:rPr lang="en-US" altLang="ja-JP" sz="1600" dirty="0">
                <a:latin typeface="メイリオ" panose="020B0604030504040204" pitchFamily="50" charset="-128"/>
                <a:ea typeface="メイリオ" panose="020B0604030504040204" pitchFamily="50" charset="-128"/>
              </a:rPr>
              <a:t>AI</a:t>
            </a:r>
          </a:p>
          <a:p>
            <a:r>
              <a:rPr lang="ja-JP" altLang="en-US" sz="1600" dirty="0">
                <a:latin typeface="メイリオ" panose="020B0604030504040204" pitchFamily="50" charset="-128"/>
                <a:ea typeface="メイリオ" panose="020B0604030504040204" pitchFamily="50" charset="-128"/>
              </a:rPr>
              <a:t>　アクセス権の設定を行う</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）詳細な機能は、機能概要頁参照</a:t>
            </a:r>
            <a:endParaRPr lang="en-US" altLang="ja-JP" sz="1600" dirty="0">
              <a:latin typeface="メイリオ" panose="020B0604030504040204" pitchFamily="50" charset="-128"/>
              <a:ea typeface="メイリオ" panose="020B0604030504040204" pitchFamily="50" charset="-128"/>
            </a:endParaRPr>
          </a:p>
          <a:p>
            <a:r>
              <a:rPr lang="ja-JP" altLang="en-US" sz="1600" dirty="0">
                <a:latin typeface="メイリオ" panose="020B0604030504040204" pitchFamily="50" charset="-128"/>
                <a:ea typeface="メイリオ" panose="020B0604030504040204" pitchFamily="50" charset="-128"/>
              </a:rPr>
              <a:t>　</a:t>
            </a:r>
            <a:endParaRPr lang="en-US" altLang="ja-JP" sz="16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BB0DEA5C-B5CB-B47B-1E07-7518DC0A538E}"/>
              </a:ext>
            </a:extLst>
          </p:cNvPr>
          <p:cNvPicPr>
            <a:picLocks noChangeAspect="1"/>
          </p:cNvPicPr>
          <p:nvPr/>
        </p:nvPicPr>
        <p:blipFill>
          <a:blip r:embed="rId2"/>
          <a:stretch>
            <a:fillRect/>
          </a:stretch>
        </p:blipFill>
        <p:spPr>
          <a:xfrm>
            <a:off x="1057382" y="1498026"/>
            <a:ext cx="2452044" cy="1601609"/>
          </a:xfrm>
          <a:prstGeom prst="rect">
            <a:avLst/>
          </a:prstGeom>
        </p:spPr>
      </p:pic>
      <p:pic>
        <p:nvPicPr>
          <p:cNvPr id="7" name="図 6">
            <a:extLst>
              <a:ext uri="{FF2B5EF4-FFF2-40B4-BE49-F238E27FC236}">
                <a16:creationId xmlns:a16="http://schemas.microsoft.com/office/drawing/2014/main" id="{446BBA62-682E-2EE5-AE48-6EFB722039DF}"/>
              </a:ext>
            </a:extLst>
          </p:cNvPr>
          <p:cNvPicPr>
            <a:picLocks noChangeAspect="1"/>
          </p:cNvPicPr>
          <p:nvPr/>
        </p:nvPicPr>
        <p:blipFill>
          <a:blip r:embed="rId3"/>
          <a:stretch>
            <a:fillRect/>
          </a:stretch>
        </p:blipFill>
        <p:spPr>
          <a:xfrm>
            <a:off x="776415" y="3371740"/>
            <a:ext cx="3169586" cy="1358394"/>
          </a:xfrm>
          <a:prstGeom prst="rect">
            <a:avLst/>
          </a:prstGeom>
        </p:spPr>
      </p:pic>
      <p:pic>
        <p:nvPicPr>
          <p:cNvPr id="9" name="図 8">
            <a:extLst>
              <a:ext uri="{FF2B5EF4-FFF2-40B4-BE49-F238E27FC236}">
                <a16:creationId xmlns:a16="http://schemas.microsoft.com/office/drawing/2014/main" id="{6FA7FE6D-1C76-E49D-C4F2-D8BD608D231B}"/>
              </a:ext>
            </a:extLst>
          </p:cNvPr>
          <p:cNvPicPr>
            <a:picLocks noChangeAspect="1"/>
          </p:cNvPicPr>
          <p:nvPr/>
        </p:nvPicPr>
        <p:blipFill>
          <a:blip r:embed="rId4"/>
          <a:stretch>
            <a:fillRect/>
          </a:stretch>
        </p:blipFill>
        <p:spPr>
          <a:xfrm>
            <a:off x="793721" y="4925878"/>
            <a:ext cx="3041572" cy="1459807"/>
          </a:xfrm>
          <a:prstGeom prst="rect">
            <a:avLst/>
          </a:prstGeom>
        </p:spPr>
      </p:pic>
    </p:spTree>
    <p:extLst>
      <p:ext uri="{BB962C8B-B14F-4D97-AF65-F5344CB8AC3E}">
        <p14:creationId xmlns:p14="http://schemas.microsoft.com/office/powerpoint/2010/main" val="3009555872"/>
      </p:ext>
    </p:extLst>
  </p:cSld>
  <p:clrMapOvr>
    <a:masterClrMapping/>
  </p:clrMapOvr>
</p:sld>
</file>

<file path=ppt/theme/theme1.xml><?xml version="1.0" encoding="utf-8"?>
<a:theme xmlns:a="http://schemas.openxmlformats.org/drawingml/2006/main" name="template2014">
  <a:themeElements>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mplate">
      <a:majorFont>
        <a:latin typeface="HGS創英角ｺﾞｼｯｸUB"/>
        <a:ea typeface="HGS創英角ｺﾞｼｯｸUB"/>
        <a:cs typeface=""/>
      </a:majorFont>
      <a:minorFont>
        <a:latin typeface="HGS創英角ｺﾞｼｯｸUB"/>
        <a:ea typeface="HGS創英角ｺﾞｼｯｸUB"/>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58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rgbClr val="5330C1"/>
          </a:buClr>
          <a:buSzTx/>
          <a:buFontTx/>
          <a:buChar char="•"/>
          <a:tabLst/>
          <a:defRPr kumimoji="1" sz="1800" b="0" i="0" u="none" strike="noStrike" cap="none" normalizeH="0" baseline="0">
            <a:ln>
              <a:noFill/>
            </a:ln>
            <a:solidFill>
              <a:schemeClr val="tx1"/>
            </a:solidFill>
            <a:effectLst/>
            <a:latin typeface="HGS創英角ｺﾞｼｯｸUB" pitchFamily="50" charset="-128"/>
            <a:ea typeface="HGS創英角ｺﾞｼｯｸUB" pitchFamily="50" charset="-128"/>
          </a:defRPr>
        </a:defPPr>
      </a:lstStyle>
    </a:spDef>
    <a:lnDef>
      <a:spPr bwMode="auto">
        <a:noFill/>
        <a:ln w="158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プレゼンテーション1" id="{702FA654-290A-4E2E-8B4F-943518E3B9FA}" vid="{6A47CEE4-7BFF-4A7B-B633-04D4B3711E74}"/>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cec_template_print</Template>
  <TotalTime>1395</TotalTime>
  <Words>2192</Words>
  <Application>Microsoft Office PowerPoint</Application>
  <PresentationFormat>A4 210 x 297 mm</PresentationFormat>
  <Paragraphs>375</Paragraphs>
  <Slides>26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26</vt:i4>
      </vt:variant>
    </vt:vector>
  </HeadingPairs>
  <TitlesOfParts>
    <vt:vector size="32" baseType="lpstr">
      <vt:lpstr>HGS創英角ｺﾞｼｯｸUB</vt:lpstr>
      <vt:lpstr>メイリオ</vt:lpstr>
      <vt:lpstr>Arial</vt:lpstr>
      <vt:lpstr>Verdana</vt:lpstr>
      <vt:lpstr>Wingdings</vt:lpstr>
      <vt:lpstr>template2014</vt:lpstr>
      <vt:lpstr>単体テスト自動生成ツール改修 　　　　　　　　　　　　依頼概要</vt:lpstr>
      <vt:lpstr>依頼概要</vt:lpstr>
      <vt:lpstr>単体テスト自動生成の流れイメージ</vt:lpstr>
      <vt:lpstr>機能一覧（1）</vt:lpstr>
      <vt:lpstr>機能一覧（2）</vt:lpstr>
      <vt:lpstr>機能一覧（3）</vt:lpstr>
      <vt:lpstr>機能概要～詳細設計生成(1)～</vt:lpstr>
      <vt:lpstr>機能概要～詳細設計生成(2)～</vt:lpstr>
      <vt:lpstr>機能概要～詳細設計生成(2)～</vt:lpstr>
      <vt:lpstr>機能概要～単体テスト生成(1)～</vt:lpstr>
      <vt:lpstr>機能概要～単体テスト生成(2)～</vt:lpstr>
      <vt:lpstr>機能概要～プロジェクト～</vt:lpstr>
      <vt:lpstr>機能概要～チーム～</vt:lpstr>
      <vt:lpstr>機能概要～管理～</vt:lpstr>
      <vt:lpstr>機能概要～その他～</vt:lpstr>
      <vt:lpstr>要求仕様～非機能要件(1)～</vt:lpstr>
      <vt:lpstr>要求仕様～非機能要件(2)～</vt:lpstr>
      <vt:lpstr>納品物</vt:lpstr>
      <vt:lpstr>スケジュール～暫定～</vt:lpstr>
      <vt:lpstr>確認事項</vt:lpstr>
      <vt:lpstr>PowerPoint プレゼンテーション</vt:lpstr>
      <vt:lpstr>参考）画面イメージ～TOP画面～</vt:lpstr>
      <vt:lpstr>参考）画面イメージ～チーム～</vt:lpstr>
      <vt:lpstr>参考）画面イメージ～プロジェクト～</vt:lpstr>
      <vt:lpstr>参考）画面イメージ～個人プロジェクト～</vt:lpstr>
      <vt:lpstr>参考）画面イメージ～管理画面～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大和田 健太(事企画)</dc:creator>
  <cp:lastModifiedBy>久保田 進也(事企画)</cp:lastModifiedBy>
  <cp:revision>32</cp:revision>
  <cp:lastPrinted>2019-06-04T05:37:53Z</cp:lastPrinted>
  <dcterms:created xsi:type="dcterms:W3CDTF">2024-03-14T08:54:56Z</dcterms:created>
  <dcterms:modified xsi:type="dcterms:W3CDTF">2024-07-30T07:01:05Z</dcterms:modified>
</cp:coreProperties>
</file>