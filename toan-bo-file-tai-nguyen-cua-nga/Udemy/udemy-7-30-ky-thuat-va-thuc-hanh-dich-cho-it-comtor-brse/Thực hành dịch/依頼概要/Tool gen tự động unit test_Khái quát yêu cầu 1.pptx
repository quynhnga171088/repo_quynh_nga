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firstSlideNum="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9906000"/>
  <p:notesSz cx="6635750" cy="97663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gjlOJPVVva13MUFZlff1+6SXcdo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6D2BF51-DE93-4691-8D05-A770EB8CBEBA}">
  <a:tblStyle styleId="{66D2BF51-DE93-4691-8D05-A770EB8CBEBA}" styleName="Table_0">
    <a:wholeTbl>
      <a:tcTxStyle b="off" i="off">
        <a:font>
          <a:latin typeface="HGS創英角ｺﾞｼｯｸUB"/>
          <a:ea typeface="HGS創英角ｺﾞｼｯｸUB"/>
          <a:cs typeface="HGS創英角ｺﾞｼｯｸUB"/>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7EF"/>
          </a:solidFill>
        </a:fill>
      </a:tcStyle>
    </a:wholeTbl>
    <a:band1H>
      <a:tcTxStyle/>
      <a:tcStyle>
        <a:fill>
          <a:solidFill>
            <a:srgbClr val="CCCCDD"/>
          </a:solidFill>
        </a:fill>
      </a:tcStyle>
    </a:band1H>
    <a:band2H>
      <a:tcTxStyle/>
    </a:band2H>
    <a:band1V>
      <a:tcTxStyle/>
      <a:tcStyle>
        <a:fill>
          <a:solidFill>
            <a:srgbClr val="CCCCDD"/>
          </a:solidFill>
        </a:fill>
      </a:tcStyle>
    </a:band1V>
    <a:band2V>
      <a:tcTxStyle/>
    </a:band2V>
    <a:lastCol>
      <a:tcTxStyle b="on" i="off">
        <a:font>
          <a:latin typeface="HGS創英角ｺﾞｼｯｸUB"/>
          <a:ea typeface="HGS創英角ｺﾞｼｯｸUB"/>
          <a:cs typeface="HGS創英角ｺﾞｼｯｸUB"/>
        </a:font>
        <a:schemeClr val="lt1"/>
      </a:tcTxStyle>
      <a:tcStyle>
        <a:fill>
          <a:solidFill>
            <a:schemeClr val="accent2"/>
          </a:solidFill>
        </a:fill>
      </a:tcStyle>
    </a:lastCol>
    <a:firstCol>
      <a:tcTxStyle b="on" i="off">
        <a:font>
          <a:latin typeface="HGS創英角ｺﾞｼｯｸUB"/>
          <a:ea typeface="HGS創英角ｺﾞｼｯｸUB"/>
          <a:cs typeface="HGS創英角ｺﾞｼｯｸUB"/>
        </a:font>
        <a:schemeClr val="lt1"/>
      </a:tcTxStyle>
      <a:tcStyle>
        <a:fill>
          <a:solidFill>
            <a:schemeClr val="accent2"/>
          </a:solidFill>
        </a:fill>
      </a:tcStyle>
    </a:firstCol>
    <a:lastRow>
      <a:tcTxStyle b="on" i="off">
        <a:font>
          <a:latin typeface="HGS創英角ｺﾞｼｯｸUB"/>
          <a:ea typeface="HGS創英角ｺﾞｼｯｸUB"/>
          <a:cs typeface="HGS創英角ｺﾞｼｯｸUB"/>
        </a:font>
        <a:schemeClr val="lt1"/>
      </a:tcTxStyle>
      <a:tcStyle>
        <a:tcBdr>
          <a:top>
            <a:ln cap="flat" cmpd="sng" w="38100">
              <a:solidFill>
                <a:schemeClr val="lt1"/>
              </a:solidFill>
              <a:prstDash val="solid"/>
              <a:round/>
              <a:headEnd len="sm" w="sm" type="none"/>
              <a:tailEnd len="sm" w="sm" type="none"/>
            </a:ln>
          </a:top>
        </a:tcBdr>
        <a:fill>
          <a:solidFill>
            <a:schemeClr val="accent2"/>
          </a:solidFill>
        </a:fill>
      </a:tcStyle>
    </a:lastRow>
    <a:seCell>
      <a:tcTxStyle/>
    </a:seCell>
    <a:swCell>
      <a:tcTxStyle/>
    </a:swCell>
    <a:firstRow>
      <a:tcTxStyle b="on" i="off">
        <a:font>
          <a:latin typeface="HGS創英角ｺﾞｼｯｸUB"/>
          <a:ea typeface="HGS創英角ｺﾞｼｯｸUB"/>
          <a:cs typeface="HGS創英角ｺﾞｼｯｸUB"/>
        </a:font>
        <a:schemeClr val="lt1"/>
      </a:tcTxStyle>
      <a:tcStyle>
        <a:tcBdr>
          <a:bottom>
            <a:ln cap="flat" cmpd="sng" w="38100">
              <a:solidFill>
                <a:schemeClr val="lt1"/>
              </a:solidFill>
              <a:prstDash val="solid"/>
              <a:round/>
              <a:headEnd len="sm" w="sm" type="none"/>
              <a:tailEnd len="sm" w="sm" type="none"/>
            </a:ln>
          </a:bottom>
        </a:tcBdr>
        <a:fill>
          <a:solidFill>
            <a:schemeClr val="accent2"/>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874963" cy="48895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759200" y="0"/>
            <a:ext cx="2874963" cy="48895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73100" y="731838"/>
            <a:ext cx="5289550" cy="36623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63575" y="4638675"/>
            <a:ext cx="5308600" cy="439578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275763"/>
            <a:ext cx="2874963" cy="48895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759200" y="9275763"/>
            <a:ext cx="2874963" cy="48895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ja-JP"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1:notes"/>
          <p:cNvSpPr txBox="1"/>
          <p:nvPr>
            <p:ph idx="1" type="body"/>
          </p:nvPr>
        </p:nvSpPr>
        <p:spPr>
          <a:xfrm>
            <a:off x="663575" y="4638675"/>
            <a:ext cx="5308600" cy="439578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 name="Google Shape;32;p1:notes"/>
          <p:cNvSpPr/>
          <p:nvPr>
            <p:ph idx="2" type="sldImg"/>
          </p:nvPr>
        </p:nvSpPr>
        <p:spPr>
          <a:xfrm>
            <a:off x="673100" y="731838"/>
            <a:ext cx="5289550" cy="3662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2:notes"/>
          <p:cNvSpPr txBox="1"/>
          <p:nvPr>
            <p:ph idx="1" type="body"/>
          </p:nvPr>
        </p:nvSpPr>
        <p:spPr>
          <a:xfrm>
            <a:off x="663575" y="4638675"/>
            <a:ext cx="5308600" cy="439578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9" name="Google Shape;39;p2:notes"/>
          <p:cNvSpPr/>
          <p:nvPr>
            <p:ph idx="2" type="sldImg"/>
          </p:nvPr>
        </p:nvSpPr>
        <p:spPr>
          <a:xfrm>
            <a:off x="673100" y="731838"/>
            <a:ext cx="5289550" cy="3662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3:notes"/>
          <p:cNvSpPr txBox="1"/>
          <p:nvPr>
            <p:ph idx="1" type="body"/>
          </p:nvPr>
        </p:nvSpPr>
        <p:spPr>
          <a:xfrm>
            <a:off x="663575" y="4638675"/>
            <a:ext cx="5308600" cy="439578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7" name="Google Shape;47;p3:notes"/>
          <p:cNvSpPr/>
          <p:nvPr>
            <p:ph idx="2" type="sldImg"/>
          </p:nvPr>
        </p:nvSpPr>
        <p:spPr>
          <a:xfrm>
            <a:off x="673100" y="731838"/>
            <a:ext cx="5289550" cy="3662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4:notes"/>
          <p:cNvSpPr txBox="1"/>
          <p:nvPr>
            <p:ph idx="1" type="body"/>
          </p:nvPr>
        </p:nvSpPr>
        <p:spPr>
          <a:xfrm>
            <a:off x="663575" y="4638675"/>
            <a:ext cx="5308600" cy="439578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5" name="Google Shape;55;p4:notes"/>
          <p:cNvSpPr/>
          <p:nvPr>
            <p:ph idx="2" type="sldImg"/>
          </p:nvPr>
        </p:nvSpPr>
        <p:spPr>
          <a:xfrm>
            <a:off x="673100" y="731838"/>
            <a:ext cx="5289550" cy="3662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5:notes"/>
          <p:cNvSpPr txBox="1"/>
          <p:nvPr>
            <p:ph idx="1" type="body"/>
          </p:nvPr>
        </p:nvSpPr>
        <p:spPr>
          <a:xfrm>
            <a:off x="663575" y="4638675"/>
            <a:ext cx="5308600" cy="439578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3" name="Google Shape;63;p5:notes"/>
          <p:cNvSpPr/>
          <p:nvPr>
            <p:ph idx="2" type="sldImg"/>
          </p:nvPr>
        </p:nvSpPr>
        <p:spPr>
          <a:xfrm>
            <a:off x="673100" y="731838"/>
            <a:ext cx="5289550" cy="3662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6:notes"/>
          <p:cNvSpPr txBox="1"/>
          <p:nvPr>
            <p:ph idx="1" type="body"/>
          </p:nvPr>
        </p:nvSpPr>
        <p:spPr>
          <a:xfrm>
            <a:off x="663575" y="4638675"/>
            <a:ext cx="5308600" cy="439578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1" name="Google Shape;71;p6:notes"/>
          <p:cNvSpPr/>
          <p:nvPr>
            <p:ph idx="2" type="sldImg"/>
          </p:nvPr>
        </p:nvSpPr>
        <p:spPr>
          <a:xfrm>
            <a:off x="673100" y="731838"/>
            <a:ext cx="5289550" cy="3662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7:notes"/>
          <p:cNvSpPr txBox="1"/>
          <p:nvPr>
            <p:ph idx="1" type="body"/>
          </p:nvPr>
        </p:nvSpPr>
        <p:spPr>
          <a:xfrm>
            <a:off x="663575" y="4638675"/>
            <a:ext cx="5308600" cy="439578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9" name="Google Shape;79;p7:notes"/>
          <p:cNvSpPr/>
          <p:nvPr>
            <p:ph idx="2" type="sldImg"/>
          </p:nvPr>
        </p:nvSpPr>
        <p:spPr>
          <a:xfrm>
            <a:off x="673100" y="731838"/>
            <a:ext cx="5289550" cy="3662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8:notes"/>
          <p:cNvSpPr txBox="1"/>
          <p:nvPr>
            <p:ph idx="1" type="body"/>
          </p:nvPr>
        </p:nvSpPr>
        <p:spPr>
          <a:xfrm>
            <a:off x="663575" y="4638675"/>
            <a:ext cx="5308600" cy="439578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7" name="Google Shape;87;p8:notes"/>
          <p:cNvSpPr/>
          <p:nvPr>
            <p:ph idx="2" type="sldImg"/>
          </p:nvPr>
        </p:nvSpPr>
        <p:spPr>
          <a:xfrm>
            <a:off x="673100" y="731838"/>
            <a:ext cx="5289550" cy="3662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9:notes"/>
          <p:cNvSpPr txBox="1"/>
          <p:nvPr>
            <p:ph idx="1" type="body"/>
          </p:nvPr>
        </p:nvSpPr>
        <p:spPr>
          <a:xfrm>
            <a:off x="663575" y="4638675"/>
            <a:ext cx="5308600" cy="439578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9" name="Google Shape;99;p9:notes"/>
          <p:cNvSpPr/>
          <p:nvPr>
            <p:ph idx="2" type="sldImg"/>
          </p:nvPr>
        </p:nvSpPr>
        <p:spPr>
          <a:xfrm>
            <a:off x="673100" y="731838"/>
            <a:ext cx="5289550" cy="3662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0:notes"/>
          <p:cNvSpPr txBox="1"/>
          <p:nvPr>
            <p:ph idx="1" type="body"/>
          </p:nvPr>
        </p:nvSpPr>
        <p:spPr>
          <a:xfrm>
            <a:off x="663575" y="4638675"/>
            <a:ext cx="5308600" cy="439578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9" name="Google Shape;109;p10:notes"/>
          <p:cNvSpPr/>
          <p:nvPr>
            <p:ph idx="2" type="sldImg"/>
          </p:nvPr>
        </p:nvSpPr>
        <p:spPr>
          <a:xfrm>
            <a:off x="673100" y="731838"/>
            <a:ext cx="5289550" cy="3662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1:notes"/>
          <p:cNvSpPr txBox="1"/>
          <p:nvPr>
            <p:ph idx="1" type="body"/>
          </p:nvPr>
        </p:nvSpPr>
        <p:spPr>
          <a:xfrm>
            <a:off x="663575" y="4638675"/>
            <a:ext cx="5308600" cy="439578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3" name="Google Shape;123;p11:notes"/>
          <p:cNvSpPr/>
          <p:nvPr>
            <p:ph idx="2" type="sldImg"/>
          </p:nvPr>
        </p:nvSpPr>
        <p:spPr>
          <a:xfrm>
            <a:off x="673100" y="731838"/>
            <a:ext cx="5289550" cy="3662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2:notes"/>
          <p:cNvSpPr txBox="1"/>
          <p:nvPr>
            <p:ph idx="1" type="body"/>
          </p:nvPr>
        </p:nvSpPr>
        <p:spPr>
          <a:xfrm>
            <a:off x="663575" y="4638675"/>
            <a:ext cx="5308600" cy="439578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1" name="Google Shape;131;p12:notes"/>
          <p:cNvSpPr/>
          <p:nvPr>
            <p:ph idx="2" type="sldImg"/>
          </p:nvPr>
        </p:nvSpPr>
        <p:spPr>
          <a:xfrm>
            <a:off x="673100" y="731838"/>
            <a:ext cx="5289550" cy="3662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3:notes"/>
          <p:cNvSpPr txBox="1"/>
          <p:nvPr>
            <p:ph idx="1" type="body"/>
          </p:nvPr>
        </p:nvSpPr>
        <p:spPr>
          <a:xfrm>
            <a:off x="663575" y="4638675"/>
            <a:ext cx="5308600" cy="439578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9" name="Google Shape;139;p13:notes"/>
          <p:cNvSpPr/>
          <p:nvPr>
            <p:ph idx="2" type="sldImg"/>
          </p:nvPr>
        </p:nvSpPr>
        <p:spPr>
          <a:xfrm>
            <a:off x="673100" y="731838"/>
            <a:ext cx="5289550" cy="3662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4:notes"/>
          <p:cNvSpPr txBox="1"/>
          <p:nvPr>
            <p:ph idx="1" type="body"/>
          </p:nvPr>
        </p:nvSpPr>
        <p:spPr>
          <a:xfrm>
            <a:off x="663575" y="4638675"/>
            <a:ext cx="5308600" cy="439578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7" name="Google Shape;147;p14:notes"/>
          <p:cNvSpPr/>
          <p:nvPr>
            <p:ph idx="2" type="sldImg"/>
          </p:nvPr>
        </p:nvSpPr>
        <p:spPr>
          <a:xfrm>
            <a:off x="673100" y="731838"/>
            <a:ext cx="5289550" cy="3662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5:notes"/>
          <p:cNvSpPr txBox="1"/>
          <p:nvPr>
            <p:ph idx="1" type="body"/>
          </p:nvPr>
        </p:nvSpPr>
        <p:spPr>
          <a:xfrm>
            <a:off x="663575" y="4638675"/>
            <a:ext cx="5308600" cy="439578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1" name="Google Shape;161;p15:notes"/>
          <p:cNvSpPr/>
          <p:nvPr>
            <p:ph idx="2" type="sldImg"/>
          </p:nvPr>
        </p:nvSpPr>
        <p:spPr>
          <a:xfrm>
            <a:off x="673100" y="731838"/>
            <a:ext cx="5289550" cy="3662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6:notes"/>
          <p:cNvSpPr txBox="1"/>
          <p:nvPr>
            <p:ph idx="1" type="body"/>
          </p:nvPr>
        </p:nvSpPr>
        <p:spPr>
          <a:xfrm>
            <a:off x="663575" y="4638675"/>
            <a:ext cx="5308600" cy="439578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9" name="Google Shape;169;p16:notes"/>
          <p:cNvSpPr/>
          <p:nvPr>
            <p:ph idx="2" type="sldImg"/>
          </p:nvPr>
        </p:nvSpPr>
        <p:spPr>
          <a:xfrm>
            <a:off x="673100" y="731838"/>
            <a:ext cx="5289550" cy="3662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7:notes"/>
          <p:cNvSpPr txBox="1"/>
          <p:nvPr>
            <p:ph idx="1" type="body"/>
          </p:nvPr>
        </p:nvSpPr>
        <p:spPr>
          <a:xfrm>
            <a:off x="663575" y="4638675"/>
            <a:ext cx="5308600" cy="439578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7" name="Google Shape;177;p17:notes"/>
          <p:cNvSpPr/>
          <p:nvPr>
            <p:ph idx="2" type="sldImg"/>
          </p:nvPr>
        </p:nvSpPr>
        <p:spPr>
          <a:xfrm>
            <a:off x="673100" y="731838"/>
            <a:ext cx="5289550" cy="3662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8:notes"/>
          <p:cNvSpPr txBox="1"/>
          <p:nvPr>
            <p:ph idx="1" type="body"/>
          </p:nvPr>
        </p:nvSpPr>
        <p:spPr>
          <a:xfrm>
            <a:off x="663575" y="4638675"/>
            <a:ext cx="5308600" cy="439578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5" name="Google Shape;185;p18:notes"/>
          <p:cNvSpPr/>
          <p:nvPr>
            <p:ph idx="2" type="sldImg"/>
          </p:nvPr>
        </p:nvSpPr>
        <p:spPr>
          <a:xfrm>
            <a:off x="673100" y="731838"/>
            <a:ext cx="5289550" cy="3662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9:notes"/>
          <p:cNvSpPr txBox="1"/>
          <p:nvPr>
            <p:ph idx="1" type="body"/>
          </p:nvPr>
        </p:nvSpPr>
        <p:spPr>
          <a:xfrm>
            <a:off x="663575" y="4638675"/>
            <a:ext cx="5308600" cy="439578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3" name="Google Shape;193;p19:notes"/>
          <p:cNvSpPr/>
          <p:nvPr>
            <p:ph idx="2" type="sldImg"/>
          </p:nvPr>
        </p:nvSpPr>
        <p:spPr>
          <a:xfrm>
            <a:off x="673100" y="731838"/>
            <a:ext cx="5289550" cy="3662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0:notes"/>
          <p:cNvSpPr txBox="1"/>
          <p:nvPr>
            <p:ph idx="1" type="body"/>
          </p:nvPr>
        </p:nvSpPr>
        <p:spPr>
          <a:xfrm>
            <a:off x="663575" y="4638675"/>
            <a:ext cx="5308600" cy="439578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6" name="Google Shape;216;p20:notes"/>
          <p:cNvSpPr/>
          <p:nvPr>
            <p:ph idx="2" type="sldImg"/>
          </p:nvPr>
        </p:nvSpPr>
        <p:spPr>
          <a:xfrm>
            <a:off x="673100" y="731838"/>
            <a:ext cx="5289550" cy="3662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1:notes"/>
          <p:cNvSpPr txBox="1"/>
          <p:nvPr>
            <p:ph idx="1" type="body"/>
          </p:nvPr>
        </p:nvSpPr>
        <p:spPr>
          <a:xfrm>
            <a:off x="663575" y="4638675"/>
            <a:ext cx="5308600" cy="439578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4" name="Google Shape;224;p21:notes"/>
          <p:cNvSpPr/>
          <p:nvPr>
            <p:ph idx="2" type="sldImg"/>
          </p:nvPr>
        </p:nvSpPr>
        <p:spPr>
          <a:xfrm>
            <a:off x="673100" y="731838"/>
            <a:ext cx="5289550" cy="3662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2:notes"/>
          <p:cNvSpPr txBox="1"/>
          <p:nvPr>
            <p:ph idx="1" type="body"/>
          </p:nvPr>
        </p:nvSpPr>
        <p:spPr>
          <a:xfrm>
            <a:off x="663575" y="4638675"/>
            <a:ext cx="5308600" cy="439578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2" name="Google Shape;232;p22:notes"/>
          <p:cNvSpPr/>
          <p:nvPr>
            <p:ph idx="2" type="sldImg"/>
          </p:nvPr>
        </p:nvSpPr>
        <p:spPr>
          <a:xfrm>
            <a:off x="673100" y="731838"/>
            <a:ext cx="5289550" cy="3662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3:notes"/>
          <p:cNvSpPr txBox="1"/>
          <p:nvPr>
            <p:ph idx="1" type="body"/>
          </p:nvPr>
        </p:nvSpPr>
        <p:spPr>
          <a:xfrm>
            <a:off x="663575" y="4638675"/>
            <a:ext cx="5308600" cy="439578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2" name="Google Shape;242;p23:notes"/>
          <p:cNvSpPr/>
          <p:nvPr>
            <p:ph idx="2" type="sldImg"/>
          </p:nvPr>
        </p:nvSpPr>
        <p:spPr>
          <a:xfrm>
            <a:off x="673100" y="731838"/>
            <a:ext cx="5289550" cy="3662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4:notes"/>
          <p:cNvSpPr txBox="1"/>
          <p:nvPr>
            <p:ph idx="1" type="body"/>
          </p:nvPr>
        </p:nvSpPr>
        <p:spPr>
          <a:xfrm>
            <a:off x="663575" y="4638675"/>
            <a:ext cx="5308600" cy="439578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5" name="Google Shape;255;p24:notes"/>
          <p:cNvSpPr/>
          <p:nvPr>
            <p:ph idx="2" type="sldImg"/>
          </p:nvPr>
        </p:nvSpPr>
        <p:spPr>
          <a:xfrm>
            <a:off x="673100" y="731838"/>
            <a:ext cx="5289550" cy="3662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5:notes"/>
          <p:cNvSpPr txBox="1"/>
          <p:nvPr>
            <p:ph idx="1" type="body"/>
          </p:nvPr>
        </p:nvSpPr>
        <p:spPr>
          <a:xfrm>
            <a:off x="663575" y="4638675"/>
            <a:ext cx="5308600" cy="439578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5" name="Google Shape;265;p25:notes"/>
          <p:cNvSpPr/>
          <p:nvPr>
            <p:ph idx="2" type="sldImg"/>
          </p:nvPr>
        </p:nvSpPr>
        <p:spPr>
          <a:xfrm>
            <a:off x="673100" y="731838"/>
            <a:ext cx="5289550" cy="3662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6:notes"/>
          <p:cNvSpPr txBox="1"/>
          <p:nvPr>
            <p:ph idx="1" type="body"/>
          </p:nvPr>
        </p:nvSpPr>
        <p:spPr>
          <a:xfrm>
            <a:off x="663575" y="4638675"/>
            <a:ext cx="5308600" cy="439578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5" name="Google Shape;275;p26:notes"/>
          <p:cNvSpPr/>
          <p:nvPr>
            <p:ph idx="2" type="sldImg"/>
          </p:nvPr>
        </p:nvSpPr>
        <p:spPr>
          <a:xfrm>
            <a:off x="673100" y="731838"/>
            <a:ext cx="5289550" cy="3662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 スライド" showMasterSp="0" type="title">
  <p:cSld name="TITLE">
    <p:spTree>
      <p:nvGrpSpPr>
        <p:cNvPr id="17" name="Shape 17"/>
        <p:cNvGrpSpPr/>
        <p:nvPr/>
      </p:nvGrpSpPr>
      <p:grpSpPr>
        <a:xfrm>
          <a:off x="0" y="0"/>
          <a:ext cx="0" cy="0"/>
          <a:chOff x="0" y="0"/>
          <a:chExt cx="0" cy="0"/>
        </a:xfrm>
      </p:grpSpPr>
      <p:cxnSp>
        <p:nvCxnSpPr>
          <p:cNvPr id="18" name="Google Shape;18;p28"/>
          <p:cNvCxnSpPr/>
          <p:nvPr/>
        </p:nvCxnSpPr>
        <p:spPr>
          <a:xfrm>
            <a:off x="0" y="3717925"/>
            <a:ext cx="8408988" cy="0"/>
          </a:xfrm>
          <a:prstGeom prst="straightConnector1">
            <a:avLst/>
          </a:prstGeom>
          <a:noFill/>
          <a:ln cap="flat" cmpd="sng" w="9525">
            <a:solidFill>
              <a:srgbClr val="3F3F3F"/>
            </a:solidFill>
            <a:prstDash val="solid"/>
            <a:round/>
            <a:headEnd len="med" w="med" type="none"/>
            <a:tailEnd len="med" w="med" type="none"/>
          </a:ln>
        </p:spPr>
      </p:cxnSp>
      <p:pic>
        <p:nvPicPr>
          <p:cNvPr descr="cec" id="19" name="Google Shape;19;p28"/>
          <p:cNvPicPr preferRelativeResize="0"/>
          <p:nvPr/>
        </p:nvPicPr>
        <p:blipFill rotWithShape="1">
          <a:blip r:embed="rId2">
            <a:alphaModFix/>
          </a:blip>
          <a:srcRect b="0" l="0" r="0" t="0"/>
          <a:stretch/>
        </p:blipFill>
        <p:spPr>
          <a:xfrm>
            <a:off x="8409384" y="296864"/>
            <a:ext cx="1188000" cy="600988"/>
          </a:xfrm>
          <a:prstGeom prst="rect">
            <a:avLst/>
          </a:prstGeom>
          <a:noFill/>
          <a:ln>
            <a:noFill/>
          </a:ln>
        </p:spPr>
      </p:pic>
      <p:sp>
        <p:nvSpPr>
          <p:cNvPr id="20" name="Google Shape;20;p28"/>
          <p:cNvSpPr txBox="1"/>
          <p:nvPr>
            <p:ph type="ctrTitle"/>
          </p:nvPr>
        </p:nvSpPr>
        <p:spPr>
          <a:xfrm>
            <a:off x="1497013" y="2349500"/>
            <a:ext cx="6911975" cy="1179513"/>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3000">
                <a:latin typeface="Meiryo"/>
                <a:ea typeface="Meiryo"/>
                <a:cs typeface="Meiryo"/>
                <a:sym typeface="Meiry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8"/>
          <p:cNvSpPr txBox="1"/>
          <p:nvPr>
            <p:ph idx="1" type="subTitle"/>
          </p:nvPr>
        </p:nvSpPr>
        <p:spPr>
          <a:xfrm>
            <a:off x="1485900" y="3933825"/>
            <a:ext cx="6913563" cy="1079500"/>
          </a:xfrm>
          <a:prstGeom prst="rect">
            <a:avLst/>
          </a:prstGeom>
          <a:noFill/>
          <a:ln>
            <a:noFill/>
          </a:ln>
        </p:spPr>
        <p:txBody>
          <a:bodyPr anchorCtr="0" anchor="t" bIns="45700" lIns="91425" spcFirstLastPara="1" rIns="91425" wrap="square" tIns="45700">
            <a:noAutofit/>
          </a:bodyPr>
          <a:lstStyle>
            <a:lvl1pPr lvl="0" algn="l">
              <a:lnSpc>
                <a:spcPct val="110000"/>
              </a:lnSpc>
              <a:spcBef>
                <a:spcPts val="360"/>
              </a:spcBef>
              <a:spcAft>
                <a:spcPts val="0"/>
              </a:spcAft>
              <a:buSzPts val="1800"/>
              <a:buFont typeface="Noto Sans Symbols"/>
              <a:buNone/>
              <a:defRPr sz="1800">
                <a:latin typeface="Meiryo"/>
                <a:ea typeface="Meiryo"/>
                <a:cs typeface="Meiryo"/>
                <a:sym typeface="Meiryo"/>
              </a:defRPr>
            </a:lvl1pPr>
            <a:lvl2pPr lvl="1" algn="l">
              <a:lnSpc>
                <a:spcPct val="110000"/>
              </a:lnSpc>
              <a:spcBef>
                <a:spcPts val="360"/>
              </a:spcBef>
              <a:spcAft>
                <a:spcPts val="0"/>
              </a:spcAft>
              <a:buSzPts val="1800"/>
              <a:buChar char="🞐"/>
              <a:defRPr/>
            </a:lvl2pPr>
            <a:lvl3pPr lvl="2" algn="l">
              <a:lnSpc>
                <a:spcPct val="110000"/>
              </a:lnSpc>
              <a:spcBef>
                <a:spcPts val="360"/>
              </a:spcBef>
              <a:spcAft>
                <a:spcPts val="0"/>
              </a:spcAft>
              <a:buSzPts val="1800"/>
              <a:buChar char="◆"/>
              <a:defRPr/>
            </a:lvl3pPr>
            <a:lvl4pPr lvl="3" algn="l">
              <a:lnSpc>
                <a:spcPct val="110000"/>
              </a:lnSpc>
              <a:spcBef>
                <a:spcPts val="360"/>
              </a:spcBef>
              <a:spcAft>
                <a:spcPts val="0"/>
              </a:spcAft>
              <a:buSzPts val="1800"/>
              <a:buChar char="•"/>
              <a:defRPr/>
            </a:lvl4pPr>
            <a:lvl5pPr lvl="4" algn="l">
              <a:spcBef>
                <a:spcPts val="360"/>
              </a:spcBef>
              <a:spcAft>
                <a:spcPts val="0"/>
              </a:spcAft>
              <a:buSzPts val="1800"/>
              <a:buChar char="-"/>
              <a:defRPr/>
            </a:lvl5pPr>
            <a:lvl6pPr lvl="5" algn="l">
              <a:spcBef>
                <a:spcPts val="360"/>
              </a:spcBef>
              <a:spcAft>
                <a:spcPts val="0"/>
              </a:spcAft>
              <a:buSzPts val="1800"/>
              <a:buChar char="-"/>
              <a:defRPr/>
            </a:lvl6pPr>
            <a:lvl7pPr lvl="6" algn="l">
              <a:spcBef>
                <a:spcPts val="360"/>
              </a:spcBef>
              <a:spcAft>
                <a:spcPts val="0"/>
              </a:spcAft>
              <a:buSzPts val="1800"/>
              <a:buChar char="-"/>
              <a:defRPr/>
            </a:lvl7pPr>
            <a:lvl8pPr lvl="7" algn="l">
              <a:spcBef>
                <a:spcPts val="360"/>
              </a:spcBef>
              <a:spcAft>
                <a:spcPts val="0"/>
              </a:spcAft>
              <a:buSzPts val="1800"/>
              <a:buChar char="-"/>
              <a:defRPr/>
            </a:lvl8pPr>
            <a:lvl9pPr lvl="8" algn="l">
              <a:spcBef>
                <a:spcPts val="360"/>
              </a:spcBef>
              <a:spcAft>
                <a:spcPts val="0"/>
              </a:spcAft>
              <a:buSzPts val="1800"/>
              <a:buChar char="-"/>
              <a:defRPr/>
            </a:lvl9pPr>
          </a:lstStyle>
          <a:p/>
        </p:txBody>
      </p:sp>
      <p:pic>
        <p:nvPicPr>
          <p:cNvPr id="22" name="Google Shape;22;p28"/>
          <p:cNvPicPr preferRelativeResize="0"/>
          <p:nvPr/>
        </p:nvPicPr>
        <p:blipFill rotWithShape="1">
          <a:blip r:embed="rId3">
            <a:alphaModFix/>
          </a:blip>
          <a:srcRect b="0" l="0" r="0" t="0"/>
          <a:stretch/>
        </p:blipFill>
        <p:spPr>
          <a:xfrm>
            <a:off x="0" y="-5928"/>
            <a:ext cx="2882900" cy="2197100"/>
          </a:xfrm>
          <a:prstGeom prst="rect">
            <a:avLst/>
          </a:prstGeom>
          <a:noFill/>
          <a:ln>
            <a:noFill/>
          </a:ln>
        </p:spPr>
      </p:pic>
      <p:pic>
        <p:nvPicPr>
          <p:cNvPr id="23" name="Google Shape;23;p28"/>
          <p:cNvPicPr preferRelativeResize="0"/>
          <p:nvPr/>
        </p:nvPicPr>
        <p:blipFill rotWithShape="1">
          <a:blip r:embed="rId4">
            <a:alphaModFix/>
          </a:blip>
          <a:srcRect b="0" l="0" r="0" t="0"/>
          <a:stretch/>
        </p:blipFill>
        <p:spPr>
          <a:xfrm>
            <a:off x="0" y="5152097"/>
            <a:ext cx="9906000" cy="1705903"/>
          </a:xfrm>
          <a:prstGeom prst="rect">
            <a:avLst/>
          </a:prstGeom>
          <a:noFill/>
          <a:ln>
            <a:noFill/>
          </a:ln>
        </p:spPr>
      </p:pic>
      <p:sp>
        <p:nvSpPr>
          <p:cNvPr id="24" name="Google Shape;24;p28"/>
          <p:cNvSpPr txBox="1"/>
          <p:nvPr>
            <p:ph idx="11" type="ftr"/>
          </p:nvPr>
        </p:nvSpPr>
        <p:spPr>
          <a:xfrm>
            <a:off x="200472" y="6507376"/>
            <a:ext cx="6033600" cy="3060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800">
                <a:solidFill>
                  <a:srgbClr val="111111"/>
                </a:solidFill>
                <a:latin typeface="Verdana"/>
                <a:ea typeface="Verdana"/>
                <a:cs typeface="Verdana"/>
                <a:sym typeface="Verdana"/>
              </a:defRPr>
            </a:lvl1pPr>
            <a:lvl2pPr lvl="1" algn="l">
              <a:spcBef>
                <a:spcPts val="0"/>
              </a:spcBef>
              <a:spcAft>
                <a:spcPts val="0"/>
              </a:spcAft>
              <a:buSzPts val="1400"/>
              <a:buNone/>
              <a:defRPr>
                <a:solidFill>
                  <a:schemeClr val="dk1"/>
                </a:solidFill>
                <a:latin typeface="Arial"/>
                <a:ea typeface="Arial"/>
                <a:cs typeface="Arial"/>
                <a:sym typeface="Arial"/>
              </a:defRPr>
            </a:lvl2pPr>
            <a:lvl3pPr lvl="2" algn="l">
              <a:spcBef>
                <a:spcPts val="0"/>
              </a:spcBef>
              <a:spcAft>
                <a:spcPts val="0"/>
              </a:spcAft>
              <a:buSzPts val="1400"/>
              <a:buNone/>
              <a:defRPr>
                <a:solidFill>
                  <a:schemeClr val="dk1"/>
                </a:solidFill>
                <a:latin typeface="Arial"/>
                <a:ea typeface="Arial"/>
                <a:cs typeface="Arial"/>
                <a:sym typeface="Arial"/>
              </a:defRPr>
            </a:lvl3pPr>
            <a:lvl4pPr lvl="3" algn="l">
              <a:spcBef>
                <a:spcPts val="0"/>
              </a:spcBef>
              <a:spcAft>
                <a:spcPts val="0"/>
              </a:spcAft>
              <a:buSzPts val="1400"/>
              <a:buNone/>
              <a:defRPr>
                <a:solidFill>
                  <a:schemeClr val="dk1"/>
                </a:solidFill>
                <a:latin typeface="Arial"/>
                <a:ea typeface="Arial"/>
                <a:cs typeface="Arial"/>
                <a:sym typeface="Arial"/>
              </a:defRPr>
            </a:lvl4pPr>
            <a:lvl5pPr lvl="4" algn="l">
              <a:spcBef>
                <a:spcPts val="0"/>
              </a:spcBef>
              <a:spcAft>
                <a:spcPts val="0"/>
              </a:spcAft>
              <a:buSzPts val="1400"/>
              <a:buNone/>
              <a:defRPr>
                <a:solidFill>
                  <a:schemeClr val="dk1"/>
                </a:solidFill>
                <a:latin typeface="Arial"/>
                <a:ea typeface="Arial"/>
                <a:cs typeface="Arial"/>
                <a:sym typeface="Arial"/>
              </a:defRPr>
            </a:lvl5pPr>
            <a:lvl6pPr lvl="5" algn="l">
              <a:spcBef>
                <a:spcPts val="0"/>
              </a:spcBef>
              <a:spcAft>
                <a:spcPts val="0"/>
              </a:spcAft>
              <a:buSzPts val="1400"/>
              <a:buNone/>
              <a:defRPr>
                <a:solidFill>
                  <a:schemeClr val="dk1"/>
                </a:solidFill>
                <a:latin typeface="Arial"/>
                <a:ea typeface="Arial"/>
                <a:cs typeface="Arial"/>
                <a:sym typeface="Arial"/>
              </a:defRPr>
            </a:lvl6pPr>
            <a:lvl7pPr lvl="6" algn="l">
              <a:spcBef>
                <a:spcPts val="0"/>
              </a:spcBef>
              <a:spcAft>
                <a:spcPts val="0"/>
              </a:spcAft>
              <a:buSzPts val="1400"/>
              <a:buNone/>
              <a:defRPr>
                <a:solidFill>
                  <a:schemeClr val="dk1"/>
                </a:solidFill>
                <a:latin typeface="Arial"/>
                <a:ea typeface="Arial"/>
                <a:cs typeface="Arial"/>
                <a:sym typeface="Arial"/>
              </a:defRPr>
            </a:lvl7pPr>
            <a:lvl8pPr lvl="7" algn="l">
              <a:spcBef>
                <a:spcPts val="0"/>
              </a:spcBef>
              <a:spcAft>
                <a:spcPts val="0"/>
              </a:spcAft>
              <a:buSzPts val="1400"/>
              <a:buNone/>
              <a:defRPr>
                <a:solidFill>
                  <a:schemeClr val="dk1"/>
                </a:solidFill>
                <a:latin typeface="Arial"/>
                <a:ea typeface="Arial"/>
                <a:cs typeface="Arial"/>
                <a:sym typeface="Arial"/>
              </a:defRPr>
            </a:lvl8pPr>
            <a:lvl9pPr lvl="8" algn="l">
              <a:spcBef>
                <a:spcPts val="0"/>
              </a:spcBef>
              <a:spcAft>
                <a:spcPts val="0"/>
              </a:spcAft>
              <a:buSzPts val="1400"/>
              <a:buNone/>
              <a:defRPr>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とコンテンツ" type="obj">
  <p:cSld name="OBJECT">
    <p:spTree>
      <p:nvGrpSpPr>
        <p:cNvPr id="25" name="Shape 25"/>
        <p:cNvGrpSpPr/>
        <p:nvPr/>
      </p:nvGrpSpPr>
      <p:grpSpPr>
        <a:xfrm>
          <a:off x="0" y="0"/>
          <a:ext cx="0" cy="0"/>
          <a:chOff x="0" y="0"/>
          <a:chExt cx="0" cy="0"/>
        </a:xfrm>
      </p:grpSpPr>
      <p:sp>
        <p:nvSpPr>
          <p:cNvPr id="26" name="Google Shape;26;p29"/>
          <p:cNvSpPr txBox="1"/>
          <p:nvPr>
            <p:ph type="title"/>
          </p:nvPr>
        </p:nvSpPr>
        <p:spPr>
          <a:xfrm>
            <a:off x="495300" y="300038"/>
            <a:ext cx="7626052" cy="5619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Meiryo"/>
                <a:ea typeface="Meiryo"/>
                <a:cs typeface="Meiryo"/>
                <a:sym typeface="Meiry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9"/>
          <p:cNvSpPr txBox="1"/>
          <p:nvPr>
            <p:ph idx="1" type="body"/>
          </p:nvPr>
        </p:nvSpPr>
        <p:spPr>
          <a:xfrm>
            <a:off x="495300" y="1196975"/>
            <a:ext cx="8915400" cy="5040313"/>
          </a:xfrm>
          <a:prstGeom prst="rect">
            <a:avLst/>
          </a:prstGeom>
          <a:noFill/>
          <a:ln>
            <a:noFill/>
          </a:ln>
        </p:spPr>
        <p:txBody>
          <a:bodyPr anchorCtr="0" anchor="t" bIns="45700" lIns="91425" spcFirstLastPara="1" rIns="91425" wrap="square" tIns="45700">
            <a:noAutofit/>
          </a:bodyPr>
          <a:lstStyle>
            <a:lvl1pPr indent="-381000" lvl="0" marL="457200" algn="l">
              <a:lnSpc>
                <a:spcPct val="110000"/>
              </a:lnSpc>
              <a:spcBef>
                <a:spcPts val="480"/>
              </a:spcBef>
              <a:spcAft>
                <a:spcPts val="0"/>
              </a:spcAft>
              <a:buSzPts val="2400"/>
              <a:buChar char="■"/>
              <a:defRPr>
                <a:latin typeface="Meiryo"/>
                <a:ea typeface="Meiryo"/>
                <a:cs typeface="Meiryo"/>
                <a:sym typeface="Meiryo"/>
              </a:defRPr>
            </a:lvl1pPr>
            <a:lvl2pPr indent="-368300" lvl="1" marL="914400" algn="l">
              <a:lnSpc>
                <a:spcPct val="110000"/>
              </a:lnSpc>
              <a:spcBef>
                <a:spcPts val="440"/>
              </a:spcBef>
              <a:spcAft>
                <a:spcPts val="0"/>
              </a:spcAft>
              <a:buSzPts val="2200"/>
              <a:buChar char="🞐"/>
              <a:defRPr>
                <a:latin typeface="Meiryo"/>
                <a:ea typeface="Meiryo"/>
                <a:cs typeface="Meiryo"/>
                <a:sym typeface="Meiryo"/>
              </a:defRPr>
            </a:lvl2pPr>
            <a:lvl3pPr indent="-355600" lvl="2" marL="1371600" algn="l">
              <a:lnSpc>
                <a:spcPct val="110000"/>
              </a:lnSpc>
              <a:spcBef>
                <a:spcPts val="400"/>
              </a:spcBef>
              <a:spcAft>
                <a:spcPts val="0"/>
              </a:spcAft>
              <a:buSzPts val="2000"/>
              <a:buChar char="◆"/>
              <a:defRPr>
                <a:latin typeface="Meiryo"/>
                <a:ea typeface="Meiryo"/>
                <a:cs typeface="Meiryo"/>
                <a:sym typeface="Meiryo"/>
              </a:defRPr>
            </a:lvl3pPr>
            <a:lvl4pPr indent="-342900" lvl="3" marL="1828800" algn="l">
              <a:lnSpc>
                <a:spcPct val="110000"/>
              </a:lnSpc>
              <a:spcBef>
                <a:spcPts val="360"/>
              </a:spcBef>
              <a:spcAft>
                <a:spcPts val="0"/>
              </a:spcAft>
              <a:buSzPts val="1800"/>
              <a:buFont typeface="Meiryo"/>
              <a:buChar char="•"/>
              <a:defRPr>
                <a:latin typeface="Meiryo"/>
                <a:ea typeface="Meiryo"/>
                <a:cs typeface="Meiryo"/>
                <a:sym typeface="Meiryo"/>
              </a:defRPr>
            </a:lvl4pPr>
            <a:lvl5pPr indent="-330200" lvl="4" marL="2286000" algn="l">
              <a:spcBef>
                <a:spcPts val="320"/>
              </a:spcBef>
              <a:spcAft>
                <a:spcPts val="0"/>
              </a:spcAft>
              <a:buSzPts val="1600"/>
              <a:buChar char="-"/>
              <a:defRPr>
                <a:latin typeface="Meiryo"/>
                <a:ea typeface="Meiryo"/>
                <a:cs typeface="Meiryo"/>
                <a:sym typeface="Meiryo"/>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8" name="Google Shape;28;p29"/>
          <p:cNvSpPr txBox="1"/>
          <p:nvPr>
            <p:ph idx="12" type="sldNum"/>
          </p:nvPr>
        </p:nvSpPr>
        <p:spPr>
          <a:xfrm>
            <a:off x="7545288" y="6504639"/>
            <a:ext cx="2311400" cy="338074"/>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0" i="0" sz="1000" u="none" cap="none" strike="noStrike">
                <a:solidFill>
                  <a:schemeClr val="lt1"/>
                </a:solidFill>
                <a:latin typeface="Meiryo"/>
                <a:ea typeface="Meiryo"/>
                <a:cs typeface="Meiryo"/>
                <a:sym typeface="Meiryo"/>
              </a:defRPr>
            </a:lvl1pPr>
            <a:lvl2pPr indent="0" lvl="1" marL="0" algn="r">
              <a:spcBef>
                <a:spcPts val="0"/>
              </a:spcBef>
              <a:spcAft>
                <a:spcPts val="0"/>
              </a:spcAft>
              <a:buNone/>
              <a:defRPr b="0" i="0" sz="1000" u="none" cap="none" strike="noStrike">
                <a:solidFill>
                  <a:schemeClr val="lt1"/>
                </a:solidFill>
                <a:latin typeface="Meiryo"/>
                <a:ea typeface="Meiryo"/>
                <a:cs typeface="Meiryo"/>
                <a:sym typeface="Meiryo"/>
              </a:defRPr>
            </a:lvl2pPr>
            <a:lvl3pPr indent="0" lvl="2" marL="0" algn="r">
              <a:spcBef>
                <a:spcPts val="0"/>
              </a:spcBef>
              <a:spcAft>
                <a:spcPts val="0"/>
              </a:spcAft>
              <a:buNone/>
              <a:defRPr b="0" i="0" sz="1000" u="none" cap="none" strike="noStrike">
                <a:solidFill>
                  <a:schemeClr val="lt1"/>
                </a:solidFill>
                <a:latin typeface="Meiryo"/>
                <a:ea typeface="Meiryo"/>
                <a:cs typeface="Meiryo"/>
                <a:sym typeface="Meiryo"/>
              </a:defRPr>
            </a:lvl3pPr>
            <a:lvl4pPr indent="0" lvl="3" marL="0" algn="r">
              <a:spcBef>
                <a:spcPts val="0"/>
              </a:spcBef>
              <a:spcAft>
                <a:spcPts val="0"/>
              </a:spcAft>
              <a:buNone/>
              <a:defRPr b="0" i="0" sz="1000" u="none" cap="none" strike="noStrike">
                <a:solidFill>
                  <a:schemeClr val="lt1"/>
                </a:solidFill>
                <a:latin typeface="Meiryo"/>
                <a:ea typeface="Meiryo"/>
                <a:cs typeface="Meiryo"/>
                <a:sym typeface="Meiryo"/>
              </a:defRPr>
            </a:lvl4pPr>
            <a:lvl5pPr indent="0" lvl="4" marL="0" algn="r">
              <a:spcBef>
                <a:spcPts val="0"/>
              </a:spcBef>
              <a:spcAft>
                <a:spcPts val="0"/>
              </a:spcAft>
              <a:buNone/>
              <a:defRPr b="0" i="0" sz="1000" u="none" cap="none" strike="noStrike">
                <a:solidFill>
                  <a:schemeClr val="lt1"/>
                </a:solidFill>
                <a:latin typeface="Meiryo"/>
                <a:ea typeface="Meiryo"/>
                <a:cs typeface="Meiryo"/>
                <a:sym typeface="Meiryo"/>
              </a:defRPr>
            </a:lvl5pPr>
            <a:lvl6pPr indent="0" lvl="5" marL="0" algn="r">
              <a:spcBef>
                <a:spcPts val="0"/>
              </a:spcBef>
              <a:spcAft>
                <a:spcPts val="0"/>
              </a:spcAft>
              <a:buNone/>
              <a:defRPr b="0" i="0" sz="1000" u="none" cap="none" strike="noStrike">
                <a:solidFill>
                  <a:schemeClr val="lt1"/>
                </a:solidFill>
                <a:latin typeface="Meiryo"/>
                <a:ea typeface="Meiryo"/>
                <a:cs typeface="Meiryo"/>
                <a:sym typeface="Meiryo"/>
              </a:defRPr>
            </a:lvl6pPr>
            <a:lvl7pPr indent="0" lvl="6" marL="0" algn="r">
              <a:spcBef>
                <a:spcPts val="0"/>
              </a:spcBef>
              <a:spcAft>
                <a:spcPts val="0"/>
              </a:spcAft>
              <a:buNone/>
              <a:defRPr b="0" i="0" sz="1000" u="none" cap="none" strike="noStrike">
                <a:solidFill>
                  <a:schemeClr val="lt1"/>
                </a:solidFill>
                <a:latin typeface="Meiryo"/>
                <a:ea typeface="Meiryo"/>
                <a:cs typeface="Meiryo"/>
                <a:sym typeface="Meiryo"/>
              </a:defRPr>
            </a:lvl7pPr>
            <a:lvl8pPr indent="0" lvl="7" marL="0" algn="r">
              <a:spcBef>
                <a:spcPts val="0"/>
              </a:spcBef>
              <a:spcAft>
                <a:spcPts val="0"/>
              </a:spcAft>
              <a:buNone/>
              <a:defRPr b="0" i="0" sz="1000" u="none" cap="none" strike="noStrike">
                <a:solidFill>
                  <a:schemeClr val="lt1"/>
                </a:solidFill>
                <a:latin typeface="Meiryo"/>
                <a:ea typeface="Meiryo"/>
                <a:cs typeface="Meiryo"/>
                <a:sym typeface="Meiryo"/>
              </a:defRPr>
            </a:lvl8pPr>
            <a:lvl9pPr indent="0" lvl="8" marL="0" algn="r">
              <a:spcBef>
                <a:spcPts val="0"/>
              </a:spcBef>
              <a:spcAft>
                <a:spcPts val="0"/>
              </a:spcAft>
              <a:buNone/>
              <a:defRPr b="0" i="0" sz="1000" u="none" cap="none" strike="noStrike">
                <a:solidFill>
                  <a:schemeClr val="lt1"/>
                </a:solidFill>
                <a:latin typeface="Meiryo"/>
                <a:ea typeface="Meiryo"/>
                <a:cs typeface="Meiryo"/>
                <a:sym typeface="Meiryo"/>
              </a:defRPr>
            </a:lvl9pPr>
          </a:lstStyle>
          <a:p>
            <a:pPr indent="0" lvl="0" marL="0" rtl="0" algn="r">
              <a:spcBef>
                <a:spcPts val="0"/>
              </a:spcBef>
              <a:spcAft>
                <a:spcPts val="0"/>
              </a:spcAft>
              <a:buNone/>
            </a:pPr>
            <a:fld id="{00000000-1234-1234-1234-123412341234}" type="slidenum">
              <a:rPr lang="ja-JP"/>
              <a:t>‹#›</a:t>
            </a:fld>
            <a:endParaRPr/>
          </a:p>
        </p:txBody>
      </p:sp>
      <p:sp>
        <p:nvSpPr>
          <p:cNvPr id="29" name="Google Shape;29;p29"/>
          <p:cNvSpPr txBox="1"/>
          <p:nvPr>
            <p:ph idx="11" type="ftr"/>
          </p:nvPr>
        </p:nvSpPr>
        <p:spPr>
          <a:xfrm>
            <a:off x="200472" y="6507376"/>
            <a:ext cx="6033600" cy="3060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800">
                <a:solidFill>
                  <a:srgbClr val="111111"/>
                </a:solidFill>
                <a:latin typeface="Verdana"/>
                <a:ea typeface="Verdana"/>
                <a:cs typeface="Verdana"/>
                <a:sym typeface="Verdana"/>
              </a:defRPr>
            </a:lvl1pPr>
            <a:lvl2pPr lvl="1" algn="l">
              <a:spcBef>
                <a:spcPts val="0"/>
              </a:spcBef>
              <a:spcAft>
                <a:spcPts val="0"/>
              </a:spcAft>
              <a:buSzPts val="1400"/>
              <a:buNone/>
              <a:defRPr>
                <a:solidFill>
                  <a:schemeClr val="dk1"/>
                </a:solidFill>
                <a:latin typeface="Arial"/>
                <a:ea typeface="Arial"/>
                <a:cs typeface="Arial"/>
                <a:sym typeface="Arial"/>
              </a:defRPr>
            </a:lvl2pPr>
            <a:lvl3pPr lvl="2" algn="l">
              <a:spcBef>
                <a:spcPts val="0"/>
              </a:spcBef>
              <a:spcAft>
                <a:spcPts val="0"/>
              </a:spcAft>
              <a:buSzPts val="1400"/>
              <a:buNone/>
              <a:defRPr>
                <a:solidFill>
                  <a:schemeClr val="dk1"/>
                </a:solidFill>
                <a:latin typeface="Arial"/>
                <a:ea typeface="Arial"/>
                <a:cs typeface="Arial"/>
                <a:sym typeface="Arial"/>
              </a:defRPr>
            </a:lvl3pPr>
            <a:lvl4pPr lvl="3" algn="l">
              <a:spcBef>
                <a:spcPts val="0"/>
              </a:spcBef>
              <a:spcAft>
                <a:spcPts val="0"/>
              </a:spcAft>
              <a:buSzPts val="1400"/>
              <a:buNone/>
              <a:defRPr>
                <a:solidFill>
                  <a:schemeClr val="dk1"/>
                </a:solidFill>
                <a:latin typeface="Arial"/>
                <a:ea typeface="Arial"/>
                <a:cs typeface="Arial"/>
                <a:sym typeface="Arial"/>
              </a:defRPr>
            </a:lvl4pPr>
            <a:lvl5pPr lvl="4" algn="l">
              <a:spcBef>
                <a:spcPts val="0"/>
              </a:spcBef>
              <a:spcAft>
                <a:spcPts val="0"/>
              </a:spcAft>
              <a:buSzPts val="1400"/>
              <a:buNone/>
              <a:defRPr>
                <a:solidFill>
                  <a:schemeClr val="dk1"/>
                </a:solidFill>
                <a:latin typeface="Arial"/>
                <a:ea typeface="Arial"/>
                <a:cs typeface="Arial"/>
                <a:sym typeface="Arial"/>
              </a:defRPr>
            </a:lvl5pPr>
            <a:lvl6pPr lvl="5" algn="l">
              <a:spcBef>
                <a:spcPts val="0"/>
              </a:spcBef>
              <a:spcAft>
                <a:spcPts val="0"/>
              </a:spcAft>
              <a:buSzPts val="1400"/>
              <a:buNone/>
              <a:defRPr>
                <a:solidFill>
                  <a:schemeClr val="dk1"/>
                </a:solidFill>
                <a:latin typeface="Arial"/>
                <a:ea typeface="Arial"/>
                <a:cs typeface="Arial"/>
                <a:sym typeface="Arial"/>
              </a:defRPr>
            </a:lvl6pPr>
            <a:lvl7pPr lvl="6" algn="l">
              <a:spcBef>
                <a:spcPts val="0"/>
              </a:spcBef>
              <a:spcAft>
                <a:spcPts val="0"/>
              </a:spcAft>
              <a:buSzPts val="1400"/>
              <a:buNone/>
              <a:defRPr>
                <a:solidFill>
                  <a:schemeClr val="dk1"/>
                </a:solidFill>
                <a:latin typeface="Arial"/>
                <a:ea typeface="Arial"/>
                <a:cs typeface="Arial"/>
                <a:sym typeface="Arial"/>
              </a:defRPr>
            </a:lvl7pPr>
            <a:lvl8pPr lvl="7" algn="l">
              <a:spcBef>
                <a:spcPts val="0"/>
              </a:spcBef>
              <a:spcAft>
                <a:spcPts val="0"/>
              </a:spcAft>
              <a:buSzPts val="1400"/>
              <a:buNone/>
              <a:defRPr>
                <a:solidFill>
                  <a:schemeClr val="dk1"/>
                </a:solidFill>
                <a:latin typeface="Arial"/>
                <a:ea typeface="Arial"/>
                <a:cs typeface="Arial"/>
                <a:sym typeface="Arial"/>
              </a:defRPr>
            </a:lvl8pPr>
            <a:lvl9pPr lvl="8" algn="l">
              <a:spcBef>
                <a:spcPts val="0"/>
              </a:spcBef>
              <a:spcAft>
                <a:spcPts val="0"/>
              </a:spcAft>
              <a:buSzPts val="1400"/>
              <a:buNone/>
              <a:defRPr>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27"/>
          <p:cNvPicPr preferRelativeResize="0"/>
          <p:nvPr/>
        </p:nvPicPr>
        <p:blipFill rotWithShape="1">
          <a:blip r:embed="rId1">
            <a:alphaModFix/>
          </a:blip>
          <a:srcRect b="0" l="0" r="0" t="0"/>
          <a:stretch/>
        </p:blipFill>
        <p:spPr>
          <a:xfrm>
            <a:off x="0" y="5152037"/>
            <a:ext cx="9906000" cy="1705963"/>
          </a:xfrm>
          <a:prstGeom prst="rect">
            <a:avLst/>
          </a:prstGeom>
          <a:noFill/>
          <a:ln>
            <a:noFill/>
          </a:ln>
        </p:spPr>
      </p:pic>
      <p:sp>
        <p:nvSpPr>
          <p:cNvPr id="11" name="Google Shape;11;p27"/>
          <p:cNvSpPr txBox="1"/>
          <p:nvPr>
            <p:ph type="title"/>
          </p:nvPr>
        </p:nvSpPr>
        <p:spPr>
          <a:xfrm>
            <a:off x="495300" y="300038"/>
            <a:ext cx="7626052" cy="56197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2800" u="none" cap="none" strike="noStrike">
                <a:solidFill>
                  <a:srgbClr val="111111"/>
                </a:solidFill>
                <a:latin typeface="Meiryo"/>
                <a:ea typeface="Meiryo"/>
                <a:cs typeface="Meiryo"/>
                <a:sym typeface="Meiryo"/>
              </a:defRPr>
            </a:lvl1pPr>
            <a:lvl2pPr lvl="1" marR="0" rtl="0" algn="l">
              <a:spcBef>
                <a:spcPts val="0"/>
              </a:spcBef>
              <a:spcAft>
                <a:spcPts val="0"/>
              </a:spcAft>
              <a:buSzPts val="1400"/>
              <a:buNone/>
              <a:defRPr b="0" i="0" sz="2800" u="none" cap="none" strike="noStrike">
                <a:solidFill>
                  <a:srgbClr val="111111"/>
                </a:solidFill>
                <a:latin typeface="Meiryo"/>
                <a:ea typeface="Meiryo"/>
                <a:cs typeface="Meiryo"/>
                <a:sym typeface="Meiryo"/>
              </a:defRPr>
            </a:lvl2pPr>
            <a:lvl3pPr lvl="2" marR="0" rtl="0" algn="l">
              <a:spcBef>
                <a:spcPts val="0"/>
              </a:spcBef>
              <a:spcAft>
                <a:spcPts val="0"/>
              </a:spcAft>
              <a:buSzPts val="1400"/>
              <a:buNone/>
              <a:defRPr b="0" i="0" sz="2800" u="none" cap="none" strike="noStrike">
                <a:solidFill>
                  <a:srgbClr val="111111"/>
                </a:solidFill>
                <a:latin typeface="Meiryo"/>
                <a:ea typeface="Meiryo"/>
                <a:cs typeface="Meiryo"/>
                <a:sym typeface="Meiryo"/>
              </a:defRPr>
            </a:lvl3pPr>
            <a:lvl4pPr lvl="3" marR="0" rtl="0" algn="l">
              <a:spcBef>
                <a:spcPts val="0"/>
              </a:spcBef>
              <a:spcAft>
                <a:spcPts val="0"/>
              </a:spcAft>
              <a:buSzPts val="1400"/>
              <a:buNone/>
              <a:defRPr b="0" i="0" sz="2800" u="none" cap="none" strike="noStrike">
                <a:solidFill>
                  <a:srgbClr val="111111"/>
                </a:solidFill>
                <a:latin typeface="Meiryo"/>
                <a:ea typeface="Meiryo"/>
                <a:cs typeface="Meiryo"/>
                <a:sym typeface="Meiryo"/>
              </a:defRPr>
            </a:lvl4pPr>
            <a:lvl5pPr lvl="4" marR="0" rtl="0" algn="l">
              <a:spcBef>
                <a:spcPts val="0"/>
              </a:spcBef>
              <a:spcAft>
                <a:spcPts val="0"/>
              </a:spcAft>
              <a:buSzPts val="1400"/>
              <a:buNone/>
              <a:defRPr b="0" i="0" sz="2800" u="none" cap="none" strike="noStrike">
                <a:solidFill>
                  <a:srgbClr val="111111"/>
                </a:solidFill>
                <a:latin typeface="Meiryo"/>
                <a:ea typeface="Meiryo"/>
                <a:cs typeface="Meiryo"/>
                <a:sym typeface="Meiryo"/>
              </a:defRPr>
            </a:lvl5pPr>
            <a:lvl6pPr lvl="5" marR="0" rtl="0" algn="l">
              <a:spcBef>
                <a:spcPts val="0"/>
              </a:spcBef>
              <a:spcAft>
                <a:spcPts val="0"/>
              </a:spcAft>
              <a:buSzPts val="1400"/>
              <a:buNone/>
              <a:defRPr b="0" i="0" sz="2800" u="none" cap="none" strike="noStrike">
                <a:solidFill>
                  <a:srgbClr val="111111"/>
                </a:solidFill>
                <a:latin typeface="Arial"/>
                <a:ea typeface="Arial"/>
                <a:cs typeface="Arial"/>
                <a:sym typeface="Arial"/>
              </a:defRPr>
            </a:lvl6pPr>
            <a:lvl7pPr lvl="6" marR="0" rtl="0" algn="l">
              <a:spcBef>
                <a:spcPts val="0"/>
              </a:spcBef>
              <a:spcAft>
                <a:spcPts val="0"/>
              </a:spcAft>
              <a:buSzPts val="1400"/>
              <a:buNone/>
              <a:defRPr b="0" i="0" sz="2800" u="none" cap="none" strike="noStrike">
                <a:solidFill>
                  <a:srgbClr val="111111"/>
                </a:solidFill>
                <a:latin typeface="Arial"/>
                <a:ea typeface="Arial"/>
                <a:cs typeface="Arial"/>
                <a:sym typeface="Arial"/>
              </a:defRPr>
            </a:lvl7pPr>
            <a:lvl8pPr lvl="7" marR="0" rtl="0" algn="l">
              <a:spcBef>
                <a:spcPts val="0"/>
              </a:spcBef>
              <a:spcAft>
                <a:spcPts val="0"/>
              </a:spcAft>
              <a:buSzPts val="1400"/>
              <a:buNone/>
              <a:defRPr b="0" i="0" sz="2800" u="none" cap="none" strike="noStrike">
                <a:solidFill>
                  <a:srgbClr val="111111"/>
                </a:solidFill>
                <a:latin typeface="Arial"/>
                <a:ea typeface="Arial"/>
                <a:cs typeface="Arial"/>
                <a:sym typeface="Arial"/>
              </a:defRPr>
            </a:lvl8pPr>
            <a:lvl9pPr lvl="8" marR="0" rtl="0" algn="l">
              <a:spcBef>
                <a:spcPts val="0"/>
              </a:spcBef>
              <a:spcAft>
                <a:spcPts val="0"/>
              </a:spcAft>
              <a:buSzPts val="1400"/>
              <a:buNone/>
              <a:defRPr b="0" i="0" sz="2800" u="none" cap="none" strike="noStrike">
                <a:solidFill>
                  <a:srgbClr val="111111"/>
                </a:solidFill>
                <a:latin typeface="Arial"/>
                <a:ea typeface="Arial"/>
                <a:cs typeface="Arial"/>
                <a:sym typeface="Arial"/>
              </a:defRPr>
            </a:lvl9pPr>
          </a:lstStyle>
          <a:p/>
        </p:txBody>
      </p:sp>
      <p:sp>
        <p:nvSpPr>
          <p:cNvPr id="12" name="Google Shape;12;p27"/>
          <p:cNvSpPr txBox="1"/>
          <p:nvPr>
            <p:ph idx="1" type="body"/>
          </p:nvPr>
        </p:nvSpPr>
        <p:spPr>
          <a:xfrm>
            <a:off x="495300" y="1196975"/>
            <a:ext cx="8915400" cy="5040313"/>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10000"/>
              </a:lnSpc>
              <a:spcBef>
                <a:spcPts val="480"/>
              </a:spcBef>
              <a:spcAft>
                <a:spcPts val="0"/>
              </a:spcAft>
              <a:buClr>
                <a:srgbClr val="5330C1"/>
              </a:buClr>
              <a:buSzPts val="2400"/>
              <a:buFont typeface="Noto Sans Symbols"/>
              <a:buChar char="■"/>
              <a:defRPr b="0" i="0" sz="2400" u="none" cap="none" strike="noStrike">
                <a:solidFill>
                  <a:srgbClr val="111111"/>
                </a:solidFill>
                <a:latin typeface="Meiryo"/>
                <a:ea typeface="Meiryo"/>
                <a:cs typeface="Meiryo"/>
                <a:sym typeface="Meiryo"/>
              </a:defRPr>
            </a:lvl1pPr>
            <a:lvl2pPr indent="-368300" lvl="1" marL="914400" marR="0" rtl="0" algn="l">
              <a:lnSpc>
                <a:spcPct val="110000"/>
              </a:lnSpc>
              <a:spcBef>
                <a:spcPts val="440"/>
              </a:spcBef>
              <a:spcAft>
                <a:spcPts val="0"/>
              </a:spcAft>
              <a:buClr>
                <a:srgbClr val="5330C1"/>
              </a:buClr>
              <a:buSzPts val="2200"/>
              <a:buFont typeface="Noto Sans Symbols"/>
              <a:buChar char="🞐"/>
              <a:defRPr b="0" i="0" sz="2200" u="none" cap="none" strike="noStrike">
                <a:solidFill>
                  <a:srgbClr val="111111"/>
                </a:solidFill>
                <a:latin typeface="Meiryo"/>
                <a:ea typeface="Meiryo"/>
                <a:cs typeface="Meiryo"/>
                <a:sym typeface="Meiryo"/>
              </a:defRPr>
            </a:lvl2pPr>
            <a:lvl3pPr indent="-355600" lvl="2" marL="1371600" marR="0" rtl="0" algn="l">
              <a:lnSpc>
                <a:spcPct val="110000"/>
              </a:lnSpc>
              <a:spcBef>
                <a:spcPts val="400"/>
              </a:spcBef>
              <a:spcAft>
                <a:spcPts val="0"/>
              </a:spcAft>
              <a:buClr>
                <a:srgbClr val="5330C1"/>
              </a:buClr>
              <a:buSzPts val="2000"/>
              <a:buFont typeface="Noto Sans Symbols"/>
              <a:buChar char="◆"/>
              <a:defRPr b="0" i="0" sz="2000" u="none" cap="none" strike="noStrike">
                <a:solidFill>
                  <a:srgbClr val="111111"/>
                </a:solidFill>
                <a:latin typeface="Meiryo"/>
                <a:ea typeface="Meiryo"/>
                <a:cs typeface="Meiryo"/>
                <a:sym typeface="Meiryo"/>
              </a:defRPr>
            </a:lvl3pPr>
            <a:lvl4pPr indent="-342900" lvl="3" marL="1828800" marR="0" rtl="0" algn="l">
              <a:lnSpc>
                <a:spcPct val="110000"/>
              </a:lnSpc>
              <a:spcBef>
                <a:spcPts val="360"/>
              </a:spcBef>
              <a:spcAft>
                <a:spcPts val="0"/>
              </a:spcAft>
              <a:buClr>
                <a:srgbClr val="5330C1"/>
              </a:buClr>
              <a:buSzPts val="1800"/>
              <a:buFont typeface="Meiryo"/>
              <a:buChar char="•"/>
              <a:defRPr b="0" i="0" sz="1800" u="none" cap="none" strike="noStrike">
                <a:solidFill>
                  <a:srgbClr val="111111"/>
                </a:solidFill>
                <a:latin typeface="Meiryo"/>
                <a:ea typeface="Meiryo"/>
                <a:cs typeface="Meiryo"/>
                <a:sym typeface="Meiryo"/>
              </a:defRPr>
            </a:lvl4pPr>
            <a:lvl5pPr indent="-330200" lvl="4" marL="2286000" marR="0" rtl="0" algn="l">
              <a:spcBef>
                <a:spcPts val="320"/>
              </a:spcBef>
              <a:spcAft>
                <a:spcPts val="0"/>
              </a:spcAft>
              <a:buClr>
                <a:srgbClr val="5330C1"/>
              </a:buClr>
              <a:buSzPts val="1600"/>
              <a:buFont typeface="Arial"/>
              <a:buChar char="-"/>
              <a:defRPr b="0" i="0" sz="1600" u="none" cap="none" strike="noStrike">
                <a:solidFill>
                  <a:srgbClr val="111111"/>
                </a:solidFill>
                <a:latin typeface="Meiryo"/>
                <a:ea typeface="Meiryo"/>
                <a:cs typeface="Meiryo"/>
                <a:sym typeface="Meiryo"/>
              </a:defRPr>
            </a:lvl5pPr>
            <a:lvl6pPr indent="-330200" lvl="5" marL="2743200" marR="0" rtl="0" algn="l">
              <a:spcBef>
                <a:spcPts val="320"/>
              </a:spcBef>
              <a:spcAft>
                <a:spcPts val="0"/>
              </a:spcAft>
              <a:buClr>
                <a:srgbClr val="5330C1"/>
              </a:buClr>
              <a:buSzPts val="1600"/>
              <a:buFont typeface="Arial"/>
              <a:buChar char="-"/>
              <a:defRPr b="0" i="0" sz="1600" u="none" cap="none" strike="noStrike">
                <a:solidFill>
                  <a:srgbClr val="111111"/>
                </a:solidFill>
                <a:latin typeface="Arial"/>
                <a:ea typeface="Arial"/>
                <a:cs typeface="Arial"/>
                <a:sym typeface="Arial"/>
              </a:defRPr>
            </a:lvl6pPr>
            <a:lvl7pPr indent="-330200" lvl="6" marL="3200400" marR="0" rtl="0" algn="l">
              <a:spcBef>
                <a:spcPts val="320"/>
              </a:spcBef>
              <a:spcAft>
                <a:spcPts val="0"/>
              </a:spcAft>
              <a:buClr>
                <a:srgbClr val="5330C1"/>
              </a:buClr>
              <a:buSzPts val="1600"/>
              <a:buFont typeface="Arial"/>
              <a:buChar char="-"/>
              <a:defRPr b="0" i="0" sz="1600" u="none" cap="none" strike="noStrike">
                <a:solidFill>
                  <a:srgbClr val="111111"/>
                </a:solidFill>
                <a:latin typeface="Arial"/>
                <a:ea typeface="Arial"/>
                <a:cs typeface="Arial"/>
                <a:sym typeface="Arial"/>
              </a:defRPr>
            </a:lvl7pPr>
            <a:lvl8pPr indent="-330200" lvl="7" marL="3657600" marR="0" rtl="0" algn="l">
              <a:spcBef>
                <a:spcPts val="320"/>
              </a:spcBef>
              <a:spcAft>
                <a:spcPts val="0"/>
              </a:spcAft>
              <a:buClr>
                <a:srgbClr val="5330C1"/>
              </a:buClr>
              <a:buSzPts val="1600"/>
              <a:buFont typeface="Arial"/>
              <a:buChar char="-"/>
              <a:defRPr b="0" i="0" sz="1600" u="none" cap="none" strike="noStrike">
                <a:solidFill>
                  <a:srgbClr val="111111"/>
                </a:solidFill>
                <a:latin typeface="Arial"/>
                <a:ea typeface="Arial"/>
                <a:cs typeface="Arial"/>
                <a:sym typeface="Arial"/>
              </a:defRPr>
            </a:lvl8pPr>
            <a:lvl9pPr indent="-330200" lvl="8" marL="4114800" marR="0" rtl="0" algn="l">
              <a:spcBef>
                <a:spcPts val="320"/>
              </a:spcBef>
              <a:spcAft>
                <a:spcPts val="0"/>
              </a:spcAft>
              <a:buClr>
                <a:srgbClr val="5330C1"/>
              </a:buClr>
              <a:buSzPts val="1600"/>
              <a:buFont typeface="Arial"/>
              <a:buChar char="-"/>
              <a:defRPr b="0" i="0" sz="1600" u="none" cap="none" strike="noStrike">
                <a:solidFill>
                  <a:srgbClr val="111111"/>
                </a:solidFill>
                <a:latin typeface="Arial"/>
                <a:ea typeface="Arial"/>
                <a:cs typeface="Arial"/>
                <a:sym typeface="Arial"/>
              </a:defRPr>
            </a:lvl9pPr>
          </a:lstStyle>
          <a:p/>
        </p:txBody>
      </p:sp>
      <p:sp>
        <p:nvSpPr>
          <p:cNvPr id="13" name="Google Shape;13;p27"/>
          <p:cNvSpPr txBox="1"/>
          <p:nvPr>
            <p:ph idx="12" type="sldNum"/>
          </p:nvPr>
        </p:nvSpPr>
        <p:spPr>
          <a:xfrm>
            <a:off x="7545600" y="6505200"/>
            <a:ext cx="2311200" cy="3384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b="0" i="0" sz="1000" u="none" cap="none" strike="noStrike">
                <a:solidFill>
                  <a:schemeClr val="lt1"/>
                </a:solidFill>
                <a:latin typeface="Verdana"/>
                <a:ea typeface="Verdana"/>
                <a:cs typeface="Verdana"/>
                <a:sym typeface="Verdana"/>
              </a:defRPr>
            </a:lvl1pPr>
            <a:lvl2pPr indent="0" lvl="1" marL="0" marR="0" rtl="0" algn="r">
              <a:spcBef>
                <a:spcPts val="0"/>
              </a:spcBef>
              <a:spcAft>
                <a:spcPts val="0"/>
              </a:spcAft>
              <a:buNone/>
              <a:defRPr b="0" i="0" sz="1000" u="none" cap="none" strike="noStrike">
                <a:solidFill>
                  <a:schemeClr val="lt1"/>
                </a:solidFill>
                <a:latin typeface="Verdana"/>
                <a:ea typeface="Verdana"/>
                <a:cs typeface="Verdana"/>
                <a:sym typeface="Verdana"/>
              </a:defRPr>
            </a:lvl2pPr>
            <a:lvl3pPr indent="0" lvl="2" marL="0" marR="0" rtl="0" algn="r">
              <a:spcBef>
                <a:spcPts val="0"/>
              </a:spcBef>
              <a:spcAft>
                <a:spcPts val="0"/>
              </a:spcAft>
              <a:buNone/>
              <a:defRPr b="0" i="0" sz="1000" u="none" cap="none" strike="noStrike">
                <a:solidFill>
                  <a:schemeClr val="lt1"/>
                </a:solidFill>
                <a:latin typeface="Verdana"/>
                <a:ea typeface="Verdana"/>
                <a:cs typeface="Verdana"/>
                <a:sym typeface="Verdana"/>
              </a:defRPr>
            </a:lvl3pPr>
            <a:lvl4pPr indent="0" lvl="3" marL="0" marR="0" rtl="0" algn="r">
              <a:spcBef>
                <a:spcPts val="0"/>
              </a:spcBef>
              <a:spcAft>
                <a:spcPts val="0"/>
              </a:spcAft>
              <a:buNone/>
              <a:defRPr b="0" i="0" sz="1000" u="none" cap="none" strike="noStrike">
                <a:solidFill>
                  <a:schemeClr val="lt1"/>
                </a:solidFill>
                <a:latin typeface="Verdana"/>
                <a:ea typeface="Verdana"/>
                <a:cs typeface="Verdana"/>
                <a:sym typeface="Verdana"/>
              </a:defRPr>
            </a:lvl4pPr>
            <a:lvl5pPr indent="0" lvl="4" marL="0" marR="0" rtl="0" algn="r">
              <a:spcBef>
                <a:spcPts val="0"/>
              </a:spcBef>
              <a:spcAft>
                <a:spcPts val="0"/>
              </a:spcAft>
              <a:buNone/>
              <a:defRPr b="0" i="0" sz="1000" u="none" cap="none" strike="noStrike">
                <a:solidFill>
                  <a:schemeClr val="lt1"/>
                </a:solidFill>
                <a:latin typeface="Verdana"/>
                <a:ea typeface="Verdana"/>
                <a:cs typeface="Verdana"/>
                <a:sym typeface="Verdana"/>
              </a:defRPr>
            </a:lvl5pPr>
            <a:lvl6pPr indent="0" lvl="5" marL="0" marR="0" rtl="0" algn="r">
              <a:spcBef>
                <a:spcPts val="0"/>
              </a:spcBef>
              <a:spcAft>
                <a:spcPts val="0"/>
              </a:spcAft>
              <a:buNone/>
              <a:defRPr b="0" i="0" sz="1000" u="none" cap="none" strike="noStrike">
                <a:solidFill>
                  <a:schemeClr val="lt1"/>
                </a:solidFill>
                <a:latin typeface="Verdana"/>
                <a:ea typeface="Verdana"/>
                <a:cs typeface="Verdana"/>
                <a:sym typeface="Verdana"/>
              </a:defRPr>
            </a:lvl6pPr>
            <a:lvl7pPr indent="0" lvl="6" marL="0" marR="0" rtl="0" algn="r">
              <a:spcBef>
                <a:spcPts val="0"/>
              </a:spcBef>
              <a:spcAft>
                <a:spcPts val="0"/>
              </a:spcAft>
              <a:buNone/>
              <a:defRPr b="0" i="0" sz="1000" u="none" cap="none" strike="noStrike">
                <a:solidFill>
                  <a:schemeClr val="lt1"/>
                </a:solidFill>
                <a:latin typeface="Verdana"/>
                <a:ea typeface="Verdana"/>
                <a:cs typeface="Verdana"/>
                <a:sym typeface="Verdana"/>
              </a:defRPr>
            </a:lvl7pPr>
            <a:lvl8pPr indent="0" lvl="7" marL="0" marR="0" rtl="0" algn="r">
              <a:spcBef>
                <a:spcPts val="0"/>
              </a:spcBef>
              <a:spcAft>
                <a:spcPts val="0"/>
              </a:spcAft>
              <a:buNone/>
              <a:defRPr b="0" i="0" sz="1000" u="none" cap="none" strike="noStrike">
                <a:solidFill>
                  <a:schemeClr val="lt1"/>
                </a:solidFill>
                <a:latin typeface="Verdana"/>
                <a:ea typeface="Verdana"/>
                <a:cs typeface="Verdana"/>
                <a:sym typeface="Verdana"/>
              </a:defRPr>
            </a:lvl8pPr>
            <a:lvl9pPr indent="0" lvl="8" marL="0" marR="0" rtl="0" algn="r">
              <a:spcBef>
                <a:spcPts val="0"/>
              </a:spcBef>
              <a:spcAft>
                <a:spcPts val="0"/>
              </a:spcAft>
              <a:buNone/>
              <a:defRPr b="0" i="0" sz="10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ja-JP"/>
              <a:t>‹#›</a:t>
            </a:fld>
            <a:endParaRPr/>
          </a:p>
        </p:txBody>
      </p:sp>
      <p:cxnSp>
        <p:nvCxnSpPr>
          <p:cNvPr id="14" name="Google Shape;14;p27"/>
          <p:cNvCxnSpPr/>
          <p:nvPr/>
        </p:nvCxnSpPr>
        <p:spPr>
          <a:xfrm>
            <a:off x="0" y="981075"/>
            <a:ext cx="8121352" cy="0"/>
          </a:xfrm>
          <a:prstGeom prst="straightConnector1">
            <a:avLst/>
          </a:prstGeom>
          <a:noFill/>
          <a:ln cap="flat" cmpd="sng" w="9525">
            <a:solidFill>
              <a:srgbClr val="3F3F3F"/>
            </a:solidFill>
            <a:prstDash val="solid"/>
            <a:round/>
            <a:headEnd len="med" w="med" type="none"/>
            <a:tailEnd len="med" w="med" type="none"/>
          </a:ln>
        </p:spPr>
      </p:cxnSp>
      <p:pic>
        <p:nvPicPr>
          <p:cNvPr descr="cec" id="15" name="Google Shape;15;p27"/>
          <p:cNvPicPr preferRelativeResize="0"/>
          <p:nvPr/>
        </p:nvPicPr>
        <p:blipFill rotWithShape="1">
          <a:blip r:embed="rId2">
            <a:alphaModFix/>
          </a:blip>
          <a:srcRect b="0" l="0" r="0" t="0"/>
          <a:stretch/>
        </p:blipFill>
        <p:spPr>
          <a:xfrm>
            <a:off x="8409600" y="295200"/>
            <a:ext cx="1188000" cy="600989"/>
          </a:xfrm>
          <a:prstGeom prst="rect">
            <a:avLst/>
          </a:prstGeom>
          <a:noFill/>
          <a:ln>
            <a:noFill/>
          </a:ln>
        </p:spPr>
      </p:pic>
      <p:sp>
        <p:nvSpPr>
          <p:cNvPr id="16" name="Google Shape;16;p27"/>
          <p:cNvSpPr txBox="1"/>
          <p:nvPr>
            <p:ph idx="11" type="ftr"/>
          </p:nvPr>
        </p:nvSpPr>
        <p:spPr>
          <a:xfrm>
            <a:off x="200472" y="6507376"/>
            <a:ext cx="6033600" cy="306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800" u="none" cap="none" strike="noStrike">
                <a:solidFill>
                  <a:srgbClr val="11111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3.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9.png"/><Relationship Id="rId4" Type="http://schemas.openxmlformats.org/officeDocument/2006/relationships/image" Target="../media/image10.png"/><Relationship Id="rId5"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
        <p:nvSpPr>
          <p:cNvPr id="34" name="Google Shape;34;p1"/>
          <p:cNvSpPr txBox="1"/>
          <p:nvPr>
            <p:ph idx="11" type="ftr"/>
          </p:nvPr>
        </p:nvSpPr>
        <p:spPr>
          <a:xfrm>
            <a:off x="200472" y="6507376"/>
            <a:ext cx="6033600" cy="306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JP"/>
              <a:t>© Computer Engineering &amp; Consulting Ltd. All rights reserved.</a:t>
            </a:r>
            <a:endParaRPr/>
          </a:p>
        </p:txBody>
      </p:sp>
      <p:sp>
        <p:nvSpPr>
          <p:cNvPr id="35" name="Google Shape;35;p1"/>
          <p:cNvSpPr txBox="1"/>
          <p:nvPr>
            <p:ph type="ctrTitle"/>
          </p:nvPr>
        </p:nvSpPr>
        <p:spPr>
          <a:xfrm>
            <a:off x="200475" y="2390775"/>
            <a:ext cx="9241200" cy="1116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sz="3450">
                <a:latin typeface="VL PGothic"/>
                <a:ea typeface="VL PGothic"/>
                <a:cs typeface="VL PGothic"/>
                <a:sym typeface="VL PGothic"/>
              </a:rPr>
              <a:t>Cải tiến Tool Gen Tự Động Unit Test</a:t>
            </a:r>
            <a:br>
              <a:rPr lang="ja-JP" sz="3200">
                <a:latin typeface="Meiryo"/>
                <a:ea typeface="Meiryo"/>
                <a:cs typeface="Meiryo"/>
                <a:sym typeface="Meiryo"/>
              </a:rPr>
            </a:br>
            <a:r>
              <a:rPr lang="ja-JP" sz="3200">
                <a:latin typeface="Meiryo"/>
                <a:ea typeface="Meiryo"/>
                <a:cs typeface="Meiryo"/>
                <a:sym typeface="Meiryo"/>
              </a:rPr>
              <a:t>　　　　　　　　　　　　</a:t>
            </a:r>
            <a:r>
              <a:rPr lang="ja-JP" sz="3450">
                <a:solidFill>
                  <a:schemeClr val="dk1"/>
                </a:solidFill>
                <a:latin typeface="VL PGothic"/>
                <a:ea typeface="VL PGothic"/>
                <a:cs typeface="VL PGothic"/>
                <a:sym typeface="VL PGothic"/>
              </a:rPr>
              <a:t>Khái quát yêu cầu</a:t>
            </a:r>
            <a:endParaRPr sz="3200">
              <a:latin typeface="Meiryo"/>
              <a:ea typeface="Meiryo"/>
              <a:cs typeface="Meiryo"/>
              <a:sym typeface="Meiryo"/>
            </a:endParaRPr>
          </a:p>
        </p:txBody>
      </p:sp>
      <p:sp>
        <p:nvSpPr>
          <p:cNvPr id="36" name="Google Shape;36;p1"/>
          <p:cNvSpPr txBox="1"/>
          <p:nvPr>
            <p:ph idx="1" type="subTitle"/>
          </p:nvPr>
        </p:nvSpPr>
        <p:spPr>
          <a:xfrm>
            <a:off x="1485900" y="3933825"/>
            <a:ext cx="6913563" cy="1079500"/>
          </a:xfrm>
          <a:prstGeom prst="rect">
            <a:avLst/>
          </a:prstGeom>
          <a:noFill/>
          <a:ln>
            <a:noFill/>
          </a:ln>
        </p:spPr>
        <p:txBody>
          <a:bodyPr anchorCtr="0" anchor="t" bIns="45700" lIns="91425" spcFirstLastPara="1" rIns="91425" wrap="square" tIns="45700">
            <a:noAutofit/>
          </a:bodyPr>
          <a:lstStyle/>
          <a:p>
            <a:pPr indent="0" lvl="0" marL="0" rtl="0" algn="r">
              <a:lnSpc>
                <a:spcPct val="110000"/>
              </a:lnSpc>
              <a:spcBef>
                <a:spcPts val="0"/>
              </a:spcBef>
              <a:spcAft>
                <a:spcPts val="0"/>
              </a:spcAft>
              <a:buSzPts val="1800"/>
              <a:buFont typeface="Noto Sans Symbols"/>
              <a:buNone/>
            </a:pPr>
            <a:r>
              <a:rPr lang="ja-JP">
                <a:latin typeface="Meiryo"/>
                <a:ea typeface="Meiryo"/>
                <a:cs typeface="Meiryo"/>
                <a:sym typeface="Meiryo"/>
              </a:rPr>
              <a:t>事業推進本部　事業企画部</a:t>
            </a:r>
            <a:endParaRPr/>
          </a:p>
          <a:p>
            <a:pPr indent="0" lvl="0" marL="0" rtl="0" algn="r">
              <a:lnSpc>
                <a:spcPct val="110000"/>
              </a:lnSpc>
              <a:spcBef>
                <a:spcPts val="360"/>
              </a:spcBef>
              <a:spcAft>
                <a:spcPts val="0"/>
              </a:spcAft>
              <a:buSzPts val="1800"/>
              <a:buFont typeface="Noto Sans Symbols"/>
              <a:buNone/>
            </a:pPr>
            <a:r>
              <a:rPr lang="ja-JP">
                <a:latin typeface="Meiryo"/>
                <a:ea typeface="Meiryo"/>
                <a:cs typeface="Meiryo"/>
                <a:sym typeface="Meiryo"/>
              </a:rPr>
              <a:t>2024/7/24</a:t>
            </a:r>
            <a:endParaRPr>
              <a:latin typeface="Meiryo"/>
              <a:ea typeface="Meiryo"/>
              <a:cs typeface="Meiryo"/>
              <a:sym typeface="Meiryo"/>
            </a:endParaRPr>
          </a:p>
          <a:p>
            <a:pPr indent="0" lvl="0" marL="0" rtl="0" algn="l">
              <a:lnSpc>
                <a:spcPct val="110000"/>
              </a:lnSpc>
              <a:spcBef>
                <a:spcPts val="360"/>
              </a:spcBef>
              <a:spcAft>
                <a:spcPts val="0"/>
              </a:spcAft>
              <a:buSzPts val="1800"/>
              <a:buFont typeface="Noto Sans Symbols"/>
              <a:buNone/>
            </a:pPr>
            <a:r>
              <a:t/>
            </a:r>
            <a:endParaRPr>
              <a:latin typeface="Meiryo"/>
              <a:ea typeface="Meiryo"/>
              <a:cs typeface="Meiryo"/>
              <a:sym typeface="Meiry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2"/>
          <p:cNvSpPr txBox="1"/>
          <p:nvPr>
            <p:ph type="title"/>
          </p:nvPr>
        </p:nvSpPr>
        <p:spPr>
          <a:xfrm>
            <a:off x="495300" y="300038"/>
            <a:ext cx="7626052" cy="561975"/>
          </a:xfrm>
          <a:prstGeom prst="rect">
            <a:avLst/>
          </a:prstGeom>
          <a:noFill/>
          <a:ln>
            <a:noFill/>
          </a:ln>
        </p:spPr>
        <p:txBody>
          <a:bodyPr anchorCtr="0" anchor="ctr" bIns="45700" lIns="91425" spcFirstLastPara="1" rIns="91425" wrap="square" tIns="45700">
            <a:noAutofit/>
          </a:bodyPr>
          <a:lstStyle/>
          <a:p>
            <a:pPr indent="0" lvl="0" marL="582930" rtl="0" algn="l">
              <a:spcBef>
                <a:spcPts val="245"/>
              </a:spcBef>
              <a:spcAft>
                <a:spcPts val="0"/>
              </a:spcAft>
              <a:buClr>
                <a:schemeClr val="dk1"/>
              </a:buClr>
              <a:buSzPts val="1100"/>
              <a:buFont typeface="Arial"/>
              <a:buNone/>
            </a:pPr>
            <a:r>
              <a:rPr lang="ja-JP" sz="3000">
                <a:latin typeface="VL PGothic"/>
                <a:ea typeface="VL PGothic"/>
                <a:cs typeface="VL PGothic"/>
                <a:sym typeface="VL PGothic"/>
              </a:rPr>
              <a:t>Khái quát yêu cầu</a:t>
            </a:r>
            <a:endParaRPr/>
          </a:p>
        </p:txBody>
      </p:sp>
      <p:sp>
        <p:nvSpPr>
          <p:cNvPr id="42" name="Google Shape;42;p2"/>
          <p:cNvSpPr txBox="1"/>
          <p:nvPr>
            <p:ph idx="1" type="body"/>
          </p:nvPr>
        </p:nvSpPr>
        <p:spPr>
          <a:xfrm>
            <a:off x="422498" y="1104039"/>
            <a:ext cx="8915400" cy="54006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3795"/>
              </a:spcBef>
              <a:spcAft>
                <a:spcPts val="0"/>
              </a:spcAft>
              <a:buSzPts val="2400"/>
              <a:buChar char="■"/>
            </a:pPr>
            <a:r>
              <a:rPr lang="ja-JP" sz="2600">
                <a:solidFill>
                  <a:schemeClr val="dk1"/>
                </a:solidFill>
                <a:latin typeface="VL PGothic"/>
                <a:ea typeface="VL PGothic"/>
                <a:cs typeface="VL PGothic"/>
                <a:sym typeface="VL PGothic"/>
              </a:rPr>
              <a:t>Cải tiến hệ thống phân tích source code của program Python bằng AI để tạo ra detail design, unit test design và unit test code.</a:t>
            </a:r>
            <a:endParaRPr/>
          </a:p>
          <a:p>
            <a:pPr indent="0" lvl="1" marL="457200" rtl="0" algn="l">
              <a:lnSpc>
                <a:spcPct val="110000"/>
              </a:lnSpc>
              <a:spcBef>
                <a:spcPts val="440"/>
              </a:spcBef>
              <a:spcAft>
                <a:spcPts val="0"/>
              </a:spcAft>
              <a:buSzPts val="2200"/>
              <a:buNone/>
            </a:pPr>
            <a:r>
              <a:rPr lang="ja-JP"/>
              <a:t>⇒　</a:t>
            </a:r>
            <a:r>
              <a:rPr lang="ja-JP" sz="2600">
                <a:solidFill>
                  <a:schemeClr val="dk1"/>
                </a:solidFill>
                <a:latin typeface="VL PGothic"/>
                <a:ea typeface="VL PGothic"/>
                <a:cs typeface="VL PGothic"/>
                <a:sym typeface="VL PGothic"/>
              </a:rPr>
              <a:t>Hiện tại đang dự kiến chỉ sử dụng cho cá nhân riêng lẻ, do vậy cần cải thiện để có thể sử dụng theo nhóm nhiều người và nâng cao UI/UX.</a:t>
            </a:r>
            <a:endParaRPr/>
          </a:p>
          <a:p>
            <a:pPr indent="-342900" lvl="0" marL="342900" rtl="0" algn="l">
              <a:lnSpc>
                <a:spcPct val="100000"/>
              </a:lnSpc>
              <a:spcBef>
                <a:spcPts val="3795"/>
              </a:spcBef>
              <a:spcAft>
                <a:spcPts val="0"/>
              </a:spcAft>
              <a:buSzPts val="2400"/>
              <a:buChar char="■"/>
            </a:pPr>
            <a:r>
              <a:rPr lang="ja-JP" sz="2600">
                <a:solidFill>
                  <a:schemeClr val="dk1"/>
                </a:solidFill>
                <a:latin typeface="VL PGothic"/>
                <a:ea typeface="VL PGothic"/>
                <a:cs typeface="VL PGothic"/>
                <a:sym typeface="VL PGothic"/>
              </a:rPr>
              <a:t>Hệ thống được build trên môi trường đám mây (Azure).</a:t>
            </a:r>
            <a:endParaRPr/>
          </a:p>
          <a:p>
            <a:pPr indent="0" lvl="0" marL="0" rtl="0" algn="l">
              <a:lnSpc>
                <a:spcPct val="110000"/>
              </a:lnSpc>
              <a:spcBef>
                <a:spcPts val="480"/>
              </a:spcBef>
              <a:spcAft>
                <a:spcPts val="0"/>
              </a:spcAft>
              <a:buSzPts val="2400"/>
              <a:buNone/>
            </a:pPr>
            <a:r>
              <a:t/>
            </a:r>
            <a:endParaRPr/>
          </a:p>
          <a:p>
            <a:pPr indent="-342900" lvl="0" marL="342900" rtl="0" algn="l">
              <a:lnSpc>
                <a:spcPct val="100000"/>
              </a:lnSpc>
              <a:spcBef>
                <a:spcPts val="3795"/>
              </a:spcBef>
              <a:spcAft>
                <a:spcPts val="0"/>
              </a:spcAft>
              <a:buSzPts val="2400"/>
              <a:buChar char="■"/>
            </a:pPr>
            <a:r>
              <a:rPr lang="ja-JP" sz="2600">
                <a:solidFill>
                  <a:schemeClr val="dk1"/>
                </a:solidFill>
                <a:latin typeface="VL PGothic"/>
                <a:ea typeface="VL PGothic"/>
                <a:cs typeface="VL PGothic"/>
                <a:sym typeface="VL PGothic"/>
              </a:rPr>
              <a:t>Cần xem xét bổ sung dần các ngôn ngữ hỗ trợ.</a:t>
            </a:r>
            <a:endParaRPr/>
          </a:p>
          <a:p>
            <a:pPr indent="-190500" lvl="0" marL="342900" rtl="0" algn="l">
              <a:lnSpc>
                <a:spcPct val="110000"/>
              </a:lnSpc>
              <a:spcBef>
                <a:spcPts val="480"/>
              </a:spcBef>
              <a:spcAft>
                <a:spcPts val="0"/>
              </a:spcAft>
              <a:buSzPts val="2400"/>
              <a:buNone/>
            </a:pPr>
            <a:r>
              <a:t/>
            </a:r>
            <a:endParaRPr/>
          </a:p>
          <a:p>
            <a:pPr indent="-190500" lvl="0" marL="342900" rtl="0" algn="l">
              <a:lnSpc>
                <a:spcPct val="110000"/>
              </a:lnSpc>
              <a:spcBef>
                <a:spcPts val="480"/>
              </a:spcBef>
              <a:spcAft>
                <a:spcPts val="0"/>
              </a:spcAft>
              <a:buSzPts val="2400"/>
              <a:buNone/>
            </a:pPr>
            <a:r>
              <a:t/>
            </a:r>
            <a:endParaRPr/>
          </a:p>
        </p:txBody>
      </p:sp>
      <p:sp>
        <p:nvSpPr>
          <p:cNvPr id="43" name="Google Shape;43;p2"/>
          <p:cNvSpPr txBox="1"/>
          <p:nvPr>
            <p:ph idx="12" type="sldNum"/>
          </p:nvPr>
        </p:nvSpPr>
        <p:spPr>
          <a:xfrm>
            <a:off x="7545288" y="6504639"/>
            <a:ext cx="2311400" cy="338074"/>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44" name="Google Shape;44;p2"/>
          <p:cNvSpPr txBox="1"/>
          <p:nvPr>
            <p:ph idx="11" type="ftr"/>
          </p:nvPr>
        </p:nvSpPr>
        <p:spPr>
          <a:xfrm>
            <a:off x="200472" y="6507376"/>
            <a:ext cx="6033600" cy="306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JP"/>
              <a:t>© Computer Engineering &amp; Consulting Ltd. All rights reserved.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3"/>
          <p:cNvSpPr txBox="1"/>
          <p:nvPr>
            <p:ph type="title"/>
          </p:nvPr>
        </p:nvSpPr>
        <p:spPr>
          <a:xfrm>
            <a:off x="495300" y="300038"/>
            <a:ext cx="7626052" cy="561975"/>
          </a:xfrm>
          <a:prstGeom prst="rect">
            <a:avLst/>
          </a:prstGeom>
          <a:noFill/>
          <a:ln>
            <a:noFill/>
          </a:ln>
        </p:spPr>
        <p:txBody>
          <a:bodyPr anchorCtr="0" anchor="ctr" bIns="45700" lIns="91425" spcFirstLastPara="1" rIns="91425" wrap="square" tIns="45700">
            <a:noAutofit/>
          </a:bodyPr>
          <a:lstStyle/>
          <a:p>
            <a:pPr indent="0" lvl="0" marL="582930" rtl="0" algn="l">
              <a:spcBef>
                <a:spcPts val="245"/>
              </a:spcBef>
              <a:spcAft>
                <a:spcPts val="0"/>
              </a:spcAft>
              <a:buClr>
                <a:schemeClr val="dk1"/>
              </a:buClr>
              <a:buSzPts val="1100"/>
              <a:buFont typeface="Arial"/>
              <a:buNone/>
            </a:pPr>
            <a:r>
              <a:rPr lang="ja-JP" sz="3000">
                <a:latin typeface="VL PGothic"/>
                <a:ea typeface="VL PGothic"/>
                <a:cs typeface="VL PGothic"/>
                <a:sym typeface="VL PGothic"/>
              </a:rPr>
              <a:t>Hình ảnh quy trình gen tự động unit test</a:t>
            </a:r>
            <a:endParaRPr/>
          </a:p>
        </p:txBody>
      </p:sp>
      <p:sp>
        <p:nvSpPr>
          <p:cNvPr id="50" name="Google Shape;50;p3"/>
          <p:cNvSpPr txBox="1"/>
          <p:nvPr>
            <p:ph idx="1" type="body"/>
          </p:nvPr>
        </p:nvSpPr>
        <p:spPr>
          <a:xfrm>
            <a:off x="495300" y="1161800"/>
            <a:ext cx="8915400" cy="6050100"/>
          </a:xfrm>
          <a:prstGeom prst="rect">
            <a:avLst/>
          </a:prstGeom>
          <a:noFill/>
          <a:ln>
            <a:noFill/>
          </a:ln>
        </p:spPr>
        <p:txBody>
          <a:bodyPr anchorCtr="0" anchor="t" bIns="45700" lIns="91425" spcFirstLastPara="1" rIns="91425" wrap="square" tIns="45700">
            <a:noAutofit/>
          </a:bodyPr>
          <a:lstStyle/>
          <a:p>
            <a:pPr indent="0" lvl="0" marL="0" rtl="0" algn="l">
              <a:lnSpc>
                <a:spcPct val="244166"/>
              </a:lnSpc>
              <a:spcBef>
                <a:spcPts val="1200"/>
              </a:spcBef>
              <a:spcAft>
                <a:spcPts val="0"/>
              </a:spcAft>
              <a:buClr>
                <a:schemeClr val="dk1"/>
              </a:buClr>
              <a:buSzPts val="1100"/>
              <a:buFont typeface="Arial"/>
              <a:buNone/>
            </a:pPr>
            <a:r>
              <a:rPr b="1" lang="ja-JP" sz="1200">
                <a:solidFill>
                  <a:schemeClr val="dk1"/>
                </a:solidFill>
                <a:latin typeface="VL PGothic"/>
                <a:ea typeface="VL PGothic"/>
                <a:cs typeface="VL PGothic"/>
                <a:sym typeface="VL PGothic"/>
              </a:rPr>
              <a:t>Hình ảnh quy trình gen tự động unit test . </a:t>
            </a:r>
            <a:r>
              <a:rPr lang="ja-JP" sz="1200">
                <a:solidFill>
                  <a:schemeClr val="dk1"/>
                </a:solidFill>
                <a:latin typeface="VL PGothic"/>
                <a:ea typeface="VL PGothic"/>
                <a:cs typeface="VL PGothic"/>
                <a:sym typeface="VL PGothic"/>
              </a:rPr>
              <a:t>Unit test sẽ được gen dần theo các bước sau đây.</a:t>
            </a:r>
            <a:endParaRPr sz="1200">
              <a:solidFill>
                <a:schemeClr val="dk1"/>
              </a:solidFill>
              <a:latin typeface="VL PGothic"/>
              <a:ea typeface="VL PGothic"/>
              <a:cs typeface="VL PGothic"/>
              <a:sym typeface="VL PGothic"/>
            </a:endParaRPr>
          </a:p>
          <a:p>
            <a:pPr indent="-304800" lvl="0" marL="457200" rtl="0" algn="l">
              <a:lnSpc>
                <a:spcPct val="244166"/>
              </a:lnSpc>
              <a:spcBef>
                <a:spcPts val="1200"/>
              </a:spcBef>
              <a:spcAft>
                <a:spcPts val="0"/>
              </a:spcAft>
              <a:buClr>
                <a:schemeClr val="dk1"/>
              </a:buClr>
              <a:buSzPts val="1200"/>
              <a:buFont typeface="VL PGothic"/>
              <a:buAutoNum type="arabicPeriod"/>
            </a:pPr>
            <a:r>
              <a:rPr b="1" lang="ja-JP" sz="1200">
                <a:solidFill>
                  <a:schemeClr val="dk1"/>
                </a:solidFill>
                <a:latin typeface="VL PGothic"/>
                <a:ea typeface="VL PGothic"/>
                <a:cs typeface="VL PGothic"/>
                <a:sym typeface="VL PGothic"/>
              </a:rPr>
              <a:t>Đăng ký source code</a:t>
            </a:r>
            <a:br>
              <a:rPr b="1" lang="ja-JP" sz="1200">
                <a:solidFill>
                  <a:schemeClr val="dk1"/>
                </a:solidFill>
                <a:latin typeface="VL PGothic"/>
                <a:ea typeface="VL PGothic"/>
                <a:cs typeface="VL PGothic"/>
                <a:sym typeface="VL PGothic"/>
              </a:rPr>
            </a:br>
            <a:r>
              <a:rPr b="1" lang="ja-JP" sz="1200">
                <a:solidFill>
                  <a:schemeClr val="dk1"/>
                </a:solidFill>
                <a:latin typeface="VL PGothic"/>
                <a:ea typeface="VL PGothic"/>
                <a:cs typeface="VL PGothic"/>
                <a:sym typeface="VL PGothic"/>
              </a:rPr>
              <a:t>1-1. Tạo project và đăng ký source code</a:t>
            </a:r>
            <a:br>
              <a:rPr b="1" lang="ja-JP" sz="1200">
                <a:solidFill>
                  <a:schemeClr val="dk1"/>
                </a:solidFill>
                <a:latin typeface="VL PGothic"/>
                <a:ea typeface="VL PGothic"/>
                <a:cs typeface="VL PGothic"/>
                <a:sym typeface="VL PGothic"/>
              </a:rPr>
            </a:br>
            <a:r>
              <a:rPr b="1" lang="ja-JP" sz="1200">
                <a:solidFill>
                  <a:schemeClr val="dk1"/>
                </a:solidFill>
                <a:latin typeface="VL PGothic"/>
                <a:ea typeface="VL PGothic"/>
                <a:cs typeface="VL PGothic"/>
                <a:sym typeface="VL PGothic"/>
              </a:rPr>
              <a:t>1-2. Phân tích nội dung của source code, extract danh sách các class và method</a:t>
            </a:r>
            <a:endParaRPr b="1" sz="1200">
              <a:solidFill>
                <a:schemeClr val="dk1"/>
              </a:solidFill>
              <a:latin typeface="VL PGothic"/>
              <a:ea typeface="VL PGothic"/>
              <a:cs typeface="VL PGothic"/>
              <a:sym typeface="VL PGothic"/>
            </a:endParaRPr>
          </a:p>
          <a:p>
            <a:pPr indent="-304800" lvl="0" marL="457200" rtl="0" algn="l">
              <a:lnSpc>
                <a:spcPct val="244166"/>
              </a:lnSpc>
              <a:spcBef>
                <a:spcPts val="0"/>
              </a:spcBef>
              <a:spcAft>
                <a:spcPts val="0"/>
              </a:spcAft>
              <a:buClr>
                <a:schemeClr val="dk1"/>
              </a:buClr>
              <a:buSzPts val="1200"/>
              <a:buFont typeface="VL PGothic"/>
              <a:buAutoNum type="arabicPeriod"/>
            </a:pPr>
            <a:r>
              <a:rPr b="1" lang="ja-JP" sz="1200">
                <a:solidFill>
                  <a:schemeClr val="dk1"/>
                </a:solidFill>
                <a:latin typeface="VL PGothic"/>
                <a:ea typeface="VL PGothic"/>
                <a:cs typeface="VL PGothic"/>
                <a:sym typeface="VL PGothic"/>
              </a:rPr>
              <a:t>Tạo detail design</a:t>
            </a:r>
            <a:br>
              <a:rPr b="1" lang="ja-JP" sz="1200">
                <a:solidFill>
                  <a:schemeClr val="dk1"/>
                </a:solidFill>
                <a:latin typeface="VL PGothic"/>
                <a:ea typeface="VL PGothic"/>
                <a:cs typeface="VL PGothic"/>
                <a:sym typeface="VL PGothic"/>
              </a:rPr>
            </a:br>
            <a:r>
              <a:rPr b="1" lang="ja-JP" sz="1200">
                <a:solidFill>
                  <a:schemeClr val="dk1"/>
                </a:solidFill>
                <a:latin typeface="VL PGothic"/>
                <a:ea typeface="VL PGothic"/>
                <a:cs typeface="VL PGothic"/>
                <a:sym typeface="VL PGothic"/>
              </a:rPr>
              <a:t>2-1. Chọn file cần xử lý</a:t>
            </a:r>
            <a:br>
              <a:rPr b="1" lang="ja-JP" sz="1200">
                <a:solidFill>
                  <a:schemeClr val="dk1"/>
                </a:solidFill>
                <a:latin typeface="VL PGothic"/>
                <a:ea typeface="VL PGothic"/>
                <a:cs typeface="VL PGothic"/>
                <a:sym typeface="VL PGothic"/>
              </a:rPr>
            </a:br>
            <a:r>
              <a:rPr b="1" lang="ja-JP" sz="1200">
                <a:solidFill>
                  <a:schemeClr val="dk1"/>
                </a:solidFill>
                <a:latin typeface="VL PGothic"/>
                <a:ea typeface="VL PGothic"/>
                <a:cs typeface="VL PGothic"/>
                <a:sym typeface="VL PGothic"/>
              </a:rPr>
              <a:t>2-2. Gen mô tả tổng quan của class</a:t>
            </a:r>
            <a:br>
              <a:rPr b="1" lang="ja-JP" sz="1200">
                <a:solidFill>
                  <a:schemeClr val="dk1"/>
                </a:solidFill>
                <a:latin typeface="VL PGothic"/>
                <a:ea typeface="VL PGothic"/>
                <a:cs typeface="VL PGothic"/>
                <a:sym typeface="VL PGothic"/>
              </a:rPr>
            </a:br>
            <a:r>
              <a:rPr b="1" lang="ja-JP" sz="1200">
                <a:solidFill>
                  <a:schemeClr val="dk1"/>
                </a:solidFill>
                <a:latin typeface="VL PGothic"/>
                <a:ea typeface="VL PGothic"/>
                <a:cs typeface="VL PGothic"/>
                <a:sym typeface="VL PGothic"/>
              </a:rPr>
              <a:t>2-3. Gen mô tả của field và method trong class</a:t>
            </a:r>
            <a:br>
              <a:rPr b="1" lang="ja-JP" sz="1200">
                <a:solidFill>
                  <a:schemeClr val="dk1"/>
                </a:solidFill>
                <a:latin typeface="VL PGothic"/>
                <a:ea typeface="VL PGothic"/>
                <a:cs typeface="VL PGothic"/>
                <a:sym typeface="VL PGothic"/>
              </a:rPr>
            </a:br>
            <a:r>
              <a:rPr b="1" lang="ja-JP" sz="1200">
                <a:solidFill>
                  <a:schemeClr val="dk1"/>
                </a:solidFill>
                <a:latin typeface="VL PGothic"/>
                <a:ea typeface="VL PGothic"/>
                <a:cs typeface="VL PGothic"/>
                <a:sym typeface="VL PGothic"/>
              </a:rPr>
              <a:t>2-4. Gen activity diagram của method</a:t>
            </a:r>
            <a:endParaRPr b="1" sz="1200">
              <a:solidFill>
                <a:schemeClr val="dk1"/>
              </a:solidFill>
              <a:latin typeface="VL PGothic"/>
              <a:ea typeface="VL PGothic"/>
              <a:cs typeface="VL PGothic"/>
              <a:sym typeface="VL PGothic"/>
            </a:endParaRPr>
          </a:p>
          <a:p>
            <a:pPr indent="-304800" lvl="0" marL="457200" rtl="0" algn="l">
              <a:lnSpc>
                <a:spcPct val="244166"/>
              </a:lnSpc>
              <a:spcBef>
                <a:spcPts val="0"/>
              </a:spcBef>
              <a:spcAft>
                <a:spcPts val="0"/>
              </a:spcAft>
              <a:buClr>
                <a:schemeClr val="dk1"/>
              </a:buClr>
              <a:buSzPts val="1200"/>
              <a:buFont typeface="VL PGothic"/>
              <a:buAutoNum type="arabicPeriod"/>
            </a:pPr>
            <a:r>
              <a:rPr b="1" lang="ja-JP" sz="1200">
                <a:solidFill>
                  <a:schemeClr val="dk1"/>
                </a:solidFill>
                <a:latin typeface="VL PGothic"/>
                <a:ea typeface="VL PGothic"/>
                <a:cs typeface="VL PGothic"/>
                <a:sym typeface="VL PGothic"/>
              </a:rPr>
              <a:t>Tạo unit test</a:t>
            </a:r>
            <a:br>
              <a:rPr b="1" lang="ja-JP" sz="1200">
                <a:solidFill>
                  <a:schemeClr val="dk1"/>
                </a:solidFill>
                <a:latin typeface="VL PGothic"/>
                <a:ea typeface="VL PGothic"/>
                <a:cs typeface="VL PGothic"/>
                <a:sym typeface="VL PGothic"/>
              </a:rPr>
            </a:br>
            <a:r>
              <a:rPr b="1" lang="ja-JP" sz="1200">
                <a:solidFill>
                  <a:schemeClr val="dk1"/>
                </a:solidFill>
                <a:latin typeface="VL PGothic"/>
                <a:ea typeface="VL PGothic"/>
                <a:cs typeface="VL PGothic"/>
                <a:sym typeface="VL PGothic"/>
              </a:rPr>
              <a:t>3-1. Gen Decision table, test pattern</a:t>
            </a:r>
            <a:br>
              <a:rPr b="1" lang="ja-JP" sz="1200">
                <a:solidFill>
                  <a:schemeClr val="dk1"/>
                </a:solidFill>
                <a:latin typeface="VL PGothic"/>
                <a:ea typeface="VL PGothic"/>
                <a:cs typeface="VL PGothic"/>
                <a:sym typeface="VL PGothic"/>
              </a:rPr>
            </a:br>
            <a:r>
              <a:rPr b="1" lang="ja-JP" sz="1200">
                <a:solidFill>
                  <a:schemeClr val="dk1"/>
                </a:solidFill>
                <a:latin typeface="VL PGothic"/>
                <a:ea typeface="VL PGothic"/>
                <a:cs typeface="VL PGothic"/>
                <a:sym typeface="VL PGothic"/>
              </a:rPr>
              <a:t>3-2. Gen test code tương ứng với test pattern</a:t>
            </a:r>
            <a:endParaRPr sz="1400"/>
          </a:p>
        </p:txBody>
      </p:sp>
      <p:sp>
        <p:nvSpPr>
          <p:cNvPr id="51" name="Google Shape;51;p3"/>
          <p:cNvSpPr txBox="1"/>
          <p:nvPr>
            <p:ph idx="12" type="sldNum"/>
          </p:nvPr>
        </p:nvSpPr>
        <p:spPr>
          <a:xfrm>
            <a:off x="7545288" y="6504639"/>
            <a:ext cx="2311400" cy="338074"/>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52" name="Google Shape;52;p3"/>
          <p:cNvSpPr txBox="1"/>
          <p:nvPr>
            <p:ph idx="11" type="ftr"/>
          </p:nvPr>
        </p:nvSpPr>
        <p:spPr>
          <a:xfrm>
            <a:off x="200472" y="6507376"/>
            <a:ext cx="6033600" cy="306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JP"/>
              <a:t>© Computer Engineering &amp; Consulting Ltd. All rights reserved.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4"/>
          <p:cNvSpPr txBox="1"/>
          <p:nvPr>
            <p:ph type="title"/>
          </p:nvPr>
        </p:nvSpPr>
        <p:spPr>
          <a:xfrm>
            <a:off x="495300" y="300038"/>
            <a:ext cx="7626052" cy="561975"/>
          </a:xfrm>
          <a:prstGeom prst="rect">
            <a:avLst/>
          </a:prstGeom>
          <a:noFill/>
          <a:ln>
            <a:noFill/>
          </a:ln>
        </p:spPr>
        <p:txBody>
          <a:bodyPr anchorCtr="0" anchor="ctr" bIns="45700" lIns="91425" spcFirstLastPara="1" rIns="91425" wrap="square" tIns="45700">
            <a:noAutofit/>
          </a:bodyPr>
          <a:lstStyle/>
          <a:p>
            <a:pPr indent="0" lvl="0" marL="0" rtl="0" algn="l">
              <a:spcBef>
                <a:spcPts val="245"/>
              </a:spcBef>
              <a:spcAft>
                <a:spcPts val="0"/>
              </a:spcAft>
              <a:buClr>
                <a:schemeClr val="dk1"/>
              </a:buClr>
              <a:buSzPts val="1100"/>
              <a:buFont typeface="Arial"/>
              <a:buNone/>
            </a:pPr>
            <a:r>
              <a:rPr lang="ja-JP" sz="3000">
                <a:latin typeface="VL PGothic"/>
                <a:ea typeface="VL PGothic"/>
                <a:cs typeface="VL PGothic"/>
                <a:sym typeface="VL PGothic"/>
              </a:rPr>
              <a:t>Danh sách chức năng (1)</a:t>
            </a:r>
            <a:endParaRPr/>
          </a:p>
        </p:txBody>
      </p:sp>
      <p:sp>
        <p:nvSpPr>
          <p:cNvPr id="58" name="Google Shape;58;p4"/>
          <p:cNvSpPr txBox="1"/>
          <p:nvPr>
            <p:ph idx="1" type="body"/>
          </p:nvPr>
        </p:nvSpPr>
        <p:spPr>
          <a:xfrm>
            <a:off x="495300" y="1196975"/>
            <a:ext cx="8915400" cy="5040313"/>
          </a:xfrm>
          <a:prstGeom prst="rect">
            <a:avLst/>
          </a:prstGeom>
          <a:noFill/>
          <a:ln>
            <a:noFill/>
          </a:ln>
        </p:spPr>
        <p:txBody>
          <a:bodyPr anchorCtr="0" anchor="t" bIns="45700" lIns="91425" spcFirstLastPara="1" rIns="91425" wrap="square" tIns="45700">
            <a:noAutofit/>
          </a:bodyPr>
          <a:lstStyle/>
          <a:p>
            <a:pPr indent="-317500" lvl="0" marL="342900" rtl="0" algn="l">
              <a:lnSpc>
                <a:spcPct val="93750"/>
              </a:lnSpc>
              <a:spcBef>
                <a:spcPts val="1200"/>
              </a:spcBef>
              <a:spcAft>
                <a:spcPts val="0"/>
              </a:spcAft>
              <a:buSzPts val="2000"/>
              <a:buFont typeface="Arial"/>
              <a:buAutoNum type="arabicPeriod"/>
            </a:pPr>
            <a:r>
              <a:rPr b="1" lang="ja-JP" sz="1950">
                <a:solidFill>
                  <a:schemeClr val="dk1"/>
                </a:solidFill>
                <a:latin typeface="VL PGothic"/>
                <a:ea typeface="VL PGothic"/>
                <a:cs typeface="VL PGothic"/>
                <a:sym typeface="VL PGothic"/>
              </a:rPr>
              <a:t>Detail Design (Ngôn ngữ mục tiêu: Python)</a:t>
            </a:r>
            <a:endParaRPr sz="2000"/>
          </a:p>
          <a:p>
            <a:pPr indent="-273050" lvl="1" marL="742950" rtl="0" algn="l">
              <a:lnSpc>
                <a:spcPct val="93750"/>
              </a:lnSpc>
              <a:spcBef>
                <a:spcPts val="0"/>
              </a:spcBef>
              <a:spcAft>
                <a:spcPts val="0"/>
              </a:spcAft>
              <a:buSzPts val="2000"/>
              <a:buChar char="◆"/>
            </a:pPr>
            <a:r>
              <a:rPr b="1" lang="ja-JP" sz="1950">
                <a:solidFill>
                  <a:schemeClr val="dk1"/>
                </a:solidFill>
                <a:latin typeface="VL PGothic"/>
                <a:ea typeface="VL PGothic"/>
                <a:cs typeface="VL PGothic"/>
                <a:sym typeface="VL PGothic"/>
              </a:rPr>
              <a:t>Gen detail design</a:t>
            </a:r>
            <a:endParaRPr sz="2000"/>
          </a:p>
          <a:p>
            <a:pPr indent="0" lvl="0" marL="0" rtl="0" algn="l">
              <a:lnSpc>
                <a:spcPct val="93750"/>
              </a:lnSpc>
              <a:spcBef>
                <a:spcPts val="1200"/>
              </a:spcBef>
              <a:spcAft>
                <a:spcPts val="0"/>
              </a:spcAft>
              <a:buNone/>
            </a:pPr>
            <a:r>
              <a:rPr lang="ja-JP" sz="1950">
                <a:solidFill>
                  <a:schemeClr val="dk1"/>
                </a:solidFill>
                <a:latin typeface="VL PGothic"/>
                <a:ea typeface="VL PGothic"/>
                <a:cs typeface="VL PGothic"/>
                <a:sym typeface="VL PGothic"/>
              </a:rPr>
              <a:t>            Tổng quan về class, mô tả field/method, activity diagram</a:t>
            </a:r>
            <a:endParaRPr sz="1800"/>
          </a:p>
          <a:p>
            <a:pPr indent="0" lvl="2" marL="800100" rtl="0" algn="l">
              <a:lnSpc>
                <a:spcPct val="110000"/>
              </a:lnSpc>
              <a:spcBef>
                <a:spcPts val="1200"/>
              </a:spcBef>
              <a:spcAft>
                <a:spcPts val="0"/>
              </a:spcAft>
              <a:buSzPts val="1600"/>
              <a:buNone/>
            </a:pPr>
            <a:r>
              <a:t/>
            </a:r>
            <a:endParaRPr sz="1600"/>
          </a:p>
          <a:p>
            <a:pPr indent="-273050" lvl="1" marL="742950" rtl="0" algn="l">
              <a:lnSpc>
                <a:spcPct val="93750"/>
              </a:lnSpc>
              <a:spcBef>
                <a:spcPts val="1200"/>
              </a:spcBef>
              <a:spcAft>
                <a:spcPts val="0"/>
              </a:spcAft>
              <a:buSzPts val="2000"/>
              <a:buChar char="◆"/>
            </a:pPr>
            <a:r>
              <a:rPr b="1" lang="ja-JP" sz="1950">
                <a:solidFill>
                  <a:schemeClr val="dk1"/>
                </a:solidFill>
                <a:latin typeface="VL PGothic"/>
                <a:ea typeface="VL PGothic"/>
                <a:cs typeface="VL PGothic"/>
                <a:sym typeface="VL PGothic"/>
              </a:rPr>
              <a:t>Hiển thị gen detail design, và edit</a:t>
            </a:r>
            <a:endParaRPr sz="2000"/>
          </a:p>
          <a:p>
            <a:pPr indent="0" lvl="0" marL="0" rtl="0" algn="l">
              <a:lnSpc>
                <a:spcPct val="93750"/>
              </a:lnSpc>
              <a:spcBef>
                <a:spcPts val="1200"/>
              </a:spcBef>
              <a:spcAft>
                <a:spcPts val="0"/>
              </a:spcAft>
              <a:buNone/>
            </a:pPr>
            <a:r>
              <a:rPr lang="ja-JP" sz="1950">
                <a:solidFill>
                  <a:schemeClr val="dk1"/>
                </a:solidFill>
                <a:latin typeface="VL PGothic"/>
                <a:ea typeface="VL PGothic"/>
                <a:cs typeface="VL PGothic"/>
                <a:sym typeface="VL PGothic"/>
              </a:rPr>
              <a:t>             Hiển thị text và hiển thị render</a:t>
            </a:r>
            <a:endParaRPr sz="1800"/>
          </a:p>
          <a:p>
            <a:pPr indent="457200" lvl="0" marL="457200" rtl="0" algn="l">
              <a:lnSpc>
                <a:spcPct val="93750"/>
              </a:lnSpc>
              <a:spcBef>
                <a:spcPts val="1200"/>
              </a:spcBef>
              <a:spcAft>
                <a:spcPts val="0"/>
              </a:spcAft>
              <a:buNone/>
            </a:pPr>
            <a:r>
              <a:rPr lang="ja-JP" sz="1950">
                <a:solidFill>
                  <a:schemeClr val="dk1"/>
                </a:solidFill>
                <a:latin typeface="VL PGothic"/>
                <a:ea typeface="VL PGothic"/>
                <a:cs typeface="VL PGothic"/>
                <a:sym typeface="VL PGothic"/>
              </a:rPr>
              <a:t>Có thể chỉnh sửa văn bản text trực tiếp thủ công</a:t>
            </a:r>
            <a:endParaRPr sz="1800"/>
          </a:p>
          <a:p>
            <a:pPr indent="0" lvl="2" marL="800100" rtl="0" algn="l">
              <a:lnSpc>
                <a:spcPct val="110000"/>
              </a:lnSpc>
              <a:spcBef>
                <a:spcPts val="1200"/>
              </a:spcBef>
              <a:spcAft>
                <a:spcPts val="0"/>
              </a:spcAft>
              <a:buSzPts val="1600"/>
              <a:buNone/>
            </a:pPr>
            <a:r>
              <a:t/>
            </a:r>
            <a:endParaRPr sz="1600"/>
          </a:p>
          <a:p>
            <a:pPr indent="-273050" lvl="1" marL="742950" rtl="0" algn="l">
              <a:lnSpc>
                <a:spcPct val="93750"/>
              </a:lnSpc>
              <a:spcBef>
                <a:spcPts val="1200"/>
              </a:spcBef>
              <a:spcAft>
                <a:spcPts val="0"/>
              </a:spcAft>
              <a:buSzPts val="2000"/>
              <a:buChar char="◆"/>
            </a:pPr>
            <a:r>
              <a:rPr b="1" lang="ja-JP" sz="1950">
                <a:solidFill>
                  <a:schemeClr val="dk1"/>
                </a:solidFill>
                <a:latin typeface="VL PGothic"/>
                <a:ea typeface="VL PGothic"/>
                <a:cs typeface="VL PGothic"/>
                <a:sym typeface="VL PGothic"/>
              </a:rPr>
              <a:t>Tải xuống detail design</a:t>
            </a:r>
            <a:endParaRPr sz="2000"/>
          </a:p>
          <a:p>
            <a:pPr indent="0" lvl="0" marL="1509395" rtl="0" algn="l">
              <a:lnSpc>
                <a:spcPct val="93750"/>
              </a:lnSpc>
              <a:spcBef>
                <a:spcPts val="1200"/>
              </a:spcBef>
              <a:spcAft>
                <a:spcPts val="0"/>
              </a:spcAft>
              <a:buNone/>
            </a:pPr>
            <a:r>
              <a:rPr lang="ja-JP" sz="1950">
                <a:solidFill>
                  <a:schemeClr val="dk1"/>
                </a:solidFill>
                <a:latin typeface="VL PGothic"/>
                <a:ea typeface="VL PGothic"/>
                <a:cs typeface="VL PGothic"/>
                <a:sym typeface="VL PGothic"/>
              </a:rPr>
              <a:t>File PDF, file Markdown</a:t>
            </a:r>
            <a:endParaRPr sz="1800"/>
          </a:p>
          <a:p>
            <a:pPr indent="-355600" lvl="0" marL="457200" rtl="0" algn="l">
              <a:lnSpc>
                <a:spcPct val="110000"/>
              </a:lnSpc>
              <a:spcBef>
                <a:spcPts val="1200"/>
              </a:spcBef>
              <a:spcAft>
                <a:spcPts val="0"/>
              </a:spcAft>
              <a:buSzPts val="1600"/>
              <a:buFont typeface="Arial"/>
              <a:buNone/>
            </a:pPr>
            <a:r>
              <a:t/>
            </a:r>
            <a:endParaRPr sz="1600"/>
          </a:p>
          <a:p>
            <a:pPr indent="-330200" lvl="1" marL="857250" rtl="0" algn="l">
              <a:lnSpc>
                <a:spcPct val="110000"/>
              </a:lnSpc>
              <a:spcBef>
                <a:spcPts val="400"/>
              </a:spcBef>
              <a:spcAft>
                <a:spcPts val="0"/>
              </a:spcAft>
              <a:buSzPts val="2000"/>
              <a:buFont typeface="Noto Sans Symbols"/>
              <a:buNone/>
            </a:pPr>
            <a:r>
              <a:t/>
            </a:r>
            <a:endParaRPr sz="2000"/>
          </a:p>
        </p:txBody>
      </p:sp>
      <p:sp>
        <p:nvSpPr>
          <p:cNvPr id="59" name="Google Shape;59;p4"/>
          <p:cNvSpPr txBox="1"/>
          <p:nvPr>
            <p:ph idx="12" type="sldNum"/>
          </p:nvPr>
        </p:nvSpPr>
        <p:spPr>
          <a:xfrm>
            <a:off x="7545288" y="6504639"/>
            <a:ext cx="2311400" cy="338074"/>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60" name="Google Shape;60;p4"/>
          <p:cNvSpPr txBox="1"/>
          <p:nvPr>
            <p:ph idx="11" type="ftr"/>
          </p:nvPr>
        </p:nvSpPr>
        <p:spPr>
          <a:xfrm>
            <a:off x="200472" y="6507376"/>
            <a:ext cx="6033600" cy="306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JP"/>
              <a:t>© Computer Engineering &amp; Consulting Ltd. All rights reserved.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5"/>
          <p:cNvSpPr txBox="1"/>
          <p:nvPr>
            <p:ph type="title"/>
          </p:nvPr>
        </p:nvSpPr>
        <p:spPr>
          <a:xfrm>
            <a:off x="495300" y="300038"/>
            <a:ext cx="7626052" cy="561975"/>
          </a:xfrm>
          <a:prstGeom prst="rect">
            <a:avLst/>
          </a:prstGeom>
          <a:noFill/>
          <a:ln>
            <a:noFill/>
          </a:ln>
        </p:spPr>
        <p:txBody>
          <a:bodyPr anchorCtr="0" anchor="ctr" bIns="45700" lIns="91425" spcFirstLastPara="1" rIns="91425" wrap="square" tIns="45700">
            <a:noAutofit/>
          </a:bodyPr>
          <a:lstStyle/>
          <a:p>
            <a:pPr indent="0" lvl="0" marL="582930" rtl="0" algn="l">
              <a:spcBef>
                <a:spcPts val="245"/>
              </a:spcBef>
              <a:spcAft>
                <a:spcPts val="0"/>
              </a:spcAft>
              <a:buClr>
                <a:schemeClr val="dk1"/>
              </a:buClr>
              <a:buSzPts val="1100"/>
              <a:buFont typeface="Arial"/>
              <a:buNone/>
            </a:pPr>
            <a:r>
              <a:rPr lang="ja-JP" sz="3000">
                <a:latin typeface="VL PGothic"/>
                <a:ea typeface="VL PGothic"/>
                <a:cs typeface="VL PGothic"/>
                <a:sym typeface="VL PGothic"/>
              </a:rPr>
              <a:t>Danh sách chức năng (2)</a:t>
            </a:r>
            <a:endParaRPr/>
          </a:p>
        </p:txBody>
      </p:sp>
      <p:sp>
        <p:nvSpPr>
          <p:cNvPr id="66" name="Google Shape;66;p5"/>
          <p:cNvSpPr txBox="1"/>
          <p:nvPr>
            <p:ph idx="1" type="body"/>
          </p:nvPr>
        </p:nvSpPr>
        <p:spPr>
          <a:xfrm>
            <a:off x="495300" y="1196975"/>
            <a:ext cx="8915400" cy="5040313"/>
          </a:xfrm>
          <a:prstGeom prst="rect">
            <a:avLst/>
          </a:prstGeom>
          <a:noFill/>
          <a:ln>
            <a:noFill/>
          </a:ln>
        </p:spPr>
        <p:txBody>
          <a:bodyPr anchorCtr="0" anchor="t" bIns="45700" lIns="91425" spcFirstLastPara="1" rIns="91425" wrap="square" tIns="45700">
            <a:noAutofit/>
          </a:bodyPr>
          <a:lstStyle/>
          <a:p>
            <a:pPr indent="-317500" lvl="0" marL="342900" rtl="0" algn="l">
              <a:lnSpc>
                <a:spcPct val="259166"/>
              </a:lnSpc>
              <a:spcBef>
                <a:spcPts val="0"/>
              </a:spcBef>
              <a:spcAft>
                <a:spcPts val="0"/>
              </a:spcAft>
              <a:buSzPts val="2000"/>
              <a:buFont typeface="Arial"/>
              <a:buAutoNum type="arabicPeriod" startAt="2"/>
            </a:pPr>
            <a:r>
              <a:rPr lang="ja-JP" sz="1700">
                <a:latin typeface="VL PGothic"/>
                <a:ea typeface="VL PGothic"/>
                <a:cs typeface="VL PGothic"/>
                <a:sym typeface="VL PGothic"/>
              </a:rPr>
              <a:t>Gen Unit Test (ngôn ngữ mục tiêu: Python)</a:t>
            </a:r>
            <a:endParaRPr sz="2000"/>
          </a:p>
          <a:p>
            <a:pPr indent="-336550" lvl="0" marL="457200" rtl="0" algn="l">
              <a:lnSpc>
                <a:spcPct val="259166"/>
              </a:lnSpc>
              <a:spcBef>
                <a:spcPts val="0"/>
              </a:spcBef>
              <a:spcAft>
                <a:spcPts val="0"/>
              </a:spcAft>
              <a:buSzPts val="1700"/>
              <a:buFont typeface="VL PGothic"/>
              <a:buChar char="-"/>
            </a:pPr>
            <a:r>
              <a:rPr lang="ja-JP" sz="1700">
                <a:latin typeface="VL PGothic"/>
                <a:ea typeface="VL PGothic"/>
                <a:cs typeface="VL PGothic"/>
                <a:sym typeface="VL PGothic"/>
              </a:rPr>
              <a:t>Gen unit test</a:t>
            </a:r>
            <a:br>
              <a:rPr lang="ja-JP" sz="1700">
                <a:latin typeface="VL PGothic"/>
                <a:ea typeface="VL PGothic"/>
                <a:cs typeface="VL PGothic"/>
                <a:sym typeface="VL PGothic"/>
              </a:rPr>
            </a:br>
            <a:r>
              <a:rPr lang="ja-JP" sz="1700">
                <a:latin typeface="VL PGothic"/>
                <a:ea typeface="VL PGothic"/>
                <a:cs typeface="VL PGothic"/>
                <a:sym typeface="VL PGothic"/>
              </a:rPr>
              <a:t>Decision table, test pattern, test code</a:t>
            </a:r>
            <a:endParaRPr sz="1700">
              <a:latin typeface="VL PGothic"/>
              <a:ea typeface="VL PGothic"/>
              <a:cs typeface="VL PGothic"/>
              <a:sym typeface="VL PGothic"/>
            </a:endParaRPr>
          </a:p>
          <a:p>
            <a:pPr indent="-336550" lvl="0" marL="457200" rtl="0" algn="l">
              <a:lnSpc>
                <a:spcPct val="259166"/>
              </a:lnSpc>
              <a:spcBef>
                <a:spcPts val="0"/>
              </a:spcBef>
              <a:spcAft>
                <a:spcPts val="0"/>
              </a:spcAft>
              <a:buSzPts val="1700"/>
              <a:buFont typeface="VL PGothic"/>
              <a:buChar char="-"/>
            </a:pPr>
            <a:r>
              <a:rPr lang="ja-JP" sz="1700">
                <a:latin typeface="VL PGothic"/>
                <a:ea typeface="VL PGothic"/>
                <a:cs typeface="VL PGothic"/>
                <a:sym typeface="VL PGothic"/>
              </a:rPr>
              <a:t>Hiển thị và chỉnh sửa unit test</a:t>
            </a:r>
            <a:br>
              <a:rPr lang="ja-JP" sz="1700">
                <a:latin typeface="VL PGothic"/>
                <a:ea typeface="VL PGothic"/>
                <a:cs typeface="VL PGothic"/>
                <a:sym typeface="VL PGothic"/>
              </a:rPr>
            </a:br>
            <a:r>
              <a:rPr lang="ja-JP" sz="1700">
                <a:latin typeface="VL PGothic"/>
                <a:ea typeface="VL PGothic"/>
                <a:cs typeface="VL PGothic"/>
                <a:sym typeface="VL PGothic"/>
              </a:rPr>
              <a:t>Hiển thị text và hiển thị format dạng table</a:t>
            </a:r>
            <a:br>
              <a:rPr lang="ja-JP" sz="1700">
                <a:latin typeface="VL PGothic"/>
                <a:ea typeface="VL PGothic"/>
                <a:cs typeface="VL PGothic"/>
                <a:sym typeface="VL PGothic"/>
              </a:rPr>
            </a:br>
            <a:r>
              <a:rPr lang="ja-JP" sz="1700">
                <a:latin typeface="VL PGothic"/>
                <a:ea typeface="VL PGothic"/>
                <a:cs typeface="VL PGothic"/>
                <a:sym typeface="VL PGothic"/>
              </a:rPr>
              <a:t>Có thể chỉnh sửa văn bản trực tiếp bằng tay</a:t>
            </a:r>
            <a:endParaRPr sz="1700">
              <a:latin typeface="VL PGothic"/>
              <a:ea typeface="VL PGothic"/>
              <a:cs typeface="VL PGothic"/>
              <a:sym typeface="VL PGothic"/>
            </a:endParaRPr>
          </a:p>
          <a:p>
            <a:pPr indent="-336550" lvl="0" marL="457200" rtl="0" algn="l">
              <a:lnSpc>
                <a:spcPct val="259166"/>
              </a:lnSpc>
              <a:spcBef>
                <a:spcPts val="0"/>
              </a:spcBef>
              <a:spcAft>
                <a:spcPts val="0"/>
              </a:spcAft>
              <a:buSzPts val="1700"/>
              <a:buFont typeface="VL PGothic"/>
              <a:buChar char="-"/>
            </a:pPr>
            <a:r>
              <a:rPr lang="ja-JP" sz="1700">
                <a:latin typeface="VL PGothic"/>
                <a:ea typeface="VL PGothic"/>
                <a:cs typeface="VL PGothic"/>
                <a:sym typeface="VL PGothic"/>
              </a:rPr>
              <a:t>Download unit test</a:t>
            </a:r>
            <a:br>
              <a:rPr lang="ja-JP" sz="1700">
                <a:latin typeface="VL PGothic"/>
                <a:ea typeface="VL PGothic"/>
                <a:cs typeface="VL PGothic"/>
                <a:sym typeface="VL PGothic"/>
              </a:rPr>
            </a:br>
            <a:r>
              <a:rPr lang="ja-JP" sz="1700">
                <a:latin typeface="VL PGothic"/>
                <a:ea typeface="VL PGothic"/>
                <a:cs typeface="VL PGothic"/>
                <a:sym typeface="VL PGothic"/>
              </a:rPr>
              <a:t>File PDF, file Markdown</a:t>
            </a:r>
            <a:endParaRPr/>
          </a:p>
          <a:p>
            <a:pPr indent="-355600" lvl="0" marL="457200" rtl="0" algn="l">
              <a:lnSpc>
                <a:spcPct val="110000"/>
              </a:lnSpc>
              <a:spcBef>
                <a:spcPts val="1200"/>
              </a:spcBef>
              <a:spcAft>
                <a:spcPts val="0"/>
              </a:spcAft>
              <a:buSzPts val="1600"/>
              <a:buFont typeface="Arial"/>
              <a:buNone/>
            </a:pPr>
            <a:r>
              <a:t/>
            </a:r>
            <a:endParaRPr sz="1600"/>
          </a:p>
          <a:p>
            <a:pPr indent="-330200" lvl="1" marL="857250" rtl="0" algn="l">
              <a:lnSpc>
                <a:spcPct val="110000"/>
              </a:lnSpc>
              <a:spcBef>
                <a:spcPts val="400"/>
              </a:spcBef>
              <a:spcAft>
                <a:spcPts val="0"/>
              </a:spcAft>
              <a:buSzPts val="2000"/>
              <a:buFont typeface="Noto Sans Symbols"/>
              <a:buNone/>
            </a:pPr>
            <a:r>
              <a:t/>
            </a:r>
            <a:endParaRPr sz="2000"/>
          </a:p>
        </p:txBody>
      </p:sp>
      <p:sp>
        <p:nvSpPr>
          <p:cNvPr id="67" name="Google Shape;67;p5"/>
          <p:cNvSpPr txBox="1"/>
          <p:nvPr>
            <p:ph idx="12" type="sldNum"/>
          </p:nvPr>
        </p:nvSpPr>
        <p:spPr>
          <a:xfrm>
            <a:off x="7545288" y="6504639"/>
            <a:ext cx="2311400" cy="338074"/>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68" name="Google Shape;68;p5"/>
          <p:cNvSpPr txBox="1"/>
          <p:nvPr>
            <p:ph idx="11" type="ftr"/>
          </p:nvPr>
        </p:nvSpPr>
        <p:spPr>
          <a:xfrm>
            <a:off x="200472" y="6507376"/>
            <a:ext cx="6033600" cy="306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JP"/>
              <a:t>© Computer Engineering &amp; Consulting Ltd. All rights reserved.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6"/>
          <p:cNvSpPr txBox="1"/>
          <p:nvPr>
            <p:ph type="title"/>
          </p:nvPr>
        </p:nvSpPr>
        <p:spPr>
          <a:xfrm>
            <a:off x="495300" y="300038"/>
            <a:ext cx="7626052" cy="5619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ja-JP"/>
              <a:t>Function list（3）</a:t>
            </a:r>
            <a:endParaRPr/>
          </a:p>
        </p:txBody>
      </p:sp>
      <p:sp>
        <p:nvSpPr>
          <p:cNvPr id="74" name="Google Shape;74;p6"/>
          <p:cNvSpPr txBox="1"/>
          <p:nvPr>
            <p:ph idx="1" type="body"/>
          </p:nvPr>
        </p:nvSpPr>
        <p:spPr>
          <a:xfrm>
            <a:off x="495300" y="1196975"/>
            <a:ext cx="8915400" cy="5040313"/>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ja-JP" sz="1700">
                <a:solidFill>
                  <a:schemeClr val="dk1"/>
                </a:solidFill>
                <a:latin typeface="Arial"/>
                <a:ea typeface="Arial"/>
                <a:cs typeface="Arial"/>
                <a:sym typeface="Arial"/>
              </a:rPr>
              <a:t>3. Chức năng dự án</a:t>
            </a:r>
            <a:endParaRPr b="1" sz="1700">
              <a:solidFill>
                <a:schemeClr val="dk1"/>
              </a:solidFill>
              <a:latin typeface="Arial"/>
              <a:ea typeface="Arial"/>
              <a:cs typeface="Arial"/>
              <a:sym typeface="Arial"/>
            </a:endParaRPr>
          </a:p>
          <a:p>
            <a:pPr indent="-336550" lvl="0" marL="457200" rtl="0" algn="l">
              <a:lnSpc>
                <a:spcPct val="115000"/>
              </a:lnSpc>
              <a:spcBef>
                <a:spcPts val="1200"/>
              </a:spcBef>
              <a:spcAft>
                <a:spcPts val="0"/>
              </a:spcAft>
              <a:buClr>
                <a:schemeClr val="dk1"/>
              </a:buClr>
              <a:buSzPts val="1700"/>
              <a:buFont typeface="Arial"/>
              <a:buChar char="●"/>
            </a:pPr>
            <a:r>
              <a:rPr lang="ja-JP" sz="1700">
                <a:solidFill>
                  <a:schemeClr val="dk1"/>
                </a:solidFill>
                <a:latin typeface="Arial"/>
                <a:ea typeface="Arial"/>
                <a:cs typeface="Arial"/>
                <a:sym typeface="Arial"/>
              </a:rPr>
              <a:t>Đăng ký toàn bộ mã nguồn</a:t>
            </a:r>
            <a:endParaRPr sz="1700">
              <a:solidFill>
                <a:schemeClr val="dk1"/>
              </a:solidFill>
              <a:latin typeface="Arial"/>
              <a:ea typeface="Arial"/>
              <a:cs typeface="Arial"/>
              <a:sym typeface="Arial"/>
            </a:endParaRPr>
          </a:p>
          <a:p>
            <a:pPr indent="-336550" lvl="0" marL="457200" rtl="0" algn="l">
              <a:lnSpc>
                <a:spcPct val="115000"/>
              </a:lnSpc>
              <a:spcBef>
                <a:spcPts val="0"/>
              </a:spcBef>
              <a:spcAft>
                <a:spcPts val="0"/>
              </a:spcAft>
              <a:buClr>
                <a:schemeClr val="dk1"/>
              </a:buClr>
              <a:buSzPts val="1700"/>
              <a:buFont typeface="Arial"/>
              <a:buChar char="●"/>
            </a:pPr>
            <a:r>
              <a:rPr lang="ja-JP" sz="1700">
                <a:solidFill>
                  <a:schemeClr val="dk1"/>
                </a:solidFill>
                <a:latin typeface="Arial"/>
                <a:ea typeface="Arial"/>
                <a:cs typeface="Arial"/>
                <a:sym typeface="Arial"/>
              </a:rPr>
              <a:t>Thêm, xóa, cập nhật tệp mã nguồn</a:t>
            </a:r>
            <a:endParaRPr sz="1700">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rPr b="1" lang="ja-JP" sz="1700">
                <a:solidFill>
                  <a:schemeClr val="dk1"/>
                </a:solidFill>
                <a:latin typeface="Arial"/>
                <a:ea typeface="Arial"/>
                <a:cs typeface="Arial"/>
                <a:sym typeface="Arial"/>
              </a:rPr>
              <a:t>4. Chức năng nhóm</a:t>
            </a:r>
            <a:endParaRPr b="1" sz="1700">
              <a:solidFill>
                <a:schemeClr val="dk1"/>
              </a:solidFill>
              <a:latin typeface="Arial"/>
              <a:ea typeface="Arial"/>
              <a:cs typeface="Arial"/>
              <a:sym typeface="Arial"/>
            </a:endParaRPr>
          </a:p>
          <a:p>
            <a:pPr indent="-336550" lvl="0" marL="457200" rtl="0" algn="l">
              <a:lnSpc>
                <a:spcPct val="115000"/>
              </a:lnSpc>
              <a:spcBef>
                <a:spcPts val="1200"/>
              </a:spcBef>
              <a:spcAft>
                <a:spcPts val="0"/>
              </a:spcAft>
              <a:buClr>
                <a:schemeClr val="dk1"/>
              </a:buClr>
              <a:buSzPts val="1700"/>
              <a:buFont typeface="Arial"/>
              <a:buChar char="●"/>
            </a:pPr>
            <a:r>
              <a:rPr lang="ja-JP" sz="1700">
                <a:solidFill>
                  <a:schemeClr val="dk1"/>
                </a:solidFill>
                <a:latin typeface="Arial"/>
                <a:ea typeface="Arial"/>
                <a:cs typeface="Arial"/>
                <a:sym typeface="Arial"/>
              </a:rPr>
              <a:t>Chia sẻ và chỉnh sửa dự án trong nội bộ nhóm</a:t>
            </a:r>
            <a:endParaRPr sz="1700">
              <a:solidFill>
                <a:schemeClr val="dk1"/>
              </a:solidFill>
              <a:latin typeface="Arial"/>
              <a:ea typeface="Arial"/>
              <a:cs typeface="Arial"/>
              <a:sym typeface="Arial"/>
            </a:endParaRPr>
          </a:p>
          <a:p>
            <a:pPr indent="-336550" lvl="0" marL="457200" rtl="0" algn="l">
              <a:lnSpc>
                <a:spcPct val="115000"/>
              </a:lnSpc>
              <a:spcBef>
                <a:spcPts val="0"/>
              </a:spcBef>
              <a:spcAft>
                <a:spcPts val="0"/>
              </a:spcAft>
              <a:buClr>
                <a:schemeClr val="dk1"/>
              </a:buClr>
              <a:buSzPts val="1700"/>
              <a:buFont typeface="Arial"/>
              <a:buChar char="●"/>
            </a:pPr>
            <a:r>
              <a:rPr lang="ja-JP" sz="1700">
                <a:solidFill>
                  <a:schemeClr val="dk1"/>
                </a:solidFill>
                <a:latin typeface="Arial"/>
                <a:ea typeface="Arial"/>
                <a:cs typeface="Arial"/>
                <a:sym typeface="Arial"/>
              </a:rPr>
              <a:t>Bình luận vào dự án</a:t>
            </a:r>
            <a:endParaRPr sz="1700">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rPr b="1" lang="ja-JP" sz="1700">
                <a:solidFill>
                  <a:schemeClr val="dk1"/>
                </a:solidFill>
                <a:latin typeface="Arial"/>
                <a:ea typeface="Arial"/>
                <a:cs typeface="Arial"/>
                <a:sym typeface="Arial"/>
              </a:rPr>
              <a:t>5. Chức năng quản lý</a:t>
            </a:r>
            <a:endParaRPr b="1" sz="1700">
              <a:solidFill>
                <a:schemeClr val="dk1"/>
              </a:solidFill>
              <a:latin typeface="Arial"/>
              <a:ea typeface="Arial"/>
              <a:cs typeface="Arial"/>
              <a:sym typeface="Arial"/>
            </a:endParaRPr>
          </a:p>
          <a:p>
            <a:pPr indent="-336550" lvl="0" marL="457200" rtl="0" algn="l">
              <a:lnSpc>
                <a:spcPct val="115000"/>
              </a:lnSpc>
              <a:spcBef>
                <a:spcPts val="1200"/>
              </a:spcBef>
              <a:spcAft>
                <a:spcPts val="0"/>
              </a:spcAft>
              <a:buClr>
                <a:schemeClr val="dk1"/>
              </a:buClr>
              <a:buSzPts val="1700"/>
              <a:buFont typeface="Arial"/>
              <a:buChar char="●"/>
            </a:pPr>
            <a:r>
              <a:rPr lang="ja-JP" sz="1700">
                <a:solidFill>
                  <a:schemeClr val="dk1"/>
                </a:solidFill>
                <a:latin typeface="Arial"/>
                <a:ea typeface="Arial"/>
                <a:cs typeface="Arial"/>
                <a:sym typeface="Arial"/>
              </a:rPr>
              <a:t>Xác nhận tình hình sử dụng</a:t>
            </a:r>
            <a:endParaRPr sz="1700">
              <a:solidFill>
                <a:schemeClr val="dk1"/>
              </a:solidFill>
              <a:latin typeface="Arial"/>
              <a:ea typeface="Arial"/>
              <a:cs typeface="Arial"/>
              <a:sym typeface="Arial"/>
            </a:endParaRPr>
          </a:p>
          <a:p>
            <a:pPr indent="-336550" lvl="1" marL="914400" rtl="0" algn="l">
              <a:lnSpc>
                <a:spcPct val="115000"/>
              </a:lnSpc>
              <a:spcBef>
                <a:spcPts val="0"/>
              </a:spcBef>
              <a:spcAft>
                <a:spcPts val="0"/>
              </a:spcAft>
              <a:buClr>
                <a:schemeClr val="dk1"/>
              </a:buClr>
              <a:buSzPts val="1700"/>
              <a:buFont typeface="Arial"/>
              <a:buChar char="○"/>
            </a:pPr>
            <a:r>
              <a:rPr lang="ja-JP" sz="1700">
                <a:solidFill>
                  <a:schemeClr val="dk1"/>
                </a:solidFill>
                <a:latin typeface="Arial"/>
                <a:ea typeface="Arial"/>
                <a:cs typeface="Arial"/>
                <a:sym typeface="Arial"/>
              </a:rPr>
              <a:t>Số lượng người dùng mỗi tháng, số lần tạo thiết kế chi tiết/kiểm thử đơn vị, chi phí sử dụng AI</a:t>
            </a:r>
            <a:endParaRPr sz="1700">
              <a:solidFill>
                <a:schemeClr val="dk1"/>
              </a:solidFill>
              <a:latin typeface="Arial"/>
              <a:ea typeface="Arial"/>
              <a:cs typeface="Arial"/>
              <a:sym typeface="Arial"/>
            </a:endParaRPr>
          </a:p>
          <a:p>
            <a:pPr indent="-336550" lvl="0" marL="457200" rtl="0" algn="l">
              <a:lnSpc>
                <a:spcPct val="115000"/>
              </a:lnSpc>
              <a:spcBef>
                <a:spcPts val="0"/>
              </a:spcBef>
              <a:spcAft>
                <a:spcPts val="0"/>
              </a:spcAft>
              <a:buClr>
                <a:schemeClr val="dk1"/>
              </a:buClr>
              <a:buSzPts val="1700"/>
              <a:buFont typeface="Arial"/>
              <a:buChar char="●"/>
            </a:pPr>
            <a:r>
              <a:rPr lang="ja-JP" sz="1700">
                <a:solidFill>
                  <a:schemeClr val="dk1"/>
                </a:solidFill>
                <a:latin typeface="Arial"/>
                <a:ea typeface="Arial"/>
                <a:cs typeface="Arial"/>
                <a:sym typeface="Arial"/>
              </a:rPr>
              <a:t>Cài đặt AI sử dụng cho từng người dùng</a:t>
            </a:r>
            <a:endParaRPr sz="1700">
              <a:solidFill>
                <a:schemeClr val="dk1"/>
              </a:solidFill>
              <a:latin typeface="Arial"/>
              <a:ea typeface="Arial"/>
              <a:cs typeface="Arial"/>
              <a:sym typeface="Arial"/>
            </a:endParaRPr>
          </a:p>
          <a:p>
            <a:pPr indent="-336550" lvl="0" marL="457200" rtl="0" algn="l">
              <a:lnSpc>
                <a:spcPct val="115000"/>
              </a:lnSpc>
              <a:spcBef>
                <a:spcPts val="0"/>
              </a:spcBef>
              <a:spcAft>
                <a:spcPts val="0"/>
              </a:spcAft>
              <a:buClr>
                <a:schemeClr val="dk1"/>
              </a:buClr>
              <a:buSzPts val="1700"/>
              <a:buFont typeface="Arial"/>
              <a:buChar char="●"/>
            </a:pPr>
            <a:r>
              <a:rPr lang="ja-JP" sz="1700">
                <a:solidFill>
                  <a:schemeClr val="dk1"/>
                </a:solidFill>
                <a:latin typeface="Arial"/>
                <a:ea typeface="Arial"/>
                <a:cs typeface="Arial"/>
                <a:sym typeface="Arial"/>
              </a:rPr>
              <a:t>Cài đặt quyền truy cập</a:t>
            </a:r>
            <a:endParaRPr sz="1700">
              <a:solidFill>
                <a:schemeClr val="dk1"/>
              </a:solidFill>
              <a:latin typeface="Arial"/>
              <a:ea typeface="Arial"/>
              <a:cs typeface="Arial"/>
              <a:sym typeface="Arial"/>
            </a:endParaRPr>
          </a:p>
          <a:p>
            <a:pPr indent="0" lvl="0" marL="0" rtl="0" algn="l">
              <a:lnSpc>
                <a:spcPct val="110000"/>
              </a:lnSpc>
              <a:spcBef>
                <a:spcPts val="1200"/>
              </a:spcBef>
              <a:spcAft>
                <a:spcPts val="0"/>
              </a:spcAft>
              <a:buNone/>
            </a:pPr>
            <a:r>
              <a:t/>
            </a:r>
            <a:endParaRPr sz="1700"/>
          </a:p>
          <a:p>
            <a:pPr indent="-330200" lvl="1" marL="857250" rtl="0" algn="l">
              <a:lnSpc>
                <a:spcPct val="110000"/>
              </a:lnSpc>
              <a:spcBef>
                <a:spcPts val="400"/>
              </a:spcBef>
              <a:spcAft>
                <a:spcPts val="0"/>
              </a:spcAft>
              <a:buSzPts val="2000"/>
              <a:buFont typeface="Noto Sans Symbols"/>
              <a:buNone/>
            </a:pPr>
            <a:r>
              <a:t/>
            </a:r>
            <a:endParaRPr sz="1700"/>
          </a:p>
        </p:txBody>
      </p:sp>
      <p:sp>
        <p:nvSpPr>
          <p:cNvPr id="75" name="Google Shape;75;p6"/>
          <p:cNvSpPr txBox="1"/>
          <p:nvPr>
            <p:ph idx="12" type="sldNum"/>
          </p:nvPr>
        </p:nvSpPr>
        <p:spPr>
          <a:xfrm>
            <a:off x="7545288" y="6504639"/>
            <a:ext cx="2311400" cy="338074"/>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76" name="Google Shape;76;p6"/>
          <p:cNvSpPr txBox="1"/>
          <p:nvPr>
            <p:ph idx="11" type="ftr"/>
          </p:nvPr>
        </p:nvSpPr>
        <p:spPr>
          <a:xfrm>
            <a:off x="200472" y="6507376"/>
            <a:ext cx="6033600" cy="306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JP"/>
              <a:t>© Computer Engineering &amp; Consulting Ltd. All rights reserved.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7"/>
          <p:cNvSpPr txBox="1"/>
          <p:nvPr>
            <p:ph type="title"/>
          </p:nvPr>
        </p:nvSpPr>
        <p:spPr>
          <a:xfrm>
            <a:off x="495300" y="300038"/>
            <a:ext cx="7626052" cy="5619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ja-JP"/>
              <a:t>Chức năng tổng quan ～ Tạo thiết kế chi tiết (1) ～</a:t>
            </a:r>
            <a:endParaRPr/>
          </a:p>
        </p:txBody>
      </p:sp>
      <p:sp>
        <p:nvSpPr>
          <p:cNvPr id="82" name="Google Shape;82;p7"/>
          <p:cNvSpPr txBox="1"/>
          <p:nvPr>
            <p:ph idx="1" type="body"/>
          </p:nvPr>
        </p:nvSpPr>
        <p:spPr>
          <a:xfrm>
            <a:off x="495300" y="1161801"/>
            <a:ext cx="8915400" cy="5040313"/>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ja-JP" sz="1700">
                <a:solidFill>
                  <a:schemeClr val="dk1"/>
                </a:solidFill>
                <a:latin typeface="Arial"/>
                <a:ea typeface="Arial"/>
                <a:cs typeface="Arial"/>
                <a:sym typeface="Arial"/>
              </a:rPr>
              <a:t>Tạo thiết kế chi tiết</a:t>
            </a:r>
            <a:br>
              <a:rPr b="1" lang="ja-JP" sz="1700">
                <a:solidFill>
                  <a:schemeClr val="dk1"/>
                </a:solidFill>
                <a:latin typeface="Arial"/>
                <a:ea typeface="Arial"/>
                <a:cs typeface="Arial"/>
                <a:sym typeface="Arial"/>
              </a:rPr>
            </a:br>
            <a:r>
              <a:rPr lang="ja-JP" sz="1700">
                <a:solidFill>
                  <a:schemeClr val="dk1"/>
                </a:solidFill>
                <a:latin typeface="Arial"/>
                <a:ea typeface="Arial"/>
                <a:cs typeface="Arial"/>
                <a:sym typeface="Arial"/>
              </a:rPr>
              <a:t>&lt;Chức năng hiện có&gt;</a:t>
            </a:r>
            <a:br>
              <a:rPr lang="ja-JP" sz="1700">
                <a:solidFill>
                  <a:schemeClr val="dk1"/>
                </a:solidFill>
                <a:latin typeface="Arial"/>
                <a:ea typeface="Arial"/>
                <a:cs typeface="Arial"/>
                <a:sym typeface="Arial"/>
              </a:rPr>
            </a:br>
            <a:r>
              <a:rPr lang="ja-JP" sz="1700">
                <a:solidFill>
                  <a:schemeClr val="dk1"/>
                </a:solidFill>
                <a:latin typeface="Arial"/>
                <a:ea typeface="Arial"/>
                <a:cs typeface="Arial"/>
                <a:sym typeface="Arial"/>
              </a:rPr>
              <a:t>Phân tích nội dung chương trình Python và hiển thị danh sách các lớp và phương thức.</a:t>
            </a:r>
            <a:endParaRPr sz="1700">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rPr b="1" lang="ja-JP" sz="1700">
                <a:solidFill>
                  <a:schemeClr val="dk1"/>
                </a:solidFill>
                <a:latin typeface="Arial"/>
                <a:ea typeface="Arial"/>
                <a:cs typeface="Arial"/>
                <a:sym typeface="Arial"/>
              </a:rPr>
              <a:t>Tạo thiết kế chi tiết</a:t>
            </a:r>
            <a:endParaRPr b="1" sz="1700">
              <a:solidFill>
                <a:schemeClr val="dk1"/>
              </a:solidFill>
              <a:latin typeface="Arial"/>
              <a:ea typeface="Arial"/>
              <a:cs typeface="Arial"/>
              <a:sym typeface="Arial"/>
            </a:endParaRPr>
          </a:p>
          <a:p>
            <a:pPr indent="-336550" lvl="0" marL="457200" rtl="0" algn="l">
              <a:lnSpc>
                <a:spcPct val="115000"/>
              </a:lnSpc>
              <a:spcBef>
                <a:spcPts val="1200"/>
              </a:spcBef>
              <a:spcAft>
                <a:spcPts val="0"/>
              </a:spcAft>
              <a:buClr>
                <a:schemeClr val="dk1"/>
              </a:buClr>
              <a:buSzPts val="1700"/>
              <a:buFont typeface="Arial"/>
              <a:buChar char="●"/>
            </a:pPr>
            <a:r>
              <a:rPr b="1" lang="ja-JP" sz="1700">
                <a:solidFill>
                  <a:schemeClr val="dk1"/>
                </a:solidFill>
                <a:latin typeface="Arial"/>
                <a:ea typeface="Arial"/>
                <a:cs typeface="Arial"/>
                <a:sym typeface="Arial"/>
              </a:rPr>
              <a:t>Lớp</a:t>
            </a:r>
            <a:endParaRPr b="1" sz="1700">
              <a:solidFill>
                <a:schemeClr val="dk1"/>
              </a:solidFill>
              <a:latin typeface="Arial"/>
              <a:ea typeface="Arial"/>
              <a:cs typeface="Arial"/>
              <a:sym typeface="Arial"/>
            </a:endParaRPr>
          </a:p>
          <a:p>
            <a:pPr indent="-336550" lvl="1" marL="914400" rtl="0" algn="l">
              <a:lnSpc>
                <a:spcPct val="115000"/>
              </a:lnSpc>
              <a:spcBef>
                <a:spcPts val="0"/>
              </a:spcBef>
              <a:spcAft>
                <a:spcPts val="0"/>
              </a:spcAft>
              <a:buClr>
                <a:schemeClr val="dk1"/>
              </a:buClr>
              <a:buSzPts val="1700"/>
              <a:buFont typeface="Arial"/>
              <a:buChar char="○"/>
            </a:pPr>
            <a:r>
              <a:rPr lang="ja-JP" sz="1700">
                <a:solidFill>
                  <a:schemeClr val="dk1"/>
                </a:solidFill>
                <a:latin typeface="Arial"/>
                <a:ea typeface="Arial"/>
                <a:cs typeface="Arial"/>
                <a:sym typeface="Arial"/>
              </a:rPr>
              <a:t>Mô tả tổng quan (dạng Markdown)</a:t>
            </a:r>
            <a:endParaRPr sz="1700">
              <a:solidFill>
                <a:schemeClr val="dk1"/>
              </a:solidFill>
              <a:latin typeface="Arial"/>
              <a:ea typeface="Arial"/>
              <a:cs typeface="Arial"/>
              <a:sym typeface="Arial"/>
            </a:endParaRPr>
          </a:p>
          <a:p>
            <a:pPr indent="-336550" lvl="1" marL="914400" rtl="0" algn="l">
              <a:lnSpc>
                <a:spcPct val="115000"/>
              </a:lnSpc>
              <a:spcBef>
                <a:spcPts val="0"/>
              </a:spcBef>
              <a:spcAft>
                <a:spcPts val="0"/>
              </a:spcAft>
              <a:buClr>
                <a:schemeClr val="dk1"/>
              </a:buClr>
              <a:buSzPts val="1700"/>
              <a:buFont typeface="Arial"/>
              <a:buChar char="○"/>
            </a:pPr>
            <a:r>
              <a:rPr lang="ja-JP" sz="1700">
                <a:solidFill>
                  <a:schemeClr val="dk1"/>
                </a:solidFill>
                <a:latin typeface="Arial"/>
                <a:ea typeface="Arial"/>
                <a:cs typeface="Arial"/>
                <a:sym typeface="Arial"/>
              </a:rPr>
              <a:t>Mô tả trường và phương thức (dạng Markdown)</a:t>
            </a:r>
            <a:endParaRPr sz="1700">
              <a:solidFill>
                <a:schemeClr val="dk1"/>
              </a:solidFill>
              <a:latin typeface="Arial"/>
              <a:ea typeface="Arial"/>
              <a:cs typeface="Arial"/>
              <a:sym typeface="Arial"/>
            </a:endParaRPr>
          </a:p>
          <a:p>
            <a:pPr indent="-336550" lvl="1" marL="914400" rtl="0" algn="l">
              <a:lnSpc>
                <a:spcPct val="115000"/>
              </a:lnSpc>
              <a:spcBef>
                <a:spcPts val="0"/>
              </a:spcBef>
              <a:spcAft>
                <a:spcPts val="0"/>
              </a:spcAft>
              <a:buClr>
                <a:schemeClr val="dk1"/>
              </a:buClr>
              <a:buSzPts val="1700"/>
              <a:buFont typeface="Arial"/>
              <a:buChar char="○"/>
            </a:pPr>
            <a:r>
              <a:rPr lang="ja-JP" sz="1700">
                <a:solidFill>
                  <a:schemeClr val="dk1"/>
                </a:solidFill>
                <a:latin typeface="Arial"/>
                <a:ea typeface="Arial"/>
                <a:cs typeface="Arial"/>
                <a:sym typeface="Arial"/>
              </a:rPr>
              <a:t>Biểu đồ hoạt động của từng phương thức (dạng PlantUML)</a:t>
            </a:r>
            <a:endParaRPr sz="1700">
              <a:solidFill>
                <a:schemeClr val="dk1"/>
              </a:solidFill>
              <a:latin typeface="Arial"/>
              <a:ea typeface="Arial"/>
              <a:cs typeface="Arial"/>
              <a:sym typeface="Arial"/>
            </a:endParaRPr>
          </a:p>
          <a:p>
            <a:pPr indent="-336550" lvl="0" marL="457200" rtl="0" algn="l">
              <a:lnSpc>
                <a:spcPct val="115000"/>
              </a:lnSpc>
              <a:spcBef>
                <a:spcPts val="0"/>
              </a:spcBef>
              <a:spcAft>
                <a:spcPts val="0"/>
              </a:spcAft>
              <a:buClr>
                <a:schemeClr val="dk1"/>
              </a:buClr>
              <a:buSzPts val="1700"/>
              <a:buFont typeface="Arial"/>
              <a:buChar char="●"/>
            </a:pPr>
            <a:r>
              <a:rPr b="1" lang="ja-JP" sz="1700">
                <a:solidFill>
                  <a:schemeClr val="dk1"/>
                </a:solidFill>
                <a:latin typeface="Arial"/>
                <a:ea typeface="Arial"/>
                <a:cs typeface="Arial"/>
                <a:sym typeface="Arial"/>
              </a:rPr>
              <a:t>Phương thức toàn cục</a:t>
            </a:r>
            <a:endParaRPr b="1" sz="1700">
              <a:solidFill>
                <a:schemeClr val="dk1"/>
              </a:solidFill>
              <a:latin typeface="Arial"/>
              <a:ea typeface="Arial"/>
              <a:cs typeface="Arial"/>
              <a:sym typeface="Arial"/>
            </a:endParaRPr>
          </a:p>
          <a:p>
            <a:pPr indent="-336550" lvl="1" marL="914400" rtl="0" algn="l">
              <a:lnSpc>
                <a:spcPct val="115000"/>
              </a:lnSpc>
              <a:spcBef>
                <a:spcPts val="0"/>
              </a:spcBef>
              <a:spcAft>
                <a:spcPts val="0"/>
              </a:spcAft>
              <a:buClr>
                <a:schemeClr val="dk1"/>
              </a:buClr>
              <a:buSzPts val="1700"/>
              <a:buFont typeface="Arial"/>
              <a:buChar char="○"/>
            </a:pPr>
            <a:r>
              <a:rPr lang="ja-JP" sz="1700">
                <a:solidFill>
                  <a:schemeClr val="dk1"/>
                </a:solidFill>
                <a:latin typeface="Arial"/>
                <a:ea typeface="Arial"/>
                <a:cs typeface="Arial"/>
                <a:sym typeface="Arial"/>
              </a:rPr>
              <a:t>Mô tả phương thức (dạng Markdown)</a:t>
            </a:r>
            <a:endParaRPr sz="1700">
              <a:solidFill>
                <a:schemeClr val="dk1"/>
              </a:solidFill>
              <a:latin typeface="Arial"/>
              <a:ea typeface="Arial"/>
              <a:cs typeface="Arial"/>
              <a:sym typeface="Arial"/>
            </a:endParaRPr>
          </a:p>
          <a:p>
            <a:pPr indent="-342900" lvl="0" marL="342900" rtl="0" algn="l">
              <a:lnSpc>
                <a:spcPct val="110000"/>
              </a:lnSpc>
              <a:spcBef>
                <a:spcPts val="0"/>
              </a:spcBef>
              <a:spcAft>
                <a:spcPts val="0"/>
              </a:spcAft>
              <a:buSzPts val="2000"/>
              <a:buChar char="■"/>
            </a:pPr>
            <a:r>
              <a:t/>
            </a:r>
            <a:endParaRPr sz="2000"/>
          </a:p>
          <a:p>
            <a:pPr indent="-127000" lvl="3" marL="1600200" rtl="0" algn="l">
              <a:lnSpc>
                <a:spcPct val="110000"/>
              </a:lnSpc>
              <a:spcBef>
                <a:spcPts val="320"/>
              </a:spcBef>
              <a:spcAft>
                <a:spcPts val="0"/>
              </a:spcAft>
              <a:buSzPts val="1600"/>
              <a:buFont typeface="Meiryo"/>
              <a:buNone/>
            </a:pPr>
            <a:r>
              <a:t/>
            </a:r>
            <a:endParaRPr sz="1600"/>
          </a:p>
          <a:p>
            <a:pPr indent="-171450" lvl="1" marL="742950" rtl="0" algn="l">
              <a:lnSpc>
                <a:spcPct val="110000"/>
              </a:lnSpc>
              <a:spcBef>
                <a:spcPts val="360"/>
              </a:spcBef>
              <a:spcAft>
                <a:spcPts val="0"/>
              </a:spcAft>
              <a:buSzPts val="1800"/>
              <a:buNone/>
            </a:pPr>
            <a:r>
              <a:t/>
            </a:r>
            <a:endParaRPr sz="1800"/>
          </a:p>
        </p:txBody>
      </p:sp>
      <p:sp>
        <p:nvSpPr>
          <p:cNvPr id="83" name="Google Shape;83;p7"/>
          <p:cNvSpPr txBox="1"/>
          <p:nvPr>
            <p:ph idx="12" type="sldNum"/>
          </p:nvPr>
        </p:nvSpPr>
        <p:spPr>
          <a:xfrm>
            <a:off x="7545288" y="6504639"/>
            <a:ext cx="2311400" cy="338074"/>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84" name="Google Shape;84;p7"/>
          <p:cNvSpPr txBox="1"/>
          <p:nvPr>
            <p:ph idx="11" type="ftr"/>
          </p:nvPr>
        </p:nvSpPr>
        <p:spPr>
          <a:xfrm>
            <a:off x="200472" y="6507376"/>
            <a:ext cx="6033600" cy="306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JP"/>
              <a:t>© Computer Engineering &amp; Consulting Ltd. All rights reserved.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8"/>
          <p:cNvSpPr txBox="1"/>
          <p:nvPr>
            <p:ph type="title"/>
          </p:nvPr>
        </p:nvSpPr>
        <p:spPr>
          <a:xfrm>
            <a:off x="495300" y="300038"/>
            <a:ext cx="7626052" cy="5619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ja-JP"/>
              <a:t>Chức năng tổng quan ～ Tạo thiết kế chi tiết</a:t>
            </a:r>
            <a:r>
              <a:rPr lang="ja-JP"/>
              <a:t>(2)～</a:t>
            </a:r>
            <a:endParaRPr/>
          </a:p>
        </p:txBody>
      </p:sp>
      <p:sp>
        <p:nvSpPr>
          <p:cNvPr id="90" name="Google Shape;90;p8"/>
          <p:cNvSpPr txBox="1"/>
          <p:nvPr>
            <p:ph idx="1" type="body"/>
          </p:nvPr>
        </p:nvSpPr>
        <p:spPr>
          <a:xfrm>
            <a:off x="495300" y="1161801"/>
            <a:ext cx="8915400" cy="5040313"/>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ja-JP" sz="1700">
                <a:solidFill>
                  <a:schemeClr val="dk1"/>
                </a:solidFill>
                <a:latin typeface="Arial"/>
                <a:ea typeface="Arial"/>
                <a:cs typeface="Arial"/>
                <a:sym typeface="Arial"/>
              </a:rPr>
              <a:t>Tạo thiết kế chi tiết</a:t>
            </a:r>
            <a:br>
              <a:rPr b="1" lang="ja-JP" sz="1700">
                <a:solidFill>
                  <a:schemeClr val="dk1"/>
                </a:solidFill>
                <a:latin typeface="Arial"/>
                <a:ea typeface="Arial"/>
                <a:cs typeface="Arial"/>
                <a:sym typeface="Arial"/>
              </a:rPr>
            </a:br>
            <a:r>
              <a:rPr lang="ja-JP" sz="1700">
                <a:solidFill>
                  <a:schemeClr val="dk1"/>
                </a:solidFill>
                <a:latin typeface="Arial"/>
                <a:ea typeface="Arial"/>
                <a:cs typeface="Arial"/>
                <a:sym typeface="Arial"/>
              </a:rPr>
              <a:t>&lt;Chức năng hiện có&gt;</a:t>
            </a:r>
            <a:br>
              <a:rPr lang="ja-JP" sz="1700">
                <a:solidFill>
                  <a:schemeClr val="dk1"/>
                </a:solidFill>
                <a:latin typeface="Arial"/>
                <a:ea typeface="Arial"/>
                <a:cs typeface="Arial"/>
                <a:sym typeface="Arial"/>
              </a:rPr>
            </a:br>
            <a:r>
              <a:rPr lang="ja-JP" sz="1700">
                <a:solidFill>
                  <a:schemeClr val="dk1"/>
                </a:solidFill>
                <a:latin typeface="Arial"/>
                <a:ea typeface="Arial"/>
                <a:cs typeface="Arial"/>
                <a:sym typeface="Arial"/>
              </a:rPr>
              <a:t>Hiển thị và chỉnh sửa thiết kế chi tiết</a:t>
            </a:r>
            <a:endParaRPr sz="1700">
              <a:solidFill>
                <a:schemeClr val="dk1"/>
              </a:solidFill>
              <a:latin typeface="Arial"/>
              <a:ea typeface="Arial"/>
              <a:cs typeface="Arial"/>
              <a:sym typeface="Arial"/>
            </a:endParaRPr>
          </a:p>
          <a:p>
            <a:pPr indent="-336550" lvl="0" marL="457200" rtl="0" algn="l">
              <a:lnSpc>
                <a:spcPct val="115000"/>
              </a:lnSpc>
              <a:spcBef>
                <a:spcPts val="1200"/>
              </a:spcBef>
              <a:spcAft>
                <a:spcPts val="0"/>
              </a:spcAft>
              <a:buClr>
                <a:schemeClr val="dk1"/>
              </a:buClr>
              <a:buSzPts val="1700"/>
              <a:buFont typeface="Arial"/>
              <a:buChar char="●"/>
            </a:pPr>
            <a:r>
              <a:rPr lang="ja-JP" sz="1700">
                <a:solidFill>
                  <a:schemeClr val="dk1"/>
                </a:solidFill>
                <a:latin typeface="Arial"/>
                <a:ea typeface="Arial"/>
                <a:cs typeface="Arial"/>
                <a:sym typeface="Arial"/>
              </a:rPr>
              <a:t>Hiển thị dạng văn bản (Markdown) và hiển thị dưới dạng đã render</a:t>
            </a:r>
            <a:endParaRPr sz="1700">
              <a:solidFill>
                <a:schemeClr val="dk1"/>
              </a:solidFill>
              <a:latin typeface="Arial"/>
              <a:ea typeface="Arial"/>
              <a:cs typeface="Arial"/>
              <a:sym typeface="Arial"/>
            </a:endParaRPr>
          </a:p>
          <a:p>
            <a:pPr indent="-336550" lvl="0" marL="457200" rtl="0" algn="l">
              <a:lnSpc>
                <a:spcPct val="115000"/>
              </a:lnSpc>
              <a:spcBef>
                <a:spcPts val="0"/>
              </a:spcBef>
              <a:spcAft>
                <a:spcPts val="0"/>
              </a:spcAft>
              <a:buClr>
                <a:schemeClr val="dk1"/>
              </a:buClr>
              <a:buSzPts val="1700"/>
              <a:buFont typeface="Arial"/>
              <a:buChar char="●"/>
            </a:pPr>
            <a:r>
              <a:rPr lang="ja-JP" sz="1700">
                <a:solidFill>
                  <a:schemeClr val="dk1"/>
                </a:solidFill>
                <a:latin typeface="Arial"/>
                <a:ea typeface="Arial"/>
                <a:cs typeface="Arial"/>
                <a:sym typeface="Arial"/>
              </a:rPr>
              <a:t>Văn bản có thể chỉnh sửa trực tiếp. Kết quả chỉnh sửa sẽ được phản ánh động vào bản render.</a:t>
            </a:r>
            <a:endParaRPr sz="1700"/>
          </a:p>
          <a:p>
            <a:pPr indent="-171450" lvl="1" marL="742950" rtl="0" algn="l">
              <a:lnSpc>
                <a:spcPct val="110000"/>
              </a:lnSpc>
              <a:spcBef>
                <a:spcPts val="1200"/>
              </a:spcBef>
              <a:spcAft>
                <a:spcPts val="0"/>
              </a:spcAft>
              <a:buSzPts val="1800"/>
              <a:buNone/>
            </a:pPr>
            <a:r>
              <a:t/>
            </a:r>
            <a:endParaRPr sz="1800"/>
          </a:p>
          <a:p>
            <a:pPr indent="-171450" lvl="1" marL="742950" rtl="0" algn="l">
              <a:lnSpc>
                <a:spcPct val="110000"/>
              </a:lnSpc>
              <a:spcBef>
                <a:spcPts val="360"/>
              </a:spcBef>
              <a:spcAft>
                <a:spcPts val="0"/>
              </a:spcAft>
              <a:buSzPts val="1800"/>
              <a:buNone/>
            </a:pPr>
            <a:r>
              <a:t/>
            </a:r>
            <a:endParaRPr sz="1800"/>
          </a:p>
          <a:p>
            <a:pPr indent="-171450" lvl="1" marL="742950" rtl="0" algn="l">
              <a:lnSpc>
                <a:spcPct val="110000"/>
              </a:lnSpc>
              <a:spcBef>
                <a:spcPts val="360"/>
              </a:spcBef>
              <a:spcAft>
                <a:spcPts val="0"/>
              </a:spcAft>
              <a:buSzPts val="1800"/>
              <a:buNone/>
            </a:pPr>
            <a:r>
              <a:t/>
            </a:r>
            <a:endParaRPr sz="1800"/>
          </a:p>
        </p:txBody>
      </p:sp>
      <p:sp>
        <p:nvSpPr>
          <p:cNvPr id="91" name="Google Shape;91;p8"/>
          <p:cNvSpPr txBox="1"/>
          <p:nvPr>
            <p:ph idx="12" type="sldNum"/>
          </p:nvPr>
        </p:nvSpPr>
        <p:spPr>
          <a:xfrm>
            <a:off x="7545288" y="6504639"/>
            <a:ext cx="2311400" cy="338074"/>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92" name="Google Shape;92;p8"/>
          <p:cNvSpPr txBox="1"/>
          <p:nvPr>
            <p:ph idx="11" type="ftr"/>
          </p:nvPr>
        </p:nvSpPr>
        <p:spPr>
          <a:xfrm>
            <a:off x="200472" y="6507376"/>
            <a:ext cx="6033600" cy="306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JP"/>
              <a:t>© Computer Engineering &amp; Consulting Ltd. All rights reserved.</a:t>
            </a:r>
            <a:endParaRPr/>
          </a:p>
        </p:txBody>
      </p:sp>
      <p:sp>
        <p:nvSpPr>
          <p:cNvPr id="93" name="Google Shape;93;p8"/>
          <p:cNvSpPr txBox="1"/>
          <p:nvPr/>
        </p:nvSpPr>
        <p:spPr>
          <a:xfrm>
            <a:off x="1178902" y="3462450"/>
            <a:ext cx="5346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ja-JP" sz="1800" u="none" cap="none" strike="noStrike">
                <a:solidFill>
                  <a:schemeClr val="dk1"/>
                </a:solidFill>
                <a:latin typeface="Meiryo"/>
                <a:ea typeface="Meiryo"/>
                <a:cs typeface="Meiryo"/>
                <a:sym typeface="Meiryo"/>
              </a:rPr>
              <a:t>&lt;</a:t>
            </a:r>
            <a:r>
              <a:rPr lang="ja-JP" sz="1800">
                <a:solidFill>
                  <a:schemeClr val="dk1"/>
                </a:solidFill>
                <a:latin typeface="Meiryo"/>
                <a:ea typeface="Meiryo"/>
                <a:cs typeface="Meiryo"/>
                <a:sym typeface="Meiryo"/>
              </a:rPr>
              <a:t>Hình ảnh tham khảo </a:t>
            </a:r>
            <a:r>
              <a:rPr b="0" i="0" lang="ja-JP" sz="1800" u="none" cap="none" strike="noStrike">
                <a:solidFill>
                  <a:schemeClr val="dk1"/>
                </a:solidFill>
                <a:latin typeface="Meiryo"/>
                <a:ea typeface="Meiryo"/>
                <a:cs typeface="Meiryo"/>
                <a:sym typeface="Meiryo"/>
              </a:rPr>
              <a:t> (</a:t>
            </a:r>
            <a:r>
              <a:rPr lang="ja-JP" sz="1800">
                <a:solidFill>
                  <a:schemeClr val="dk1"/>
                </a:solidFill>
                <a:latin typeface="Meiryo"/>
                <a:ea typeface="Meiryo"/>
                <a:cs typeface="Meiryo"/>
                <a:sym typeface="Meiryo"/>
              </a:rPr>
              <a:t>ảnh hiện tại</a:t>
            </a:r>
            <a:r>
              <a:rPr b="0" i="0" lang="ja-JP" sz="1800" u="none" cap="none" strike="noStrike">
                <a:solidFill>
                  <a:schemeClr val="dk1"/>
                </a:solidFill>
                <a:latin typeface="Meiryo"/>
                <a:ea typeface="Meiryo"/>
                <a:cs typeface="Meiryo"/>
                <a:sym typeface="Meiryo"/>
              </a:rPr>
              <a:t>)&gt;</a:t>
            </a:r>
            <a:endParaRPr sz="1800">
              <a:solidFill>
                <a:schemeClr val="dk1"/>
              </a:solidFill>
              <a:latin typeface="Meiryo"/>
              <a:ea typeface="Meiryo"/>
              <a:cs typeface="Meiryo"/>
              <a:sym typeface="Meiryo"/>
            </a:endParaRPr>
          </a:p>
        </p:txBody>
      </p:sp>
      <p:pic>
        <p:nvPicPr>
          <p:cNvPr id="94" name="Google Shape;94;p8"/>
          <p:cNvPicPr preferRelativeResize="0"/>
          <p:nvPr/>
        </p:nvPicPr>
        <p:blipFill rotWithShape="1">
          <a:blip r:embed="rId3">
            <a:alphaModFix/>
          </a:blip>
          <a:srcRect b="0" l="0" r="0" t="0"/>
          <a:stretch/>
        </p:blipFill>
        <p:spPr>
          <a:xfrm>
            <a:off x="1564304" y="3837547"/>
            <a:ext cx="5787421" cy="2584622"/>
          </a:xfrm>
          <a:prstGeom prst="rect">
            <a:avLst/>
          </a:prstGeom>
          <a:noFill/>
          <a:ln>
            <a:noFill/>
          </a:ln>
        </p:spPr>
      </p:pic>
      <p:sp>
        <p:nvSpPr>
          <p:cNvPr id="95" name="Google Shape;95;p8"/>
          <p:cNvSpPr txBox="1"/>
          <p:nvPr/>
        </p:nvSpPr>
        <p:spPr>
          <a:xfrm>
            <a:off x="7407826" y="4149493"/>
            <a:ext cx="126188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a:solidFill>
                  <a:schemeClr val="dk1"/>
                </a:solidFill>
                <a:latin typeface="Meiryo"/>
                <a:ea typeface="Meiryo"/>
                <a:cs typeface="Meiryo"/>
                <a:sym typeface="Meiryo"/>
              </a:rPr>
              <a:t>Hiển thị text</a:t>
            </a:r>
            <a:endParaRPr/>
          </a:p>
        </p:txBody>
      </p:sp>
      <p:sp>
        <p:nvSpPr>
          <p:cNvPr id="96" name="Google Shape;96;p8"/>
          <p:cNvSpPr txBox="1"/>
          <p:nvPr/>
        </p:nvSpPr>
        <p:spPr>
          <a:xfrm>
            <a:off x="7428555" y="5238964"/>
            <a:ext cx="162095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a:solidFill>
                  <a:schemeClr val="dk1"/>
                </a:solidFill>
                <a:latin typeface="Meiryo"/>
                <a:ea typeface="Meiryo"/>
                <a:cs typeface="Meiryo"/>
                <a:sym typeface="Meiryo"/>
              </a:rPr>
              <a:t>Hiển thị render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9"/>
          <p:cNvSpPr txBox="1"/>
          <p:nvPr>
            <p:ph type="title"/>
          </p:nvPr>
        </p:nvSpPr>
        <p:spPr>
          <a:xfrm>
            <a:off x="495300" y="300038"/>
            <a:ext cx="7626052" cy="5619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ja-JP"/>
              <a:t>Chức năng tổng quan ～ Tạo thiết kế chi tiết</a:t>
            </a:r>
            <a:r>
              <a:rPr lang="ja-JP"/>
              <a:t>(2)～</a:t>
            </a:r>
            <a:endParaRPr/>
          </a:p>
        </p:txBody>
      </p:sp>
      <p:sp>
        <p:nvSpPr>
          <p:cNvPr id="102" name="Google Shape;102;p9"/>
          <p:cNvSpPr txBox="1"/>
          <p:nvPr>
            <p:ph idx="1" type="body"/>
          </p:nvPr>
        </p:nvSpPr>
        <p:spPr>
          <a:xfrm>
            <a:off x="495300" y="1161801"/>
            <a:ext cx="8915400" cy="5040313"/>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ja-JP" sz="1700">
                <a:solidFill>
                  <a:schemeClr val="dk1"/>
                </a:solidFill>
                <a:latin typeface="Arial"/>
                <a:ea typeface="Arial"/>
                <a:cs typeface="Arial"/>
                <a:sym typeface="Arial"/>
              </a:rPr>
              <a:t>Tạo thiết kế chi tiết</a:t>
            </a:r>
            <a:br>
              <a:rPr b="1" lang="ja-JP" sz="1700">
                <a:solidFill>
                  <a:schemeClr val="dk1"/>
                </a:solidFill>
                <a:latin typeface="Arial"/>
                <a:ea typeface="Arial"/>
                <a:cs typeface="Arial"/>
                <a:sym typeface="Arial"/>
              </a:rPr>
            </a:br>
            <a:r>
              <a:rPr lang="ja-JP" sz="1700">
                <a:solidFill>
                  <a:schemeClr val="dk1"/>
                </a:solidFill>
                <a:latin typeface="Arial"/>
                <a:ea typeface="Arial"/>
                <a:cs typeface="Arial"/>
                <a:sym typeface="Arial"/>
              </a:rPr>
              <a:t>&lt;Chức năng bổ sung&gt;</a:t>
            </a:r>
            <a:endParaRPr sz="1700">
              <a:solidFill>
                <a:schemeClr val="dk1"/>
              </a:solidFill>
              <a:latin typeface="Arial"/>
              <a:ea typeface="Arial"/>
              <a:cs typeface="Arial"/>
              <a:sym typeface="Arial"/>
            </a:endParaRPr>
          </a:p>
          <a:p>
            <a:pPr indent="-336550" lvl="0" marL="457200" rtl="0" algn="l">
              <a:lnSpc>
                <a:spcPct val="115000"/>
              </a:lnSpc>
              <a:spcBef>
                <a:spcPts val="1200"/>
              </a:spcBef>
              <a:spcAft>
                <a:spcPts val="0"/>
              </a:spcAft>
              <a:buClr>
                <a:schemeClr val="dk1"/>
              </a:buClr>
              <a:buSzPts val="1700"/>
              <a:buFont typeface="Arial"/>
              <a:buChar char="●"/>
            </a:pPr>
            <a:r>
              <a:rPr lang="ja-JP" sz="1700">
                <a:solidFill>
                  <a:schemeClr val="dk1"/>
                </a:solidFill>
                <a:latin typeface="Arial"/>
                <a:ea typeface="Arial"/>
                <a:cs typeface="Arial"/>
                <a:sym typeface="Arial"/>
              </a:rPr>
              <a:t>Tạo biểu đồ hoạt động cho phương thức toàn cục (dạng PlantUML)</a:t>
            </a:r>
            <a:endParaRPr sz="1700">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rPr b="1" lang="ja-JP" sz="1700">
                <a:solidFill>
                  <a:schemeClr val="dk1"/>
                </a:solidFill>
                <a:latin typeface="Arial"/>
                <a:ea typeface="Arial"/>
                <a:cs typeface="Arial"/>
                <a:sym typeface="Arial"/>
              </a:rPr>
              <a:t>Hiển thị xem trước biểu đồ hoạt động</a:t>
            </a:r>
            <a:endParaRPr b="1" sz="1700">
              <a:solidFill>
                <a:schemeClr val="dk1"/>
              </a:solidFill>
              <a:latin typeface="Arial"/>
              <a:ea typeface="Arial"/>
              <a:cs typeface="Arial"/>
              <a:sym typeface="Arial"/>
            </a:endParaRPr>
          </a:p>
          <a:p>
            <a:pPr indent="-336550" lvl="0" marL="457200" rtl="0" algn="l">
              <a:lnSpc>
                <a:spcPct val="115000"/>
              </a:lnSpc>
              <a:spcBef>
                <a:spcPts val="1200"/>
              </a:spcBef>
              <a:spcAft>
                <a:spcPts val="0"/>
              </a:spcAft>
              <a:buClr>
                <a:schemeClr val="dk1"/>
              </a:buClr>
              <a:buSzPts val="1700"/>
              <a:buFont typeface="Arial"/>
              <a:buChar char="●"/>
            </a:pPr>
            <a:r>
              <a:rPr lang="ja-JP" sz="1700">
                <a:solidFill>
                  <a:schemeClr val="dk1"/>
                </a:solidFill>
                <a:latin typeface="Arial"/>
                <a:ea typeface="Arial"/>
                <a:cs typeface="Arial"/>
                <a:sym typeface="Arial"/>
              </a:rPr>
              <a:t>Biểu đồ hoạt động được render dưới dạng khối mã và hiển thị, vì vậy hiển thị dưới dạng xem trước thay vì mã nguồn.</a:t>
            </a:r>
            <a:endParaRPr sz="1700">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rPr b="1" lang="ja-JP" sz="1700">
                <a:solidFill>
                  <a:schemeClr val="dk1"/>
                </a:solidFill>
                <a:latin typeface="Arial"/>
                <a:ea typeface="Arial"/>
                <a:cs typeface="Arial"/>
                <a:sym typeface="Arial"/>
              </a:rPr>
              <a:t>Tải xuống thiết kế chi tiết</a:t>
            </a:r>
            <a:r>
              <a:rPr lang="ja-JP" sz="1700">
                <a:solidFill>
                  <a:schemeClr val="dk1"/>
                </a:solidFill>
                <a:latin typeface="Arial"/>
                <a:ea typeface="Arial"/>
                <a:cs typeface="Arial"/>
                <a:sym typeface="Arial"/>
              </a:rPr>
              <a:t> (dưới dạng tệp PDF hoặc Markdown</a:t>
            </a:r>
            <a:r>
              <a:rPr lang="ja-JP" sz="1700"/>
              <a:t>)</a:t>
            </a:r>
            <a:endParaRPr sz="2000"/>
          </a:p>
          <a:p>
            <a:pPr indent="0" lvl="0" marL="342900" rtl="0" algn="l">
              <a:lnSpc>
                <a:spcPct val="110000"/>
              </a:lnSpc>
              <a:spcBef>
                <a:spcPts val="1200"/>
              </a:spcBef>
              <a:spcAft>
                <a:spcPts val="0"/>
              </a:spcAft>
              <a:buNone/>
            </a:pPr>
            <a:r>
              <a:t/>
            </a:r>
            <a:endParaRPr sz="2000"/>
          </a:p>
          <a:p>
            <a:pPr indent="-171450" lvl="1" marL="742950" rtl="0" algn="l">
              <a:lnSpc>
                <a:spcPct val="110000"/>
              </a:lnSpc>
              <a:spcBef>
                <a:spcPts val="360"/>
              </a:spcBef>
              <a:spcAft>
                <a:spcPts val="0"/>
              </a:spcAft>
              <a:buSzPts val="1800"/>
              <a:buNone/>
            </a:pPr>
            <a:r>
              <a:t/>
            </a:r>
            <a:endParaRPr sz="1800"/>
          </a:p>
          <a:p>
            <a:pPr indent="-260350" lvl="1" marL="742950" rtl="0" algn="l">
              <a:lnSpc>
                <a:spcPct val="115000"/>
              </a:lnSpc>
              <a:spcBef>
                <a:spcPts val="1200"/>
              </a:spcBef>
              <a:spcAft>
                <a:spcPts val="0"/>
              </a:spcAft>
              <a:buSzPts val="1800"/>
              <a:buChar char="🞐"/>
            </a:pPr>
            <a:r>
              <a:rPr b="1" lang="ja-JP" sz="1100">
                <a:solidFill>
                  <a:schemeClr val="dk1"/>
                </a:solidFill>
                <a:latin typeface="Arial"/>
                <a:ea typeface="Arial"/>
                <a:cs typeface="Arial"/>
                <a:sym typeface="Arial"/>
              </a:rPr>
              <a:t>Tạo thiết kế chi tiết theo đơn vị tệp (module)</a:t>
            </a:r>
            <a:endParaRPr b="1" sz="1100">
              <a:solidFill>
                <a:schemeClr val="dk1"/>
              </a:solidFill>
              <a:latin typeface="Arial"/>
              <a:ea typeface="Arial"/>
              <a:cs typeface="Arial"/>
              <a:sym typeface="Arial"/>
            </a:endParaRPr>
          </a:p>
          <a:p>
            <a:pPr indent="-260350" lvl="1" marL="742950" rtl="0" algn="l">
              <a:lnSpc>
                <a:spcPct val="115000"/>
              </a:lnSpc>
              <a:spcBef>
                <a:spcPts val="0"/>
              </a:spcBef>
              <a:spcAft>
                <a:spcPts val="0"/>
              </a:spcAft>
              <a:buSzPts val="1800"/>
              <a:buChar char="🞐"/>
            </a:pPr>
            <a:r>
              <a:rPr b="1" lang="ja-JP" sz="1100">
                <a:solidFill>
                  <a:schemeClr val="dk1"/>
                </a:solidFill>
                <a:latin typeface="Arial"/>
                <a:ea typeface="Arial"/>
                <a:cs typeface="Arial"/>
                <a:sym typeface="Arial"/>
              </a:rPr>
              <a:t>Bổ sung ngôn ngữ hỗ trợ</a:t>
            </a:r>
            <a:r>
              <a:rPr lang="ja-JP" sz="1100">
                <a:solidFill>
                  <a:schemeClr val="dk1"/>
                </a:solidFill>
                <a:latin typeface="Arial"/>
                <a:ea typeface="Arial"/>
                <a:cs typeface="Arial"/>
                <a:sym typeface="Arial"/>
              </a:rPr>
              <a:t> (Java, C#)</a:t>
            </a:r>
            <a:endParaRPr sz="1100">
              <a:solidFill>
                <a:schemeClr val="dk1"/>
              </a:solidFill>
              <a:latin typeface="Arial"/>
              <a:ea typeface="Arial"/>
              <a:cs typeface="Arial"/>
              <a:sym typeface="Arial"/>
            </a:endParaRPr>
          </a:p>
          <a:p>
            <a:pPr indent="0" lvl="0" marL="742950" rtl="0" algn="l">
              <a:lnSpc>
                <a:spcPct val="110000"/>
              </a:lnSpc>
              <a:spcBef>
                <a:spcPts val="1200"/>
              </a:spcBef>
              <a:spcAft>
                <a:spcPts val="0"/>
              </a:spcAft>
              <a:buNone/>
            </a:pPr>
            <a:r>
              <a:t/>
            </a:r>
            <a:endParaRPr sz="1800"/>
          </a:p>
          <a:p>
            <a:pPr indent="0" lvl="1" marL="457200" rtl="0" algn="l">
              <a:lnSpc>
                <a:spcPct val="110000"/>
              </a:lnSpc>
              <a:spcBef>
                <a:spcPts val="360"/>
              </a:spcBef>
              <a:spcAft>
                <a:spcPts val="0"/>
              </a:spcAft>
              <a:buSzPts val="1800"/>
              <a:buNone/>
            </a:pPr>
            <a:r>
              <a:rPr lang="ja-JP" sz="1800"/>
              <a:t>　</a:t>
            </a:r>
            <a:endParaRPr sz="1800"/>
          </a:p>
          <a:p>
            <a:pPr indent="-171450" lvl="1" marL="742950" rtl="0" algn="l">
              <a:lnSpc>
                <a:spcPct val="110000"/>
              </a:lnSpc>
              <a:spcBef>
                <a:spcPts val="360"/>
              </a:spcBef>
              <a:spcAft>
                <a:spcPts val="0"/>
              </a:spcAft>
              <a:buSzPts val="1800"/>
              <a:buNone/>
            </a:pPr>
            <a:r>
              <a:t/>
            </a:r>
            <a:endParaRPr sz="1800"/>
          </a:p>
        </p:txBody>
      </p:sp>
      <p:sp>
        <p:nvSpPr>
          <p:cNvPr id="103" name="Google Shape;103;p9"/>
          <p:cNvSpPr txBox="1"/>
          <p:nvPr>
            <p:ph idx="12" type="sldNum"/>
          </p:nvPr>
        </p:nvSpPr>
        <p:spPr>
          <a:xfrm>
            <a:off x="7545288" y="6504639"/>
            <a:ext cx="2311400" cy="338074"/>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104" name="Google Shape;104;p9"/>
          <p:cNvSpPr txBox="1"/>
          <p:nvPr>
            <p:ph idx="11" type="ftr"/>
          </p:nvPr>
        </p:nvSpPr>
        <p:spPr>
          <a:xfrm>
            <a:off x="200472" y="6507376"/>
            <a:ext cx="6033600" cy="306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JP"/>
              <a:t>© Computer Engineering &amp; Consulting Ltd. All rights reserved.</a:t>
            </a:r>
            <a:endParaRPr/>
          </a:p>
        </p:txBody>
      </p:sp>
      <p:sp>
        <p:nvSpPr>
          <p:cNvPr id="105" name="Google Shape;105;p9"/>
          <p:cNvSpPr/>
          <p:nvPr/>
        </p:nvSpPr>
        <p:spPr>
          <a:xfrm>
            <a:off x="200475" y="4577012"/>
            <a:ext cx="5599800" cy="1383900"/>
          </a:xfrm>
          <a:prstGeom prst="rect">
            <a:avLst/>
          </a:prstGeom>
          <a:noFill/>
          <a:ln cap="flat" cmpd="sng" w="1587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330C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6" name="Google Shape;106;p9"/>
          <p:cNvSpPr txBox="1"/>
          <p:nvPr/>
        </p:nvSpPr>
        <p:spPr>
          <a:xfrm>
            <a:off x="6514155" y="5215589"/>
            <a:ext cx="76495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600">
                <a:solidFill>
                  <a:schemeClr val="dk1"/>
                </a:solidFill>
                <a:latin typeface="Meiryo"/>
                <a:ea typeface="Meiryo"/>
                <a:cs typeface="Meiryo"/>
                <a:sym typeface="Meiryo"/>
              </a:rPr>
              <a:t>Step2</a:t>
            </a:r>
            <a:endParaRPr sz="1600">
              <a:solidFill>
                <a:schemeClr val="dk1"/>
              </a:solidFill>
              <a:latin typeface="Meiryo"/>
              <a:ea typeface="Meiryo"/>
              <a:cs typeface="Meiryo"/>
              <a:sym typeface="Meiry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0"/>
          <p:cNvSpPr txBox="1"/>
          <p:nvPr>
            <p:ph type="title"/>
          </p:nvPr>
        </p:nvSpPr>
        <p:spPr>
          <a:xfrm>
            <a:off x="495300" y="300038"/>
            <a:ext cx="7626052" cy="5619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ja-JP"/>
              <a:t>Tổng quan chức năng ~ Tạo test đơn vị (1)</a:t>
            </a:r>
            <a:endParaRPr/>
          </a:p>
        </p:txBody>
      </p:sp>
      <p:sp>
        <p:nvSpPr>
          <p:cNvPr id="112" name="Google Shape;112;p10"/>
          <p:cNvSpPr txBox="1"/>
          <p:nvPr>
            <p:ph idx="1" type="body"/>
          </p:nvPr>
        </p:nvSpPr>
        <p:spPr>
          <a:xfrm>
            <a:off x="495300" y="1161801"/>
            <a:ext cx="8915400" cy="5040313"/>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ja-JP" sz="1500">
                <a:solidFill>
                  <a:schemeClr val="dk1"/>
                </a:solidFill>
                <a:latin typeface="Arial"/>
                <a:ea typeface="Arial"/>
                <a:cs typeface="Arial"/>
                <a:sym typeface="Arial"/>
              </a:rPr>
              <a:t>Tạo test đơn vị</a:t>
            </a:r>
            <a:br>
              <a:rPr b="1" lang="ja-JP" sz="1500">
                <a:solidFill>
                  <a:schemeClr val="dk1"/>
                </a:solidFill>
                <a:latin typeface="Arial"/>
                <a:ea typeface="Arial"/>
                <a:cs typeface="Arial"/>
                <a:sym typeface="Arial"/>
              </a:rPr>
            </a:br>
            <a:r>
              <a:rPr lang="ja-JP" sz="1500">
                <a:solidFill>
                  <a:schemeClr val="dk1"/>
                </a:solidFill>
                <a:latin typeface="Arial"/>
                <a:ea typeface="Arial"/>
                <a:cs typeface="Arial"/>
                <a:sym typeface="Arial"/>
              </a:rPr>
              <a:t>&lt;Chức năng hiện có&gt;</a:t>
            </a:r>
            <a:endParaRPr sz="1500">
              <a:solidFill>
                <a:schemeClr val="dk1"/>
              </a:solidFill>
              <a:latin typeface="Arial"/>
              <a:ea typeface="Arial"/>
              <a:cs typeface="Arial"/>
              <a:sym typeface="Arial"/>
            </a:endParaRPr>
          </a:p>
          <a:p>
            <a:pPr indent="-323850" lvl="0" marL="457200" rtl="0" algn="l">
              <a:lnSpc>
                <a:spcPct val="115000"/>
              </a:lnSpc>
              <a:spcBef>
                <a:spcPts val="1200"/>
              </a:spcBef>
              <a:spcAft>
                <a:spcPts val="0"/>
              </a:spcAft>
              <a:buClr>
                <a:schemeClr val="dk1"/>
              </a:buClr>
              <a:buSzPts val="1500"/>
              <a:buFont typeface="Arial"/>
              <a:buChar char="●"/>
            </a:pPr>
            <a:r>
              <a:rPr lang="ja-JP" sz="1500">
                <a:solidFill>
                  <a:schemeClr val="dk1"/>
                </a:solidFill>
                <a:latin typeface="Arial"/>
                <a:ea typeface="Arial"/>
                <a:cs typeface="Arial"/>
                <a:sym typeface="Arial"/>
              </a:rPr>
              <a:t>Tạo bảng Decision, các mẫu test và mã test cho từng phương thức</a:t>
            </a:r>
            <a:br>
              <a:rPr lang="ja-JP" sz="1500">
                <a:solidFill>
                  <a:schemeClr val="dk1"/>
                </a:solidFill>
                <a:latin typeface="Arial"/>
                <a:ea typeface="Arial"/>
                <a:cs typeface="Arial"/>
                <a:sym typeface="Arial"/>
              </a:rPr>
            </a:br>
            <a:r>
              <a:rPr lang="ja-JP" sz="1500">
                <a:solidFill>
                  <a:schemeClr val="dk1"/>
                </a:solidFill>
                <a:latin typeface="Arial"/>
                <a:ea typeface="Arial"/>
                <a:cs typeface="Arial"/>
                <a:sym typeface="Arial"/>
              </a:rPr>
              <a:t>※ Không chỉ dựa trên nội dung mã nguồn mà còn xem xét cả nội dung thiết kế chi tiết</a:t>
            </a:r>
            <a:endParaRPr sz="15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ja-JP" sz="1500">
                <a:solidFill>
                  <a:schemeClr val="dk1"/>
                </a:solidFill>
                <a:latin typeface="Arial"/>
                <a:ea typeface="Arial"/>
                <a:cs typeface="Arial"/>
                <a:sym typeface="Arial"/>
              </a:rPr>
              <a:t>Hiển thị và chỉnh sửa bảng Decision và mẫu test</a:t>
            </a:r>
            <a:endParaRPr b="1" sz="1500">
              <a:solidFill>
                <a:schemeClr val="dk1"/>
              </a:solidFill>
              <a:latin typeface="Arial"/>
              <a:ea typeface="Arial"/>
              <a:cs typeface="Arial"/>
              <a:sym typeface="Arial"/>
            </a:endParaRPr>
          </a:p>
          <a:p>
            <a:pPr indent="-323850" lvl="0" marL="457200" rtl="0" algn="l">
              <a:lnSpc>
                <a:spcPct val="115000"/>
              </a:lnSpc>
              <a:spcBef>
                <a:spcPts val="1200"/>
              </a:spcBef>
              <a:spcAft>
                <a:spcPts val="0"/>
              </a:spcAft>
              <a:buClr>
                <a:schemeClr val="dk1"/>
              </a:buClr>
              <a:buSzPts val="1500"/>
              <a:buFont typeface="Arial"/>
              <a:buChar char="●"/>
            </a:pPr>
            <a:r>
              <a:rPr lang="ja-JP" sz="1500">
                <a:solidFill>
                  <a:schemeClr val="dk1"/>
                </a:solidFill>
                <a:latin typeface="Arial"/>
                <a:ea typeface="Arial"/>
                <a:cs typeface="Arial"/>
                <a:sym typeface="Arial"/>
              </a:rPr>
              <a:t>Hiển thị dạng văn bản (định dạng JSON) và hiển thị dạng bảng</a:t>
            </a:r>
            <a:endParaRPr sz="15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ts val="1500"/>
              <a:buFont typeface="Arial"/>
              <a:buChar char="●"/>
            </a:pPr>
            <a:r>
              <a:rPr lang="ja-JP" sz="1500">
                <a:solidFill>
                  <a:schemeClr val="dk1"/>
                </a:solidFill>
                <a:latin typeface="Arial"/>
                <a:ea typeface="Arial"/>
                <a:cs typeface="Arial"/>
                <a:sym typeface="Arial"/>
              </a:rPr>
              <a:t>Văn bản có thể chỉnh sửa trực tiếp. Kết quả chỉnh sửa sẽ được phản ánh động trong hiển thị dạng bảng.</a:t>
            </a:r>
            <a:endParaRPr sz="1500">
              <a:solidFill>
                <a:schemeClr val="dk1"/>
              </a:solidFill>
              <a:latin typeface="Arial"/>
              <a:ea typeface="Arial"/>
              <a:cs typeface="Arial"/>
              <a:sym typeface="Arial"/>
            </a:endParaRPr>
          </a:p>
          <a:p>
            <a:pPr indent="0" lvl="1" marL="457200" rtl="0" algn="l">
              <a:lnSpc>
                <a:spcPct val="110000"/>
              </a:lnSpc>
              <a:spcBef>
                <a:spcPts val="1200"/>
              </a:spcBef>
              <a:spcAft>
                <a:spcPts val="0"/>
              </a:spcAft>
              <a:buSzPts val="1800"/>
              <a:buNone/>
            </a:pPr>
            <a:r>
              <a:t/>
            </a:r>
            <a:endParaRPr sz="2000"/>
          </a:p>
          <a:p>
            <a:pPr indent="-171450" lvl="1" marL="742950" rtl="0" algn="l">
              <a:lnSpc>
                <a:spcPct val="110000"/>
              </a:lnSpc>
              <a:spcBef>
                <a:spcPts val="360"/>
              </a:spcBef>
              <a:spcAft>
                <a:spcPts val="0"/>
              </a:spcAft>
              <a:buSzPts val="1800"/>
              <a:buNone/>
            </a:pPr>
            <a:r>
              <a:t/>
            </a:r>
            <a:endParaRPr sz="1800"/>
          </a:p>
          <a:p>
            <a:pPr indent="-171450" lvl="1" marL="742950" rtl="0" algn="l">
              <a:lnSpc>
                <a:spcPct val="110000"/>
              </a:lnSpc>
              <a:spcBef>
                <a:spcPts val="360"/>
              </a:spcBef>
              <a:spcAft>
                <a:spcPts val="0"/>
              </a:spcAft>
              <a:buSzPts val="1800"/>
              <a:buNone/>
            </a:pPr>
            <a:r>
              <a:t/>
            </a:r>
            <a:endParaRPr sz="1800"/>
          </a:p>
          <a:p>
            <a:pPr indent="-171450" lvl="1" marL="742950" rtl="0" algn="l">
              <a:lnSpc>
                <a:spcPct val="110000"/>
              </a:lnSpc>
              <a:spcBef>
                <a:spcPts val="360"/>
              </a:spcBef>
              <a:spcAft>
                <a:spcPts val="0"/>
              </a:spcAft>
              <a:buSzPts val="1800"/>
              <a:buNone/>
            </a:pPr>
            <a:r>
              <a:t/>
            </a:r>
            <a:endParaRPr sz="1800"/>
          </a:p>
        </p:txBody>
      </p:sp>
      <p:sp>
        <p:nvSpPr>
          <p:cNvPr id="113" name="Google Shape;113;p10"/>
          <p:cNvSpPr txBox="1"/>
          <p:nvPr>
            <p:ph idx="12" type="sldNum"/>
          </p:nvPr>
        </p:nvSpPr>
        <p:spPr>
          <a:xfrm>
            <a:off x="7545288" y="6504639"/>
            <a:ext cx="2311400" cy="338074"/>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114" name="Google Shape;114;p10"/>
          <p:cNvSpPr txBox="1"/>
          <p:nvPr>
            <p:ph idx="11" type="ftr"/>
          </p:nvPr>
        </p:nvSpPr>
        <p:spPr>
          <a:xfrm>
            <a:off x="200472" y="6507376"/>
            <a:ext cx="6033600" cy="306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JP"/>
              <a:t>© Computer Engineering &amp; Consulting Ltd. All rights reserved.</a:t>
            </a:r>
            <a:endParaRPr/>
          </a:p>
        </p:txBody>
      </p:sp>
      <p:sp>
        <p:nvSpPr>
          <p:cNvPr id="115" name="Google Shape;115;p10"/>
          <p:cNvSpPr txBox="1"/>
          <p:nvPr/>
        </p:nvSpPr>
        <p:spPr>
          <a:xfrm>
            <a:off x="1020200" y="4044274"/>
            <a:ext cx="30219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600">
                <a:solidFill>
                  <a:schemeClr val="dk1"/>
                </a:solidFill>
                <a:latin typeface="Meiryo"/>
                <a:ea typeface="Meiryo"/>
                <a:cs typeface="Meiryo"/>
                <a:sym typeface="Meiryo"/>
              </a:rPr>
              <a:t>&lt;Ảnh tham khảo (hiện tại)&gt;</a:t>
            </a:r>
            <a:endParaRPr sz="1600">
              <a:solidFill>
                <a:schemeClr val="dk1"/>
              </a:solidFill>
              <a:latin typeface="Meiryo"/>
              <a:ea typeface="Meiryo"/>
              <a:cs typeface="Meiryo"/>
              <a:sym typeface="Meiryo"/>
            </a:endParaRPr>
          </a:p>
        </p:txBody>
      </p:sp>
      <p:pic>
        <p:nvPicPr>
          <p:cNvPr id="116" name="Google Shape;116;p10"/>
          <p:cNvPicPr preferRelativeResize="0"/>
          <p:nvPr/>
        </p:nvPicPr>
        <p:blipFill rotWithShape="1">
          <a:blip r:embed="rId3">
            <a:alphaModFix/>
          </a:blip>
          <a:srcRect b="0" l="0" r="0" t="0"/>
          <a:stretch/>
        </p:blipFill>
        <p:spPr>
          <a:xfrm>
            <a:off x="1439743" y="4790779"/>
            <a:ext cx="2516470" cy="1479641"/>
          </a:xfrm>
          <a:prstGeom prst="rect">
            <a:avLst/>
          </a:prstGeom>
          <a:noFill/>
          <a:ln>
            <a:noFill/>
          </a:ln>
        </p:spPr>
      </p:pic>
      <p:pic>
        <p:nvPicPr>
          <p:cNvPr id="117" name="Google Shape;117;p10"/>
          <p:cNvPicPr preferRelativeResize="0"/>
          <p:nvPr/>
        </p:nvPicPr>
        <p:blipFill rotWithShape="1">
          <a:blip r:embed="rId4">
            <a:alphaModFix/>
          </a:blip>
          <a:srcRect b="0" l="0" r="0" t="0"/>
          <a:stretch/>
        </p:blipFill>
        <p:spPr>
          <a:xfrm>
            <a:off x="4746768" y="4711667"/>
            <a:ext cx="3238889" cy="947826"/>
          </a:xfrm>
          <a:prstGeom prst="rect">
            <a:avLst/>
          </a:prstGeom>
          <a:noFill/>
          <a:ln>
            <a:noFill/>
          </a:ln>
        </p:spPr>
      </p:pic>
      <p:pic>
        <p:nvPicPr>
          <p:cNvPr id="118" name="Google Shape;118;p10"/>
          <p:cNvPicPr preferRelativeResize="0"/>
          <p:nvPr/>
        </p:nvPicPr>
        <p:blipFill rotWithShape="1">
          <a:blip r:embed="rId5">
            <a:alphaModFix/>
          </a:blip>
          <a:srcRect b="0" l="0" r="0" t="0"/>
          <a:stretch/>
        </p:blipFill>
        <p:spPr>
          <a:xfrm>
            <a:off x="4746768" y="5794172"/>
            <a:ext cx="2956652" cy="947826"/>
          </a:xfrm>
          <a:prstGeom prst="rect">
            <a:avLst/>
          </a:prstGeom>
          <a:noFill/>
          <a:ln>
            <a:noFill/>
          </a:ln>
        </p:spPr>
      </p:pic>
      <p:sp>
        <p:nvSpPr>
          <p:cNvPr id="119" name="Google Shape;119;p10"/>
          <p:cNvSpPr txBox="1"/>
          <p:nvPr/>
        </p:nvSpPr>
        <p:spPr>
          <a:xfrm>
            <a:off x="2067036" y="4465895"/>
            <a:ext cx="11079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Meiryo"/>
                <a:ea typeface="Meiryo"/>
                <a:cs typeface="Meiryo"/>
                <a:sym typeface="Meiryo"/>
              </a:rPr>
              <a:t>Hiển thị text</a:t>
            </a:r>
            <a:endParaRPr/>
          </a:p>
        </p:txBody>
      </p:sp>
      <p:sp>
        <p:nvSpPr>
          <p:cNvPr id="120" name="Google Shape;120;p10"/>
          <p:cNvSpPr txBox="1"/>
          <p:nvPr/>
        </p:nvSpPr>
        <p:spPr>
          <a:xfrm>
            <a:off x="4600303" y="4406400"/>
            <a:ext cx="42096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Meiryo"/>
                <a:ea typeface="Meiryo"/>
                <a:cs typeface="Meiryo"/>
                <a:sym typeface="Meiryo"/>
              </a:rPr>
              <a:t>format dạng bảng </a:t>
            </a:r>
            <a:r>
              <a:rPr lang="ja-JP" sz="1200">
                <a:solidFill>
                  <a:schemeClr val="dk1"/>
                </a:solidFill>
                <a:latin typeface="Meiryo"/>
                <a:ea typeface="Meiryo"/>
                <a:cs typeface="Meiryo"/>
                <a:sym typeface="Meiryo"/>
              </a:rPr>
              <a:t>(Decision table và test pattern)</a:t>
            </a:r>
            <a:endParaRPr sz="1200">
              <a:solidFill>
                <a:schemeClr val="dk1"/>
              </a:solidFill>
              <a:latin typeface="Meiryo"/>
              <a:ea typeface="Meiryo"/>
              <a:cs typeface="Meiryo"/>
              <a:sym typeface="Meiry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1"/>
          <p:cNvSpPr txBox="1"/>
          <p:nvPr>
            <p:ph type="title"/>
          </p:nvPr>
        </p:nvSpPr>
        <p:spPr>
          <a:xfrm>
            <a:off x="495300" y="300038"/>
            <a:ext cx="7626052" cy="5619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ja-JP"/>
              <a:t>Khái quát chức năng ~ Tạo Unit test (2) ~</a:t>
            </a:r>
            <a:endParaRPr/>
          </a:p>
        </p:txBody>
      </p:sp>
      <p:sp>
        <p:nvSpPr>
          <p:cNvPr id="126" name="Google Shape;126;p11"/>
          <p:cNvSpPr txBox="1"/>
          <p:nvPr>
            <p:ph idx="1" type="body"/>
          </p:nvPr>
        </p:nvSpPr>
        <p:spPr>
          <a:xfrm>
            <a:off x="495300" y="1161801"/>
            <a:ext cx="8915400" cy="5040313"/>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ja-JP" sz="1700">
                <a:solidFill>
                  <a:schemeClr val="dk1"/>
                </a:solidFill>
                <a:latin typeface="Arial"/>
                <a:ea typeface="Arial"/>
                <a:cs typeface="Arial"/>
                <a:sym typeface="Arial"/>
              </a:rPr>
              <a:t>Generate Unit test</a:t>
            </a:r>
            <a:br>
              <a:rPr b="1" lang="ja-JP" sz="1700">
                <a:solidFill>
                  <a:schemeClr val="dk1"/>
                </a:solidFill>
                <a:latin typeface="Arial"/>
                <a:ea typeface="Arial"/>
                <a:cs typeface="Arial"/>
                <a:sym typeface="Arial"/>
              </a:rPr>
            </a:br>
            <a:r>
              <a:rPr lang="ja-JP" sz="1700">
                <a:solidFill>
                  <a:schemeClr val="dk1"/>
                </a:solidFill>
                <a:latin typeface="Arial"/>
                <a:ea typeface="Arial"/>
                <a:cs typeface="Arial"/>
                <a:sym typeface="Arial"/>
              </a:rPr>
              <a:t>&lt;Chức năng bổ sung&gt;</a:t>
            </a:r>
            <a:endParaRPr sz="1700">
              <a:solidFill>
                <a:schemeClr val="dk1"/>
              </a:solidFill>
              <a:latin typeface="Arial"/>
              <a:ea typeface="Arial"/>
              <a:cs typeface="Arial"/>
              <a:sym typeface="Arial"/>
            </a:endParaRPr>
          </a:p>
          <a:p>
            <a:pPr indent="-336550" lvl="0" marL="457200" rtl="0" algn="l">
              <a:lnSpc>
                <a:spcPct val="115000"/>
              </a:lnSpc>
              <a:spcBef>
                <a:spcPts val="1200"/>
              </a:spcBef>
              <a:spcAft>
                <a:spcPts val="0"/>
              </a:spcAft>
              <a:buClr>
                <a:schemeClr val="dk1"/>
              </a:buClr>
              <a:buSzPts val="1700"/>
              <a:buFont typeface="Arial"/>
              <a:buChar char="●"/>
            </a:pPr>
            <a:r>
              <a:rPr lang="ja-JP" sz="1700">
                <a:solidFill>
                  <a:schemeClr val="dk1"/>
                </a:solidFill>
                <a:latin typeface="Arial"/>
                <a:ea typeface="Arial"/>
                <a:cs typeface="Arial"/>
                <a:sym typeface="Arial"/>
              </a:rPr>
              <a:t>Download test design (PDF, Markdown file)</a:t>
            </a:r>
            <a:endParaRPr sz="1700">
              <a:solidFill>
                <a:schemeClr val="dk1"/>
              </a:solidFill>
              <a:latin typeface="Arial"/>
              <a:ea typeface="Arial"/>
              <a:cs typeface="Arial"/>
              <a:sym typeface="Arial"/>
            </a:endParaRPr>
          </a:p>
          <a:p>
            <a:pPr indent="-336550" lvl="0" marL="457200" rtl="0" algn="l">
              <a:lnSpc>
                <a:spcPct val="115000"/>
              </a:lnSpc>
              <a:spcBef>
                <a:spcPts val="0"/>
              </a:spcBef>
              <a:spcAft>
                <a:spcPts val="0"/>
              </a:spcAft>
              <a:buClr>
                <a:schemeClr val="dk1"/>
              </a:buClr>
              <a:buSzPts val="1700"/>
              <a:buFont typeface="Arial"/>
              <a:buChar char="●"/>
            </a:pPr>
            <a:r>
              <a:rPr lang="ja-JP" sz="1700">
                <a:solidFill>
                  <a:schemeClr val="dk1"/>
                </a:solidFill>
                <a:latin typeface="Arial"/>
                <a:ea typeface="Arial"/>
                <a:cs typeface="Arial"/>
                <a:sym typeface="Arial"/>
              </a:rPr>
              <a:t>Download test code (test code file)</a:t>
            </a:r>
            <a:endParaRPr sz="1700">
              <a:solidFill>
                <a:schemeClr val="dk1"/>
              </a:solidFill>
              <a:latin typeface="Arial"/>
              <a:ea typeface="Arial"/>
              <a:cs typeface="Arial"/>
              <a:sym typeface="Arial"/>
            </a:endParaRPr>
          </a:p>
          <a:p>
            <a:pPr indent="0" lvl="0" marL="0" rtl="0" algn="l">
              <a:lnSpc>
                <a:spcPct val="110000"/>
              </a:lnSpc>
              <a:spcBef>
                <a:spcPts val="1200"/>
              </a:spcBef>
              <a:spcAft>
                <a:spcPts val="0"/>
              </a:spcAft>
              <a:buNone/>
            </a:pPr>
            <a:r>
              <a:t/>
            </a:r>
            <a:endParaRPr sz="1700"/>
          </a:p>
          <a:p>
            <a:pPr indent="0" lvl="1" marL="457200" rtl="0" algn="l">
              <a:lnSpc>
                <a:spcPct val="110000"/>
              </a:lnSpc>
              <a:spcBef>
                <a:spcPts val="360"/>
              </a:spcBef>
              <a:spcAft>
                <a:spcPts val="0"/>
              </a:spcAft>
              <a:buSzPts val="1800"/>
              <a:buNone/>
            </a:pPr>
            <a:r>
              <a:rPr lang="ja-JP" sz="1700"/>
              <a:t>　</a:t>
            </a:r>
            <a:endParaRPr sz="1700"/>
          </a:p>
          <a:p>
            <a:pPr indent="-171450" lvl="1" marL="742950" rtl="0" algn="l">
              <a:lnSpc>
                <a:spcPct val="110000"/>
              </a:lnSpc>
              <a:spcBef>
                <a:spcPts val="360"/>
              </a:spcBef>
              <a:spcAft>
                <a:spcPts val="0"/>
              </a:spcAft>
              <a:buSzPts val="1800"/>
              <a:buNone/>
            </a:pPr>
            <a:r>
              <a:t/>
            </a:r>
            <a:endParaRPr sz="1700"/>
          </a:p>
        </p:txBody>
      </p:sp>
      <p:sp>
        <p:nvSpPr>
          <p:cNvPr id="127" name="Google Shape;127;p11"/>
          <p:cNvSpPr txBox="1"/>
          <p:nvPr>
            <p:ph idx="12" type="sldNum"/>
          </p:nvPr>
        </p:nvSpPr>
        <p:spPr>
          <a:xfrm>
            <a:off x="7545288" y="6504639"/>
            <a:ext cx="2311400" cy="338074"/>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128" name="Google Shape;128;p11"/>
          <p:cNvSpPr txBox="1"/>
          <p:nvPr>
            <p:ph idx="11" type="ftr"/>
          </p:nvPr>
        </p:nvSpPr>
        <p:spPr>
          <a:xfrm>
            <a:off x="200472" y="6507376"/>
            <a:ext cx="6033600" cy="306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JP"/>
              <a:t>© Computer Engineering &amp; Consulting Ltd. All rights reserved.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2"/>
          <p:cNvSpPr txBox="1"/>
          <p:nvPr>
            <p:ph type="title"/>
          </p:nvPr>
        </p:nvSpPr>
        <p:spPr>
          <a:xfrm>
            <a:off x="495300" y="300038"/>
            <a:ext cx="7626000" cy="561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ja-JP"/>
              <a:t>Khái quát chức năng ～Project～</a:t>
            </a:r>
            <a:endParaRPr/>
          </a:p>
        </p:txBody>
      </p:sp>
      <p:sp>
        <p:nvSpPr>
          <p:cNvPr id="134" name="Google Shape;134;p12"/>
          <p:cNvSpPr txBox="1"/>
          <p:nvPr>
            <p:ph idx="1" type="body"/>
          </p:nvPr>
        </p:nvSpPr>
        <p:spPr>
          <a:xfrm>
            <a:off x="495300" y="1161801"/>
            <a:ext cx="8915400" cy="5040313"/>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ja-JP" sz="1700">
                <a:solidFill>
                  <a:schemeClr val="dk1"/>
                </a:solidFill>
                <a:latin typeface="Arial"/>
                <a:ea typeface="Arial"/>
                <a:cs typeface="Arial"/>
                <a:sym typeface="Arial"/>
              </a:rPr>
              <a:t>Project</a:t>
            </a:r>
            <a:br>
              <a:rPr b="1" lang="ja-JP" sz="1700">
                <a:solidFill>
                  <a:schemeClr val="dk1"/>
                </a:solidFill>
                <a:latin typeface="Arial"/>
                <a:ea typeface="Arial"/>
                <a:cs typeface="Arial"/>
                <a:sym typeface="Arial"/>
              </a:rPr>
            </a:br>
            <a:r>
              <a:rPr lang="ja-JP" sz="1700">
                <a:solidFill>
                  <a:schemeClr val="dk1"/>
                </a:solidFill>
                <a:latin typeface="Arial"/>
                <a:ea typeface="Arial"/>
                <a:cs typeface="Arial"/>
                <a:sym typeface="Arial"/>
              </a:rPr>
              <a:t>Chức năng quản lý bộ source code bao gồm nhiều file.</a:t>
            </a:r>
            <a:endParaRPr sz="1700">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rPr lang="ja-JP" sz="1700">
                <a:solidFill>
                  <a:schemeClr val="dk1"/>
                </a:solidFill>
                <a:latin typeface="Arial"/>
                <a:ea typeface="Arial"/>
                <a:cs typeface="Arial"/>
                <a:sym typeface="Arial"/>
              </a:rPr>
              <a:t>&lt;Chức năng hiện có&gt;</a:t>
            </a:r>
            <a:endParaRPr sz="1700">
              <a:solidFill>
                <a:schemeClr val="dk1"/>
              </a:solidFill>
              <a:latin typeface="Arial"/>
              <a:ea typeface="Arial"/>
              <a:cs typeface="Arial"/>
              <a:sym typeface="Arial"/>
            </a:endParaRPr>
          </a:p>
          <a:p>
            <a:pPr indent="-336550" lvl="0" marL="457200" rtl="0" algn="l">
              <a:lnSpc>
                <a:spcPct val="115000"/>
              </a:lnSpc>
              <a:spcBef>
                <a:spcPts val="1200"/>
              </a:spcBef>
              <a:spcAft>
                <a:spcPts val="0"/>
              </a:spcAft>
              <a:buClr>
                <a:schemeClr val="dk1"/>
              </a:buClr>
              <a:buSzPts val="1700"/>
              <a:buFont typeface="Arial"/>
              <a:buChar char="●"/>
            </a:pPr>
            <a:r>
              <a:rPr lang="ja-JP" sz="1700">
                <a:solidFill>
                  <a:schemeClr val="dk1"/>
                </a:solidFill>
                <a:latin typeface="Arial"/>
                <a:ea typeface="Arial"/>
                <a:cs typeface="Arial"/>
                <a:sym typeface="Arial"/>
              </a:rPr>
              <a:t>Liên kết bộ source code khi tạo project.</a:t>
            </a:r>
            <a:br>
              <a:rPr lang="ja-JP" sz="1700">
                <a:solidFill>
                  <a:schemeClr val="dk1"/>
                </a:solidFill>
                <a:latin typeface="Arial"/>
                <a:ea typeface="Arial"/>
                <a:cs typeface="Arial"/>
                <a:sym typeface="Arial"/>
              </a:rPr>
            </a:br>
            <a:r>
              <a:rPr lang="ja-JP" sz="1700">
                <a:solidFill>
                  <a:schemeClr val="dk1"/>
                </a:solidFill>
                <a:latin typeface="Arial"/>
                <a:ea typeface="Arial"/>
                <a:cs typeface="Arial"/>
                <a:sym typeface="Arial"/>
              </a:rPr>
              <a:t>&lt;Chức năng mới&gt;</a:t>
            </a:r>
            <a:endParaRPr sz="1700">
              <a:solidFill>
                <a:schemeClr val="dk1"/>
              </a:solidFill>
              <a:latin typeface="Arial"/>
              <a:ea typeface="Arial"/>
              <a:cs typeface="Arial"/>
              <a:sym typeface="Arial"/>
            </a:endParaRPr>
          </a:p>
          <a:p>
            <a:pPr indent="-336550" lvl="0" marL="457200" rtl="0" algn="l">
              <a:lnSpc>
                <a:spcPct val="115000"/>
              </a:lnSpc>
              <a:spcBef>
                <a:spcPts val="0"/>
              </a:spcBef>
              <a:spcAft>
                <a:spcPts val="0"/>
              </a:spcAft>
              <a:buClr>
                <a:schemeClr val="dk1"/>
              </a:buClr>
              <a:buSzPts val="1700"/>
              <a:buFont typeface="Arial"/>
              <a:buChar char="●"/>
            </a:pPr>
            <a:r>
              <a:rPr lang="ja-JP" sz="1700">
                <a:solidFill>
                  <a:schemeClr val="dk1"/>
                </a:solidFill>
                <a:latin typeface="Arial"/>
                <a:ea typeface="Arial"/>
                <a:cs typeface="Arial"/>
                <a:sym typeface="Arial"/>
              </a:rPr>
              <a:t>Add, delete, update source code theo từng file.</a:t>
            </a:r>
            <a:endParaRPr sz="1700">
              <a:solidFill>
                <a:schemeClr val="dk1"/>
              </a:solidFill>
              <a:latin typeface="Arial"/>
              <a:ea typeface="Arial"/>
              <a:cs typeface="Arial"/>
              <a:sym typeface="Arial"/>
            </a:endParaRPr>
          </a:p>
          <a:p>
            <a:pPr indent="0" lvl="0" marL="342900" rtl="0" algn="l">
              <a:lnSpc>
                <a:spcPct val="110000"/>
              </a:lnSpc>
              <a:spcBef>
                <a:spcPts val="1200"/>
              </a:spcBef>
              <a:spcAft>
                <a:spcPts val="0"/>
              </a:spcAft>
              <a:buNone/>
            </a:pPr>
            <a:r>
              <a:t/>
            </a:r>
            <a:endParaRPr sz="1700"/>
          </a:p>
          <a:p>
            <a:pPr indent="-127000" lvl="2" marL="1143000" rtl="0" algn="l">
              <a:lnSpc>
                <a:spcPct val="110000"/>
              </a:lnSpc>
              <a:spcBef>
                <a:spcPts val="320"/>
              </a:spcBef>
              <a:spcAft>
                <a:spcPts val="0"/>
              </a:spcAft>
              <a:buSzPts val="1600"/>
              <a:buNone/>
            </a:pPr>
            <a:r>
              <a:t/>
            </a:r>
            <a:endParaRPr sz="1700"/>
          </a:p>
          <a:p>
            <a:pPr indent="-171450" lvl="1" marL="742950" rtl="0" algn="l">
              <a:lnSpc>
                <a:spcPct val="110000"/>
              </a:lnSpc>
              <a:spcBef>
                <a:spcPts val="360"/>
              </a:spcBef>
              <a:spcAft>
                <a:spcPts val="0"/>
              </a:spcAft>
              <a:buSzPts val="1800"/>
              <a:buNone/>
            </a:pPr>
            <a:r>
              <a:t/>
            </a:r>
            <a:endParaRPr sz="1700"/>
          </a:p>
        </p:txBody>
      </p:sp>
      <p:sp>
        <p:nvSpPr>
          <p:cNvPr id="135" name="Google Shape;135;p12"/>
          <p:cNvSpPr txBox="1"/>
          <p:nvPr>
            <p:ph idx="12" type="sldNum"/>
          </p:nvPr>
        </p:nvSpPr>
        <p:spPr>
          <a:xfrm>
            <a:off x="7545288" y="6504639"/>
            <a:ext cx="2311400" cy="338074"/>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136" name="Google Shape;136;p12"/>
          <p:cNvSpPr txBox="1"/>
          <p:nvPr>
            <p:ph idx="11" type="ftr"/>
          </p:nvPr>
        </p:nvSpPr>
        <p:spPr>
          <a:xfrm>
            <a:off x="200472" y="6507376"/>
            <a:ext cx="6033600" cy="306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JP"/>
              <a:t>© Computer Engineering &amp; Consulting Ltd. All rights reserved.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3"/>
          <p:cNvSpPr txBox="1"/>
          <p:nvPr>
            <p:ph type="title"/>
          </p:nvPr>
        </p:nvSpPr>
        <p:spPr>
          <a:xfrm>
            <a:off x="495300" y="300038"/>
            <a:ext cx="7626052" cy="5619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ja-JP"/>
              <a:t>Khái quát chức năng ～ Team～</a:t>
            </a:r>
            <a:endParaRPr/>
          </a:p>
        </p:txBody>
      </p:sp>
      <p:sp>
        <p:nvSpPr>
          <p:cNvPr id="142" name="Google Shape;142;p13"/>
          <p:cNvSpPr txBox="1"/>
          <p:nvPr>
            <p:ph idx="1" type="body"/>
          </p:nvPr>
        </p:nvSpPr>
        <p:spPr>
          <a:xfrm>
            <a:off x="495300" y="1161801"/>
            <a:ext cx="8915400" cy="5040313"/>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ja-JP" sz="1500">
                <a:solidFill>
                  <a:schemeClr val="dk1"/>
                </a:solidFill>
                <a:latin typeface="Arial"/>
                <a:ea typeface="Arial"/>
                <a:cs typeface="Arial"/>
                <a:sym typeface="Arial"/>
              </a:rPr>
              <a:t>Team</a:t>
            </a:r>
            <a:br>
              <a:rPr b="1" lang="ja-JP" sz="1500">
                <a:solidFill>
                  <a:schemeClr val="dk1"/>
                </a:solidFill>
                <a:latin typeface="Arial"/>
                <a:ea typeface="Arial"/>
                <a:cs typeface="Arial"/>
                <a:sym typeface="Arial"/>
              </a:rPr>
            </a:br>
            <a:r>
              <a:rPr lang="ja-JP" sz="1500">
                <a:solidFill>
                  <a:schemeClr val="dk1"/>
                </a:solidFill>
                <a:latin typeface="Arial"/>
                <a:ea typeface="Arial"/>
                <a:cs typeface="Arial"/>
                <a:sym typeface="Arial"/>
              </a:rPr>
              <a:t>&lt;Chức năng mới&gt;</a:t>
            </a:r>
            <a:endParaRPr sz="1500">
              <a:solidFill>
                <a:schemeClr val="dk1"/>
              </a:solidFill>
              <a:latin typeface="Arial"/>
              <a:ea typeface="Arial"/>
              <a:cs typeface="Arial"/>
              <a:sym typeface="Arial"/>
            </a:endParaRPr>
          </a:p>
          <a:p>
            <a:pPr indent="-323850" lvl="0" marL="457200" rtl="0" algn="l">
              <a:lnSpc>
                <a:spcPct val="115000"/>
              </a:lnSpc>
              <a:spcBef>
                <a:spcPts val="1200"/>
              </a:spcBef>
              <a:spcAft>
                <a:spcPts val="0"/>
              </a:spcAft>
              <a:buClr>
                <a:schemeClr val="dk1"/>
              </a:buClr>
              <a:buSzPts val="1500"/>
              <a:buFont typeface="Arial"/>
              <a:buChar char="●"/>
            </a:pPr>
            <a:r>
              <a:rPr lang="ja-JP" sz="1500">
                <a:solidFill>
                  <a:schemeClr val="dk1"/>
                </a:solidFill>
                <a:latin typeface="Arial"/>
                <a:ea typeface="Arial"/>
                <a:cs typeface="Arial"/>
                <a:sym typeface="Arial"/>
              </a:rPr>
              <a:t>Chức năng quản lý dự án chung với nhiều người dùng.</a:t>
            </a:r>
            <a:endParaRPr sz="15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ja-JP" sz="1500">
                <a:solidFill>
                  <a:schemeClr val="dk1"/>
                </a:solidFill>
                <a:latin typeface="Arial"/>
                <a:ea typeface="Arial"/>
                <a:cs typeface="Arial"/>
                <a:sym typeface="Arial"/>
              </a:rPr>
              <a:t>Chức năng quản lý team</a:t>
            </a:r>
            <a:endParaRPr b="1" sz="1500">
              <a:solidFill>
                <a:schemeClr val="dk1"/>
              </a:solidFill>
              <a:latin typeface="Arial"/>
              <a:ea typeface="Arial"/>
              <a:cs typeface="Arial"/>
              <a:sym typeface="Arial"/>
            </a:endParaRPr>
          </a:p>
          <a:p>
            <a:pPr indent="-323850" lvl="0" marL="457200" rtl="0" algn="l">
              <a:lnSpc>
                <a:spcPct val="115000"/>
              </a:lnSpc>
              <a:spcBef>
                <a:spcPts val="1200"/>
              </a:spcBef>
              <a:spcAft>
                <a:spcPts val="0"/>
              </a:spcAft>
              <a:buClr>
                <a:schemeClr val="dk1"/>
              </a:buClr>
              <a:buSzPts val="1500"/>
              <a:buFont typeface="Arial"/>
              <a:buChar char="●"/>
            </a:pPr>
            <a:r>
              <a:rPr lang="ja-JP" sz="1500">
                <a:solidFill>
                  <a:schemeClr val="dk1"/>
                </a:solidFill>
                <a:latin typeface="Arial"/>
                <a:ea typeface="Arial"/>
                <a:cs typeface="Arial"/>
                <a:sym typeface="Arial"/>
              </a:rPr>
              <a:t>Hiển thị danh sách các team trực thuộc.</a:t>
            </a:r>
            <a:endParaRPr sz="15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ts val="1500"/>
              <a:buFont typeface="Arial"/>
              <a:buChar char="●"/>
            </a:pPr>
            <a:r>
              <a:rPr lang="ja-JP" sz="1500">
                <a:solidFill>
                  <a:schemeClr val="dk1"/>
                </a:solidFill>
                <a:latin typeface="Arial"/>
                <a:ea typeface="Arial"/>
                <a:cs typeface="Arial"/>
                <a:sym typeface="Arial"/>
              </a:rPr>
              <a:t>Tạo và xóa team.</a:t>
            </a:r>
            <a:endParaRPr sz="15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ts val="1500"/>
              <a:buFont typeface="Arial"/>
              <a:buChar char="●"/>
            </a:pPr>
            <a:r>
              <a:rPr lang="ja-JP" sz="1500">
                <a:solidFill>
                  <a:schemeClr val="dk1"/>
                </a:solidFill>
                <a:latin typeface="Arial"/>
                <a:ea typeface="Arial"/>
                <a:cs typeface="Arial"/>
                <a:sym typeface="Arial"/>
              </a:rPr>
              <a:t>Chỉnh sửa team (thêm hoặc xóa thành viên).</a:t>
            </a:r>
            <a:br>
              <a:rPr lang="ja-JP" sz="1500">
                <a:solidFill>
                  <a:schemeClr val="dk1"/>
                </a:solidFill>
                <a:latin typeface="Arial"/>
                <a:ea typeface="Arial"/>
                <a:cs typeface="Arial"/>
                <a:sym typeface="Arial"/>
              </a:rPr>
            </a:br>
            <a:r>
              <a:rPr lang="ja-JP" sz="1500">
                <a:solidFill>
                  <a:schemeClr val="dk1"/>
                </a:solidFill>
                <a:latin typeface="Arial"/>
                <a:ea typeface="Arial"/>
                <a:cs typeface="Arial"/>
                <a:sym typeface="Arial"/>
              </a:rPr>
              <a:t>※) Một người dùng có thể tham gia vào nhiều team.</a:t>
            </a:r>
            <a:endParaRPr sz="15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ja-JP" sz="1500">
                <a:solidFill>
                  <a:schemeClr val="dk1"/>
                </a:solidFill>
                <a:latin typeface="Arial"/>
                <a:ea typeface="Arial"/>
                <a:cs typeface="Arial"/>
                <a:sym typeface="Arial"/>
              </a:rPr>
              <a:t>Chức năng quản lý chung</a:t>
            </a:r>
            <a:endParaRPr b="1" sz="1500">
              <a:solidFill>
                <a:schemeClr val="dk1"/>
              </a:solidFill>
              <a:latin typeface="Arial"/>
              <a:ea typeface="Arial"/>
              <a:cs typeface="Arial"/>
              <a:sym typeface="Arial"/>
            </a:endParaRPr>
          </a:p>
          <a:p>
            <a:pPr indent="-323850" lvl="0" marL="457200" rtl="0" algn="l">
              <a:lnSpc>
                <a:spcPct val="115000"/>
              </a:lnSpc>
              <a:spcBef>
                <a:spcPts val="1200"/>
              </a:spcBef>
              <a:spcAft>
                <a:spcPts val="0"/>
              </a:spcAft>
              <a:buClr>
                <a:schemeClr val="dk1"/>
              </a:buClr>
              <a:buSzPts val="1500"/>
              <a:buFont typeface="Arial"/>
              <a:buChar char="●"/>
            </a:pPr>
            <a:r>
              <a:rPr lang="ja-JP" sz="1500">
                <a:solidFill>
                  <a:schemeClr val="dk1"/>
                </a:solidFill>
                <a:latin typeface="Arial"/>
                <a:ea typeface="Arial"/>
                <a:cs typeface="Arial"/>
                <a:sym typeface="Arial"/>
              </a:rPr>
              <a:t>Hiển thị danh sách các project.</a:t>
            </a:r>
            <a:endParaRPr sz="15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ts val="1500"/>
              <a:buFont typeface="Arial"/>
              <a:buChar char="●"/>
            </a:pPr>
            <a:r>
              <a:rPr lang="ja-JP" sz="1500">
                <a:solidFill>
                  <a:schemeClr val="dk1"/>
                </a:solidFill>
                <a:latin typeface="Arial"/>
                <a:ea typeface="Arial"/>
                <a:cs typeface="Arial"/>
                <a:sym typeface="Arial"/>
              </a:rPr>
              <a:t>Tạo và xóa project.</a:t>
            </a:r>
            <a:endParaRPr sz="15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ts val="1500"/>
              <a:buFont typeface="Arial"/>
              <a:buChar char="●"/>
            </a:pPr>
            <a:r>
              <a:rPr lang="ja-JP" sz="1500">
                <a:solidFill>
                  <a:schemeClr val="dk1"/>
                </a:solidFill>
                <a:latin typeface="Arial"/>
                <a:ea typeface="Arial"/>
                <a:cs typeface="Arial"/>
                <a:sym typeface="Arial"/>
              </a:rPr>
              <a:t>Hiển thị hoạt động của từng project.</a:t>
            </a:r>
            <a:endParaRPr sz="15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ts val="1500"/>
              <a:buFont typeface="Arial"/>
              <a:buChar char="●"/>
            </a:pPr>
            <a:r>
              <a:rPr lang="ja-JP" sz="1500">
                <a:solidFill>
                  <a:schemeClr val="dk1"/>
                </a:solidFill>
                <a:latin typeface="Arial"/>
                <a:ea typeface="Arial"/>
                <a:cs typeface="Arial"/>
                <a:sym typeface="Arial"/>
              </a:rPr>
              <a:t>Chức năng bình luận trong project.</a:t>
            </a:r>
            <a:br>
              <a:rPr lang="ja-JP" sz="1500">
                <a:solidFill>
                  <a:schemeClr val="dk1"/>
                </a:solidFill>
                <a:latin typeface="Arial"/>
                <a:ea typeface="Arial"/>
                <a:cs typeface="Arial"/>
                <a:sym typeface="Arial"/>
              </a:rPr>
            </a:br>
            <a:r>
              <a:rPr lang="ja-JP" sz="1500">
                <a:solidFill>
                  <a:schemeClr val="dk1"/>
                </a:solidFill>
                <a:latin typeface="Arial"/>
                <a:ea typeface="Arial"/>
                <a:cs typeface="Arial"/>
                <a:sym typeface="Arial"/>
              </a:rPr>
              <a:t>※) Cho phép trao đổi giữa các thành viên như “Đã sửa ○○” hoặc “Đã kiểm tra nội dung” v.v.</a:t>
            </a:r>
            <a:endParaRPr sz="1500">
              <a:solidFill>
                <a:schemeClr val="dk1"/>
              </a:solidFill>
              <a:latin typeface="Arial"/>
              <a:ea typeface="Arial"/>
              <a:cs typeface="Arial"/>
              <a:sym typeface="Arial"/>
            </a:endParaRPr>
          </a:p>
          <a:p>
            <a:pPr indent="0" lvl="2" marL="914400" rtl="0" algn="l">
              <a:lnSpc>
                <a:spcPct val="110000"/>
              </a:lnSpc>
              <a:spcBef>
                <a:spcPts val="1200"/>
              </a:spcBef>
              <a:spcAft>
                <a:spcPts val="0"/>
              </a:spcAft>
              <a:buSzPts val="1600"/>
              <a:buNone/>
            </a:pPr>
            <a:r>
              <a:t/>
            </a:r>
            <a:endParaRPr sz="1500"/>
          </a:p>
          <a:p>
            <a:pPr indent="-127000" lvl="2" marL="1143000" rtl="0" algn="l">
              <a:lnSpc>
                <a:spcPct val="110000"/>
              </a:lnSpc>
              <a:spcBef>
                <a:spcPts val="320"/>
              </a:spcBef>
              <a:spcAft>
                <a:spcPts val="0"/>
              </a:spcAft>
              <a:buSzPts val="1600"/>
              <a:buNone/>
            </a:pPr>
            <a:r>
              <a:t/>
            </a:r>
            <a:endParaRPr sz="1500"/>
          </a:p>
          <a:p>
            <a:pPr indent="-171450" lvl="1" marL="742950" rtl="0" algn="l">
              <a:lnSpc>
                <a:spcPct val="110000"/>
              </a:lnSpc>
              <a:spcBef>
                <a:spcPts val="360"/>
              </a:spcBef>
              <a:spcAft>
                <a:spcPts val="0"/>
              </a:spcAft>
              <a:buSzPts val="1800"/>
              <a:buNone/>
            </a:pPr>
            <a:r>
              <a:t/>
            </a:r>
            <a:endParaRPr sz="1500"/>
          </a:p>
        </p:txBody>
      </p:sp>
      <p:sp>
        <p:nvSpPr>
          <p:cNvPr id="143" name="Google Shape;143;p13"/>
          <p:cNvSpPr txBox="1"/>
          <p:nvPr>
            <p:ph idx="12" type="sldNum"/>
          </p:nvPr>
        </p:nvSpPr>
        <p:spPr>
          <a:xfrm>
            <a:off x="7545288" y="6504639"/>
            <a:ext cx="2311400" cy="338074"/>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144" name="Google Shape;144;p13"/>
          <p:cNvSpPr txBox="1"/>
          <p:nvPr>
            <p:ph idx="11" type="ftr"/>
          </p:nvPr>
        </p:nvSpPr>
        <p:spPr>
          <a:xfrm>
            <a:off x="200472" y="6507376"/>
            <a:ext cx="6033600" cy="306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JP"/>
              <a:t>© Computer Engineering &amp; Consulting Ltd. All rights reserved.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4"/>
          <p:cNvSpPr txBox="1"/>
          <p:nvPr>
            <p:ph type="title"/>
          </p:nvPr>
        </p:nvSpPr>
        <p:spPr>
          <a:xfrm>
            <a:off x="495300" y="300038"/>
            <a:ext cx="7626052" cy="5619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ja-JP"/>
              <a:t>Khát quát chức năng ～ Quản lý～</a:t>
            </a:r>
            <a:endParaRPr/>
          </a:p>
        </p:txBody>
      </p:sp>
      <p:sp>
        <p:nvSpPr>
          <p:cNvPr id="150" name="Google Shape;150;p14"/>
          <p:cNvSpPr txBox="1"/>
          <p:nvPr>
            <p:ph idx="1" type="body"/>
          </p:nvPr>
        </p:nvSpPr>
        <p:spPr>
          <a:xfrm>
            <a:off x="495300" y="1161801"/>
            <a:ext cx="8915400" cy="5040313"/>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ja-JP" sz="1500">
                <a:solidFill>
                  <a:schemeClr val="dk1"/>
                </a:solidFill>
                <a:latin typeface="Arial"/>
                <a:ea typeface="Arial"/>
                <a:cs typeface="Arial"/>
                <a:sym typeface="Arial"/>
              </a:rPr>
              <a:t>Quản lý</a:t>
            </a:r>
            <a:br>
              <a:rPr b="1" lang="ja-JP" sz="1500">
                <a:solidFill>
                  <a:schemeClr val="dk1"/>
                </a:solidFill>
                <a:latin typeface="Arial"/>
                <a:ea typeface="Arial"/>
                <a:cs typeface="Arial"/>
                <a:sym typeface="Arial"/>
              </a:rPr>
            </a:br>
            <a:r>
              <a:rPr lang="ja-JP" sz="1500">
                <a:solidFill>
                  <a:schemeClr val="dk1"/>
                </a:solidFill>
                <a:latin typeface="Arial"/>
                <a:ea typeface="Arial"/>
                <a:cs typeface="Arial"/>
                <a:sym typeface="Arial"/>
              </a:rPr>
              <a:t>&lt;Chức năng mới&gt;</a:t>
            </a:r>
            <a:endParaRPr sz="1500">
              <a:solidFill>
                <a:schemeClr val="dk1"/>
              </a:solidFill>
              <a:latin typeface="Arial"/>
              <a:ea typeface="Arial"/>
              <a:cs typeface="Arial"/>
              <a:sym typeface="Arial"/>
            </a:endParaRPr>
          </a:p>
          <a:p>
            <a:pPr indent="-323850" lvl="0" marL="457200" rtl="0" algn="l">
              <a:lnSpc>
                <a:spcPct val="115000"/>
              </a:lnSpc>
              <a:spcBef>
                <a:spcPts val="1200"/>
              </a:spcBef>
              <a:spcAft>
                <a:spcPts val="0"/>
              </a:spcAft>
              <a:buClr>
                <a:schemeClr val="dk1"/>
              </a:buClr>
              <a:buSzPts val="1500"/>
              <a:buFont typeface="Arial"/>
              <a:buChar char="●"/>
            </a:pPr>
            <a:r>
              <a:rPr lang="ja-JP" sz="1500">
                <a:solidFill>
                  <a:schemeClr val="dk1"/>
                </a:solidFill>
                <a:latin typeface="Arial"/>
                <a:ea typeface="Arial"/>
                <a:cs typeface="Arial"/>
                <a:sym typeface="Arial"/>
              </a:rPr>
              <a:t>Chức năng cho phép quản lý người dùng kiểm tra tình trạng sử dụng, cài đặt AI được sử dụng và quyền truy cập.</a:t>
            </a:r>
            <a:endParaRPr sz="15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ja-JP" sz="1500">
                <a:solidFill>
                  <a:schemeClr val="dk1"/>
                </a:solidFill>
                <a:latin typeface="Arial"/>
                <a:ea typeface="Arial"/>
                <a:cs typeface="Arial"/>
                <a:sym typeface="Arial"/>
              </a:rPr>
              <a:t>Tình trạng sử dụng</a:t>
            </a:r>
            <a:endParaRPr b="1" sz="1500">
              <a:solidFill>
                <a:schemeClr val="dk1"/>
              </a:solidFill>
              <a:latin typeface="Arial"/>
              <a:ea typeface="Arial"/>
              <a:cs typeface="Arial"/>
              <a:sym typeface="Arial"/>
            </a:endParaRPr>
          </a:p>
          <a:p>
            <a:pPr indent="-323850" lvl="0" marL="457200" rtl="0" algn="l">
              <a:lnSpc>
                <a:spcPct val="115000"/>
              </a:lnSpc>
              <a:spcBef>
                <a:spcPts val="1200"/>
              </a:spcBef>
              <a:spcAft>
                <a:spcPts val="0"/>
              </a:spcAft>
              <a:buClr>
                <a:schemeClr val="dk1"/>
              </a:buClr>
              <a:buSzPts val="1500"/>
              <a:buFont typeface="Arial"/>
              <a:buChar char="●"/>
            </a:pPr>
            <a:r>
              <a:rPr lang="ja-JP" sz="1500">
                <a:solidFill>
                  <a:schemeClr val="dk1"/>
                </a:solidFill>
                <a:latin typeface="Arial"/>
                <a:ea typeface="Arial"/>
                <a:cs typeface="Arial"/>
                <a:sym typeface="Arial"/>
              </a:rPr>
              <a:t>Hiển thị số lượng người dùng hàng tháng, số lần generate Detail design, số lần generate Unit test, và chi phí sử dụng AI dưới dạng biểu đồ.</a:t>
            </a:r>
            <a:br>
              <a:rPr lang="ja-JP" sz="1500">
                <a:solidFill>
                  <a:schemeClr val="dk1"/>
                </a:solidFill>
                <a:latin typeface="Arial"/>
                <a:ea typeface="Arial"/>
                <a:cs typeface="Arial"/>
                <a:sym typeface="Arial"/>
              </a:rPr>
            </a:br>
            <a:r>
              <a:rPr lang="ja-JP" sz="1500">
                <a:solidFill>
                  <a:schemeClr val="dk1"/>
                </a:solidFill>
                <a:latin typeface="Arial"/>
                <a:ea typeface="Arial"/>
                <a:cs typeface="Arial"/>
                <a:sym typeface="Arial"/>
              </a:rPr>
              <a:t>※) Chi phí sử dụng được tính dựa trên số lượng token.</a:t>
            </a:r>
            <a:endParaRPr sz="15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ja-JP" sz="1500">
                <a:solidFill>
                  <a:schemeClr val="dk1"/>
                </a:solidFill>
                <a:latin typeface="Arial"/>
                <a:ea typeface="Arial"/>
                <a:cs typeface="Arial"/>
                <a:sym typeface="Arial"/>
              </a:rPr>
              <a:t>Cài đặt AI sử dụng</a:t>
            </a:r>
            <a:endParaRPr b="1" sz="1500">
              <a:solidFill>
                <a:schemeClr val="dk1"/>
              </a:solidFill>
              <a:latin typeface="Arial"/>
              <a:ea typeface="Arial"/>
              <a:cs typeface="Arial"/>
              <a:sym typeface="Arial"/>
            </a:endParaRPr>
          </a:p>
          <a:p>
            <a:pPr indent="-323850" lvl="0" marL="457200" rtl="0" algn="l">
              <a:lnSpc>
                <a:spcPct val="115000"/>
              </a:lnSpc>
              <a:spcBef>
                <a:spcPts val="1200"/>
              </a:spcBef>
              <a:spcAft>
                <a:spcPts val="0"/>
              </a:spcAft>
              <a:buClr>
                <a:schemeClr val="dk1"/>
              </a:buClr>
              <a:buSzPts val="1500"/>
              <a:buFont typeface="Arial"/>
              <a:buChar char="●"/>
            </a:pPr>
            <a:r>
              <a:rPr lang="ja-JP" sz="1500">
                <a:solidFill>
                  <a:schemeClr val="dk1"/>
                </a:solidFill>
                <a:latin typeface="Arial"/>
                <a:ea typeface="Arial"/>
                <a:cs typeface="Arial"/>
                <a:sym typeface="Arial"/>
              </a:rPr>
              <a:t>Cài đặt AI có thể sử dụng cho từng người dùng.</a:t>
            </a:r>
            <a:endParaRPr sz="15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ts val="1500"/>
              <a:buFont typeface="Arial"/>
              <a:buChar char="●"/>
            </a:pPr>
            <a:r>
              <a:rPr lang="ja-JP" sz="1500">
                <a:solidFill>
                  <a:schemeClr val="dk1"/>
                </a:solidFill>
                <a:latin typeface="Arial"/>
                <a:ea typeface="Arial"/>
                <a:cs typeface="Arial"/>
                <a:sym typeface="Arial"/>
              </a:rPr>
              <a:t>Giả định có 3 AI: “GTP3.5-turbo”, “GPT-4o”, và “Claud3-sonet”.</a:t>
            </a:r>
            <a:endParaRPr sz="15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ja-JP" sz="1500">
                <a:solidFill>
                  <a:schemeClr val="dk1"/>
                </a:solidFill>
                <a:latin typeface="Arial"/>
                <a:ea typeface="Arial"/>
                <a:cs typeface="Arial"/>
                <a:sym typeface="Arial"/>
              </a:rPr>
              <a:t>Cài đặt quyền truy cập</a:t>
            </a:r>
            <a:endParaRPr b="1" sz="1500">
              <a:solidFill>
                <a:schemeClr val="dk1"/>
              </a:solidFill>
              <a:latin typeface="Arial"/>
              <a:ea typeface="Arial"/>
              <a:cs typeface="Arial"/>
              <a:sym typeface="Arial"/>
            </a:endParaRPr>
          </a:p>
          <a:p>
            <a:pPr indent="-323850" lvl="0" marL="457200" rtl="0" algn="l">
              <a:lnSpc>
                <a:spcPct val="115000"/>
              </a:lnSpc>
              <a:spcBef>
                <a:spcPts val="1200"/>
              </a:spcBef>
              <a:spcAft>
                <a:spcPts val="0"/>
              </a:spcAft>
              <a:buClr>
                <a:schemeClr val="dk1"/>
              </a:buClr>
              <a:buSzPts val="1500"/>
              <a:buFont typeface="Arial"/>
              <a:buChar char="●"/>
            </a:pPr>
            <a:r>
              <a:rPr lang="ja-JP" sz="1500">
                <a:solidFill>
                  <a:schemeClr val="dk1"/>
                </a:solidFill>
                <a:latin typeface="Arial"/>
                <a:ea typeface="Arial"/>
                <a:cs typeface="Arial"/>
                <a:sym typeface="Arial"/>
              </a:rPr>
              <a:t>Đăng ký group có quyền truy cập.</a:t>
            </a:r>
            <a:endParaRPr sz="1500"/>
          </a:p>
          <a:p>
            <a:pPr indent="-171450" lvl="1" marL="742950" rtl="0" algn="l">
              <a:lnSpc>
                <a:spcPct val="110000"/>
              </a:lnSpc>
              <a:spcBef>
                <a:spcPts val="1200"/>
              </a:spcBef>
              <a:spcAft>
                <a:spcPts val="0"/>
              </a:spcAft>
              <a:buSzPts val="1800"/>
              <a:buNone/>
            </a:pPr>
            <a:r>
              <a:t/>
            </a:r>
            <a:endParaRPr sz="1500"/>
          </a:p>
        </p:txBody>
      </p:sp>
      <p:sp>
        <p:nvSpPr>
          <p:cNvPr id="151" name="Google Shape;151;p14"/>
          <p:cNvSpPr txBox="1"/>
          <p:nvPr>
            <p:ph idx="12" type="sldNum"/>
          </p:nvPr>
        </p:nvSpPr>
        <p:spPr>
          <a:xfrm>
            <a:off x="7545288" y="6504639"/>
            <a:ext cx="2311400" cy="338074"/>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152" name="Google Shape;152;p14"/>
          <p:cNvSpPr txBox="1"/>
          <p:nvPr>
            <p:ph idx="11" type="ftr"/>
          </p:nvPr>
        </p:nvSpPr>
        <p:spPr>
          <a:xfrm>
            <a:off x="200472" y="6507376"/>
            <a:ext cx="6033600" cy="306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JP"/>
              <a:t>© Computer Engineering &amp; Consulting Ltd. All rights reserved.</a:t>
            </a:r>
            <a:endParaRPr/>
          </a:p>
        </p:txBody>
      </p:sp>
      <p:sp>
        <p:nvSpPr>
          <p:cNvPr id="153" name="Google Shape;153;p14"/>
          <p:cNvSpPr txBox="1"/>
          <p:nvPr/>
        </p:nvSpPr>
        <p:spPr>
          <a:xfrm>
            <a:off x="7403973" y="2022200"/>
            <a:ext cx="2311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Meiryo"/>
                <a:ea typeface="Meiryo"/>
                <a:cs typeface="Meiryo"/>
                <a:sym typeface="Meiryo"/>
              </a:rPr>
              <a:t>&lt;</a:t>
            </a:r>
            <a:r>
              <a:rPr lang="ja-JP">
                <a:solidFill>
                  <a:schemeClr val="dk1"/>
                </a:solidFill>
                <a:latin typeface="Meiryo"/>
                <a:ea typeface="Meiryo"/>
                <a:cs typeface="Meiryo"/>
                <a:sym typeface="Meiryo"/>
              </a:rPr>
              <a:t>Tình trạng sử dụng </a:t>
            </a:r>
            <a:r>
              <a:rPr lang="ja-JP" sz="1400">
                <a:solidFill>
                  <a:schemeClr val="dk1"/>
                </a:solidFill>
                <a:latin typeface="Meiryo"/>
                <a:ea typeface="Meiryo"/>
                <a:cs typeface="Meiryo"/>
                <a:sym typeface="Meiryo"/>
              </a:rPr>
              <a:t>&gt;</a:t>
            </a:r>
            <a:endParaRPr sz="1400">
              <a:solidFill>
                <a:schemeClr val="dk1"/>
              </a:solidFill>
              <a:latin typeface="Meiryo"/>
              <a:ea typeface="Meiryo"/>
              <a:cs typeface="Meiryo"/>
              <a:sym typeface="Meiryo"/>
            </a:endParaRPr>
          </a:p>
        </p:txBody>
      </p:sp>
      <p:sp>
        <p:nvSpPr>
          <p:cNvPr id="154" name="Google Shape;154;p14"/>
          <p:cNvSpPr txBox="1"/>
          <p:nvPr/>
        </p:nvSpPr>
        <p:spPr>
          <a:xfrm>
            <a:off x="7175023" y="3668125"/>
            <a:ext cx="25404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Meiryo"/>
                <a:ea typeface="Meiryo"/>
                <a:cs typeface="Meiryo"/>
                <a:sym typeface="Meiryo"/>
              </a:rPr>
              <a:t>&lt;</a:t>
            </a:r>
            <a:r>
              <a:rPr lang="ja-JP">
                <a:solidFill>
                  <a:schemeClr val="dk1"/>
                </a:solidFill>
                <a:latin typeface="Meiryo"/>
                <a:ea typeface="Meiryo"/>
                <a:cs typeface="Meiryo"/>
                <a:sym typeface="Meiryo"/>
              </a:rPr>
              <a:t>Setting AI sử dụng</a:t>
            </a:r>
            <a:r>
              <a:rPr lang="ja-JP" sz="1400">
                <a:solidFill>
                  <a:schemeClr val="dk1"/>
                </a:solidFill>
                <a:latin typeface="Meiryo"/>
                <a:ea typeface="Meiryo"/>
                <a:cs typeface="Meiryo"/>
                <a:sym typeface="Meiryo"/>
              </a:rPr>
              <a:t>&gt;</a:t>
            </a:r>
            <a:endParaRPr sz="1400">
              <a:solidFill>
                <a:schemeClr val="dk1"/>
              </a:solidFill>
              <a:latin typeface="Meiryo"/>
              <a:ea typeface="Meiryo"/>
              <a:cs typeface="Meiryo"/>
              <a:sym typeface="Meiryo"/>
            </a:endParaRPr>
          </a:p>
        </p:txBody>
      </p:sp>
      <p:sp>
        <p:nvSpPr>
          <p:cNvPr id="155" name="Google Shape;155;p14"/>
          <p:cNvSpPr txBox="1"/>
          <p:nvPr/>
        </p:nvSpPr>
        <p:spPr>
          <a:xfrm>
            <a:off x="6530999" y="5139250"/>
            <a:ext cx="35961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Meiryo"/>
                <a:ea typeface="Meiryo"/>
                <a:cs typeface="Meiryo"/>
                <a:sym typeface="Meiryo"/>
              </a:rPr>
              <a:t>&lt;</a:t>
            </a:r>
            <a:r>
              <a:rPr lang="ja-JP">
                <a:solidFill>
                  <a:schemeClr val="dk1"/>
                </a:solidFill>
                <a:latin typeface="Meiryo"/>
                <a:ea typeface="Meiryo"/>
                <a:cs typeface="Meiryo"/>
                <a:sym typeface="Meiryo"/>
              </a:rPr>
              <a:t>Setting quyền truy cập</a:t>
            </a:r>
            <a:r>
              <a:rPr lang="ja-JP" sz="1400">
                <a:solidFill>
                  <a:schemeClr val="dk1"/>
                </a:solidFill>
                <a:latin typeface="Meiryo"/>
                <a:ea typeface="Meiryo"/>
                <a:cs typeface="Meiryo"/>
                <a:sym typeface="Meiryo"/>
              </a:rPr>
              <a:t>&gt;</a:t>
            </a:r>
            <a:endParaRPr sz="1400">
              <a:solidFill>
                <a:schemeClr val="dk1"/>
              </a:solidFill>
              <a:latin typeface="Meiryo"/>
              <a:ea typeface="Meiryo"/>
              <a:cs typeface="Meiryo"/>
              <a:sym typeface="Meiryo"/>
            </a:endParaRPr>
          </a:p>
        </p:txBody>
      </p:sp>
      <p:pic>
        <p:nvPicPr>
          <p:cNvPr id="156" name="Google Shape;156;p14"/>
          <p:cNvPicPr preferRelativeResize="0"/>
          <p:nvPr/>
        </p:nvPicPr>
        <p:blipFill rotWithShape="1">
          <a:blip r:embed="rId3">
            <a:alphaModFix/>
          </a:blip>
          <a:srcRect b="0" l="0" r="0" t="0"/>
          <a:stretch/>
        </p:blipFill>
        <p:spPr>
          <a:xfrm>
            <a:off x="7170587" y="2292624"/>
            <a:ext cx="1779426" cy="1136376"/>
          </a:xfrm>
          <a:prstGeom prst="rect">
            <a:avLst/>
          </a:prstGeom>
          <a:noFill/>
          <a:ln>
            <a:noFill/>
          </a:ln>
        </p:spPr>
      </p:pic>
      <p:pic>
        <p:nvPicPr>
          <p:cNvPr id="157" name="Google Shape;157;p14"/>
          <p:cNvPicPr preferRelativeResize="0"/>
          <p:nvPr/>
        </p:nvPicPr>
        <p:blipFill rotWithShape="1">
          <a:blip r:embed="rId4">
            <a:alphaModFix/>
          </a:blip>
          <a:srcRect b="0" l="0" r="0" t="0"/>
          <a:stretch/>
        </p:blipFill>
        <p:spPr>
          <a:xfrm>
            <a:off x="6756963" y="3956595"/>
            <a:ext cx="2419116" cy="1036764"/>
          </a:xfrm>
          <a:prstGeom prst="rect">
            <a:avLst/>
          </a:prstGeom>
          <a:noFill/>
          <a:ln>
            <a:noFill/>
          </a:ln>
        </p:spPr>
      </p:pic>
      <p:pic>
        <p:nvPicPr>
          <p:cNvPr id="158" name="Google Shape;158;p14"/>
          <p:cNvPicPr preferRelativeResize="0"/>
          <p:nvPr/>
        </p:nvPicPr>
        <p:blipFill rotWithShape="1">
          <a:blip r:embed="rId5">
            <a:alphaModFix/>
          </a:blip>
          <a:srcRect b="0" l="0" r="0" t="0"/>
          <a:stretch/>
        </p:blipFill>
        <p:spPr>
          <a:xfrm>
            <a:off x="6789700" y="5443586"/>
            <a:ext cx="2471002" cy="118596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5"/>
          <p:cNvSpPr txBox="1"/>
          <p:nvPr>
            <p:ph type="title"/>
          </p:nvPr>
        </p:nvSpPr>
        <p:spPr>
          <a:xfrm>
            <a:off x="495300" y="300038"/>
            <a:ext cx="7626052" cy="5619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ja-JP"/>
              <a:t>Khái quát chức năng ～ Others～</a:t>
            </a:r>
            <a:endParaRPr/>
          </a:p>
        </p:txBody>
      </p:sp>
      <p:sp>
        <p:nvSpPr>
          <p:cNvPr id="164" name="Google Shape;164;p15"/>
          <p:cNvSpPr txBox="1"/>
          <p:nvPr>
            <p:ph idx="1" type="body"/>
          </p:nvPr>
        </p:nvSpPr>
        <p:spPr>
          <a:xfrm>
            <a:off x="495300" y="1196975"/>
            <a:ext cx="8915400" cy="5040313"/>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ja-JP" sz="1500">
                <a:solidFill>
                  <a:schemeClr val="dk1"/>
                </a:solidFill>
                <a:latin typeface="Arial"/>
                <a:ea typeface="Arial"/>
                <a:cs typeface="Arial"/>
                <a:sym typeface="Arial"/>
              </a:rPr>
              <a:t>Xác thực</a:t>
            </a:r>
            <a:endParaRPr b="1" sz="1500">
              <a:solidFill>
                <a:schemeClr val="dk1"/>
              </a:solidFill>
              <a:latin typeface="Arial"/>
              <a:ea typeface="Arial"/>
              <a:cs typeface="Arial"/>
              <a:sym typeface="Arial"/>
            </a:endParaRPr>
          </a:p>
          <a:p>
            <a:pPr indent="-323850" lvl="0" marL="457200" rtl="0" algn="l">
              <a:lnSpc>
                <a:spcPct val="115000"/>
              </a:lnSpc>
              <a:spcBef>
                <a:spcPts val="1200"/>
              </a:spcBef>
              <a:spcAft>
                <a:spcPts val="0"/>
              </a:spcAft>
              <a:buClr>
                <a:schemeClr val="dk1"/>
              </a:buClr>
              <a:buSzPts val="1500"/>
              <a:buFont typeface="Arial"/>
              <a:buChar char="●"/>
            </a:pPr>
            <a:r>
              <a:rPr lang="ja-JP" sz="1500">
                <a:solidFill>
                  <a:schemeClr val="dk1"/>
                </a:solidFill>
                <a:latin typeface="Arial"/>
                <a:ea typeface="Arial"/>
                <a:cs typeface="Arial"/>
                <a:sym typeface="Arial"/>
              </a:rPr>
              <a:t>Lấy thông tin người dùng (tên người dùng, group thuộc về, v.v.) thông qua xác thực AD.</a:t>
            </a:r>
            <a:endParaRPr sz="15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ts val="1500"/>
              <a:buFont typeface="Arial"/>
              <a:buChar char="●"/>
            </a:pPr>
            <a:r>
              <a:rPr lang="ja-JP" sz="1500">
                <a:solidFill>
                  <a:schemeClr val="dk1"/>
                </a:solidFill>
                <a:latin typeface="Arial"/>
                <a:ea typeface="Arial"/>
                <a:cs typeface="Arial"/>
                <a:sym typeface="Arial"/>
              </a:rPr>
              <a:t>Đăng ký group có quyền truy cập trong màn hình quản lý.</a:t>
            </a:r>
            <a:endParaRPr sz="1500">
              <a:solidFill>
                <a:schemeClr val="dk1"/>
              </a:solidFill>
              <a:latin typeface="Arial"/>
              <a:ea typeface="Arial"/>
              <a:cs typeface="Arial"/>
              <a:sym typeface="Arial"/>
            </a:endParaRPr>
          </a:p>
          <a:p>
            <a:pPr indent="-215900" lvl="0" marL="342900" rtl="0" algn="l">
              <a:lnSpc>
                <a:spcPct val="110000"/>
              </a:lnSpc>
              <a:spcBef>
                <a:spcPts val="1200"/>
              </a:spcBef>
              <a:spcAft>
                <a:spcPts val="0"/>
              </a:spcAft>
              <a:buSzPts val="2000"/>
              <a:buNone/>
            </a:pPr>
            <a:r>
              <a:t/>
            </a:r>
            <a:endParaRPr sz="1500"/>
          </a:p>
          <a:p>
            <a:pPr indent="-215900" lvl="0" marL="342900" rtl="0" algn="l">
              <a:lnSpc>
                <a:spcPct val="110000"/>
              </a:lnSpc>
              <a:spcBef>
                <a:spcPts val="400"/>
              </a:spcBef>
              <a:spcAft>
                <a:spcPts val="0"/>
              </a:spcAft>
              <a:buSzPts val="2000"/>
              <a:buNone/>
            </a:pPr>
            <a:r>
              <a:t/>
            </a:r>
            <a:endParaRPr sz="1500"/>
          </a:p>
          <a:p>
            <a:pPr indent="-190500" lvl="0" marL="342900" rtl="0" algn="l">
              <a:lnSpc>
                <a:spcPct val="110000"/>
              </a:lnSpc>
              <a:spcBef>
                <a:spcPts val="480"/>
              </a:spcBef>
              <a:spcAft>
                <a:spcPts val="0"/>
              </a:spcAft>
              <a:buSzPts val="2400"/>
              <a:buNone/>
            </a:pPr>
            <a:r>
              <a:t/>
            </a:r>
            <a:endParaRPr sz="1500"/>
          </a:p>
          <a:p>
            <a:pPr indent="-158750" lvl="1" marL="742950" rtl="0" algn="l">
              <a:lnSpc>
                <a:spcPct val="110000"/>
              </a:lnSpc>
              <a:spcBef>
                <a:spcPts val="400"/>
              </a:spcBef>
              <a:spcAft>
                <a:spcPts val="0"/>
              </a:spcAft>
              <a:buSzPts val="2000"/>
              <a:buNone/>
            </a:pPr>
            <a:r>
              <a:t/>
            </a:r>
            <a:endParaRPr sz="1500"/>
          </a:p>
        </p:txBody>
      </p:sp>
      <p:sp>
        <p:nvSpPr>
          <p:cNvPr id="165" name="Google Shape;165;p15"/>
          <p:cNvSpPr txBox="1"/>
          <p:nvPr>
            <p:ph idx="12" type="sldNum"/>
          </p:nvPr>
        </p:nvSpPr>
        <p:spPr>
          <a:xfrm>
            <a:off x="7545288" y="6504639"/>
            <a:ext cx="2311400" cy="338074"/>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166" name="Google Shape;166;p15"/>
          <p:cNvSpPr txBox="1"/>
          <p:nvPr>
            <p:ph idx="11" type="ftr"/>
          </p:nvPr>
        </p:nvSpPr>
        <p:spPr>
          <a:xfrm>
            <a:off x="200472" y="6507376"/>
            <a:ext cx="6033600" cy="306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JP"/>
              <a:t>© Computer Engineering &amp; Consulting Ltd. All rights reserved.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6"/>
          <p:cNvSpPr txBox="1"/>
          <p:nvPr>
            <p:ph type="title"/>
          </p:nvPr>
        </p:nvSpPr>
        <p:spPr>
          <a:xfrm>
            <a:off x="495300" y="300050"/>
            <a:ext cx="8356500" cy="561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ja-JP" sz="2000"/>
              <a:t>Thông số yêu cầu ～ Yêu cầu phi chức năng (1)～</a:t>
            </a:r>
            <a:endParaRPr sz="2000"/>
          </a:p>
        </p:txBody>
      </p:sp>
      <p:sp>
        <p:nvSpPr>
          <p:cNvPr id="172" name="Google Shape;172;p16"/>
          <p:cNvSpPr txBox="1"/>
          <p:nvPr>
            <p:ph idx="1" type="body"/>
          </p:nvPr>
        </p:nvSpPr>
        <p:spPr>
          <a:xfrm>
            <a:off x="495300" y="1464326"/>
            <a:ext cx="8915400" cy="5040313"/>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ja-JP" sz="1500">
                <a:solidFill>
                  <a:schemeClr val="dk1"/>
                </a:solidFill>
                <a:latin typeface="Arial"/>
                <a:ea typeface="Arial"/>
                <a:cs typeface="Arial"/>
                <a:sym typeface="Arial"/>
              </a:rPr>
              <a:t>Thiết kế giao diện</a:t>
            </a:r>
            <a:endParaRPr b="1" sz="1500">
              <a:solidFill>
                <a:schemeClr val="dk1"/>
              </a:solidFill>
              <a:latin typeface="Arial"/>
              <a:ea typeface="Arial"/>
              <a:cs typeface="Arial"/>
              <a:sym typeface="Arial"/>
            </a:endParaRPr>
          </a:p>
          <a:p>
            <a:pPr indent="-323850" lvl="0" marL="457200" rtl="0" algn="l">
              <a:lnSpc>
                <a:spcPct val="115000"/>
              </a:lnSpc>
              <a:spcBef>
                <a:spcPts val="1200"/>
              </a:spcBef>
              <a:spcAft>
                <a:spcPts val="0"/>
              </a:spcAft>
              <a:buClr>
                <a:schemeClr val="dk1"/>
              </a:buClr>
              <a:buSzPts val="1500"/>
              <a:buFont typeface="Arial"/>
              <a:buChar char="●"/>
            </a:pPr>
            <a:r>
              <a:rPr lang="ja-JP" sz="1500">
                <a:solidFill>
                  <a:schemeClr val="dk1"/>
                </a:solidFill>
                <a:latin typeface="Arial"/>
                <a:ea typeface="Arial"/>
                <a:cs typeface="Arial"/>
                <a:sym typeface="Arial"/>
              </a:rPr>
              <a:t>Thiết kế giao diện sẽ dựa trên "Tham khảo) Hình ảnh giao diện", đồng thời sẽ thống nhất thiết kế và ngôn ngữ hiển thị để cải thiện UX, cũng như thực hiện việc add/delete chức năng giao diện.</a:t>
            </a:r>
            <a:endParaRPr sz="15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ja-JP" sz="1500">
                <a:solidFill>
                  <a:schemeClr val="dk1"/>
                </a:solidFill>
                <a:latin typeface="Arial"/>
                <a:ea typeface="Arial"/>
                <a:cs typeface="Arial"/>
                <a:sym typeface="Arial"/>
              </a:rPr>
              <a:t>Ngôn ngữ triển khai</a:t>
            </a:r>
            <a:endParaRPr b="1" sz="1500">
              <a:solidFill>
                <a:schemeClr val="dk1"/>
              </a:solidFill>
              <a:latin typeface="Arial"/>
              <a:ea typeface="Arial"/>
              <a:cs typeface="Arial"/>
              <a:sym typeface="Arial"/>
            </a:endParaRPr>
          </a:p>
          <a:p>
            <a:pPr indent="-323850" lvl="0" marL="457200" rtl="0" algn="l">
              <a:lnSpc>
                <a:spcPct val="115000"/>
              </a:lnSpc>
              <a:spcBef>
                <a:spcPts val="1200"/>
              </a:spcBef>
              <a:spcAft>
                <a:spcPts val="0"/>
              </a:spcAft>
              <a:buClr>
                <a:schemeClr val="dk1"/>
              </a:buClr>
              <a:buSzPts val="1500"/>
              <a:buFont typeface="Arial"/>
              <a:buChar char="●"/>
            </a:pPr>
            <a:r>
              <a:rPr lang="ja-JP" sz="1500">
                <a:solidFill>
                  <a:schemeClr val="dk1"/>
                </a:solidFill>
                <a:latin typeface="Arial"/>
                <a:ea typeface="Arial"/>
                <a:cs typeface="Arial"/>
                <a:sym typeface="Arial"/>
              </a:rPr>
              <a:t>Python 3.11.8</a:t>
            </a:r>
            <a:endParaRPr sz="15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ts val="1500"/>
              <a:buFont typeface="Arial"/>
              <a:buChar char="●"/>
            </a:pPr>
            <a:r>
              <a:rPr lang="ja-JP" sz="1500">
                <a:solidFill>
                  <a:schemeClr val="dk1"/>
                </a:solidFill>
                <a:latin typeface="Arial"/>
                <a:ea typeface="Arial"/>
                <a:cs typeface="Arial"/>
                <a:sym typeface="Arial"/>
              </a:rPr>
              <a:t>Framework: FastAPI + Jinja2</a:t>
            </a:r>
            <a:endParaRPr sz="15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ts val="1500"/>
              <a:buFont typeface="Arial"/>
              <a:buChar char="●"/>
            </a:pPr>
            <a:r>
              <a:rPr lang="ja-JP" sz="1500">
                <a:solidFill>
                  <a:schemeClr val="dk1"/>
                </a:solidFill>
                <a:latin typeface="Arial"/>
                <a:ea typeface="Arial"/>
                <a:cs typeface="Arial"/>
                <a:sym typeface="Arial"/>
              </a:rPr>
              <a:t>Log: Sử dụng logging.</a:t>
            </a:r>
            <a:endParaRPr sz="15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ja-JP" sz="1500">
                <a:solidFill>
                  <a:schemeClr val="dk1"/>
                </a:solidFill>
                <a:latin typeface="Arial"/>
                <a:ea typeface="Arial"/>
                <a:cs typeface="Arial"/>
                <a:sym typeface="Arial"/>
              </a:rPr>
              <a:t>Hiệu suất</a:t>
            </a:r>
            <a:endParaRPr b="1" sz="1500">
              <a:solidFill>
                <a:schemeClr val="dk1"/>
              </a:solidFill>
              <a:latin typeface="Arial"/>
              <a:ea typeface="Arial"/>
              <a:cs typeface="Arial"/>
              <a:sym typeface="Arial"/>
            </a:endParaRPr>
          </a:p>
          <a:p>
            <a:pPr indent="-323850" lvl="0" marL="457200" rtl="0" algn="l">
              <a:lnSpc>
                <a:spcPct val="115000"/>
              </a:lnSpc>
              <a:spcBef>
                <a:spcPts val="1200"/>
              </a:spcBef>
              <a:spcAft>
                <a:spcPts val="0"/>
              </a:spcAft>
              <a:buClr>
                <a:schemeClr val="dk1"/>
              </a:buClr>
              <a:buSzPts val="1500"/>
              <a:buFont typeface="Arial"/>
              <a:buChar char="●"/>
            </a:pPr>
            <a:r>
              <a:rPr lang="ja-JP" sz="1500">
                <a:solidFill>
                  <a:schemeClr val="dk1"/>
                </a:solidFill>
                <a:latin typeface="Arial"/>
                <a:ea typeface="Arial"/>
                <a:cs typeface="Arial"/>
                <a:sym typeface="Arial"/>
              </a:rPr>
              <a:t>Thời gian generate: Tối ưu hóa tốc độ càng nhanh càng tốt (cần trao đổi về cấu trúc hệ thống).</a:t>
            </a:r>
            <a:endParaRPr sz="15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ts val="1500"/>
              <a:buFont typeface="Arial"/>
              <a:buChar char="●"/>
            </a:pPr>
            <a:r>
              <a:rPr lang="ja-JP" sz="1500">
                <a:solidFill>
                  <a:schemeClr val="dk1"/>
                </a:solidFill>
                <a:latin typeface="Arial"/>
                <a:ea typeface="Arial"/>
                <a:cs typeface="Arial"/>
                <a:sym typeface="Arial"/>
              </a:rPr>
              <a:t>Xử lý API sẽ sử dụng xử lý bất đồng bộ (asynchronous) để đảm bảo nhiều người dùng có thể sử dụng đồng thời.</a:t>
            </a:r>
            <a:br>
              <a:rPr lang="ja-JP" sz="1500">
                <a:solidFill>
                  <a:schemeClr val="dk1"/>
                </a:solidFill>
                <a:latin typeface="Arial"/>
                <a:ea typeface="Arial"/>
                <a:cs typeface="Arial"/>
                <a:sym typeface="Arial"/>
              </a:rPr>
            </a:br>
            <a:r>
              <a:rPr lang="ja-JP" sz="1500">
                <a:solidFill>
                  <a:schemeClr val="dk1"/>
                </a:solidFill>
                <a:latin typeface="Arial"/>
                <a:ea typeface="Arial"/>
                <a:cs typeface="Arial"/>
                <a:sym typeface="Arial"/>
              </a:rPr>
              <a:t>※) Ví dụ: khi một người dùng đang tạo bản tóm tắt, những người dùng khác vẫn có thể làm việc.</a:t>
            </a:r>
            <a:endParaRPr sz="1500">
              <a:solidFill>
                <a:schemeClr val="dk1"/>
              </a:solidFill>
              <a:latin typeface="Arial"/>
              <a:ea typeface="Arial"/>
              <a:cs typeface="Arial"/>
              <a:sym typeface="Arial"/>
            </a:endParaRPr>
          </a:p>
          <a:p>
            <a:pPr indent="0" lvl="1" marL="457200" rtl="0" algn="l">
              <a:lnSpc>
                <a:spcPct val="110000"/>
              </a:lnSpc>
              <a:spcBef>
                <a:spcPts val="1200"/>
              </a:spcBef>
              <a:spcAft>
                <a:spcPts val="0"/>
              </a:spcAft>
              <a:buSzPts val="1800"/>
              <a:buNone/>
            </a:pPr>
            <a:r>
              <a:t/>
            </a:r>
            <a:endParaRPr sz="1500">
              <a:solidFill>
                <a:schemeClr val="dk1"/>
              </a:solidFill>
              <a:latin typeface="Arial"/>
              <a:ea typeface="Arial"/>
              <a:cs typeface="Arial"/>
              <a:sym typeface="Arial"/>
            </a:endParaRPr>
          </a:p>
        </p:txBody>
      </p:sp>
      <p:sp>
        <p:nvSpPr>
          <p:cNvPr id="173" name="Google Shape;173;p16"/>
          <p:cNvSpPr txBox="1"/>
          <p:nvPr>
            <p:ph idx="12" type="sldNum"/>
          </p:nvPr>
        </p:nvSpPr>
        <p:spPr>
          <a:xfrm>
            <a:off x="7545288" y="6504639"/>
            <a:ext cx="2311400" cy="338074"/>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174" name="Google Shape;174;p16"/>
          <p:cNvSpPr txBox="1"/>
          <p:nvPr>
            <p:ph idx="11" type="ftr"/>
          </p:nvPr>
        </p:nvSpPr>
        <p:spPr>
          <a:xfrm>
            <a:off x="200472" y="6507376"/>
            <a:ext cx="6033600" cy="306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JP"/>
              <a:t>© Computer Engineering &amp; Consulting Ltd. All rights reserved.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7"/>
          <p:cNvSpPr txBox="1"/>
          <p:nvPr>
            <p:ph type="title"/>
          </p:nvPr>
        </p:nvSpPr>
        <p:spPr>
          <a:xfrm>
            <a:off x="495300" y="300038"/>
            <a:ext cx="7626052" cy="5619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ja-JP" sz="2000"/>
              <a:t>Thông số yêu cầu ～ Yêu cầu phi chức năng (2)～</a:t>
            </a:r>
            <a:endParaRPr/>
          </a:p>
        </p:txBody>
      </p:sp>
      <p:sp>
        <p:nvSpPr>
          <p:cNvPr id="180" name="Google Shape;180;p17"/>
          <p:cNvSpPr txBox="1"/>
          <p:nvPr>
            <p:ph idx="1" type="body"/>
          </p:nvPr>
        </p:nvSpPr>
        <p:spPr>
          <a:xfrm>
            <a:off x="495300" y="1517649"/>
            <a:ext cx="8915400" cy="5040313"/>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ja-JP" sz="1500">
                <a:solidFill>
                  <a:schemeClr val="dk1"/>
                </a:solidFill>
                <a:latin typeface="Arial"/>
                <a:ea typeface="Arial"/>
                <a:cs typeface="Arial"/>
                <a:sym typeface="Arial"/>
              </a:rPr>
              <a:t>Khả năng mở rộng</a:t>
            </a:r>
            <a:endParaRPr b="1" sz="1500">
              <a:solidFill>
                <a:schemeClr val="dk1"/>
              </a:solidFill>
              <a:latin typeface="Arial"/>
              <a:ea typeface="Arial"/>
              <a:cs typeface="Arial"/>
              <a:sym typeface="Arial"/>
            </a:endParaRPr>
          </a:p>
          <a:p>
            <a:pPr indent="-323850" lvl="0" marL="457200" rtl="0" algn="l">
              <a:lnSpc>
                <a:spcPct val="115000"/>
              </a:lnSpc>
              <a:spcBef>
                <a:spcPts val="1200"/>
              </a:spcBef>
              <a:spcAft>
                <a:spcPts val="0"/>
              </a:spcAft>
              <a:buClr>
                <a:schemeClr val="dk1"/>
              </a:buClr>
              <a:buSzPts val="1500"/>
              <a:buFont typeface="Arial"/>
              <a:buChar char="●"/>
            </a:pPr>
            <a:r>
              <a:rPr lang="ja-JP" sz="1500">
                <a:solidFill>
                  <a:schemeClr val="dk1"/>
                </a:solidFill>
                <a:latin typeface="Arial"/>
                <a:ea typeface="Arial"/>
                <a:cs typeface="Arial"/>
                <a:sym typeface="Arial"/>
              </a:rPr>
              <a:t>Thiết lập giao diện để có thể dễ dàng thêm ngôn ngữ hỗ trợ.</a:t>
            </a:r>
            <a:endParaRPr sz="1500">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rPr b="1" lang="ja-JP" sz="1500">
                <a:solidFill>
                  <a:schemeClr val="dk1"/>
                </a:solidFill>
                <a:latin typeface="Arial"/>
                <a:ea typeface="Arial"/>
                <a:cs typeface="Arial"/>
                <a:sym typeface="Arial"/>
              </a:rPr>
              <a:t>Vận hành và bảo trì</a:t>
            </a:r>
            <a:endParaRPr b="1" sz="1500">
              <a:solidFill>
                <a:schemeClr val="dk1"/>
              </a:solidFill>
              <a:latin typeface="Arial"/>
              <a:ea typeface="Arial"/>
              <a:cs typeface="Arial"/>
              <a:sym typeface="Arial"/>
            </a:endParaRPr>
          </a:p>
          <a:p>
            <a:pPr indent="-323850" lvl="0" marL="457200" rtl="0" algn="l">
              <a:lnSpc>
                <a:spcPct val="115000"/>
              </a:lnSpc>
              <a:spcBef>
                <a:spcPts val="1200"/>
              </a:spcBef>
              <a:spcAft>
                <a:spcPts val="0"/>
              </a:spcAft>
              <a:buClr>
                <a:schemeClr val="dk1"/>
              </a:buClr>
              <a:buSzPts val="1500"/>
              <a:buFont typeface="Arial"/>
              <a:buChar char="●"/>
            </a:pPr>
            <a:r>
              <a:rPr lang="ja-JP" sz="1500">
                <a:solidFill>
                  <a:schemeClr val="dk1"/>
                </a:solidFill>
                <a:latin typeface="Arial"/>
                <a:ea typeface="Arial"/>
                <a:cs typeface="Arial"/>
                <a:sym typeface="Arial"/>
              </a:rPr>
              <a:t>Trong trường hợp xảy ra lỗi, hệ thống cần duy trì hoạt động càng nhiều càng tốt.</a:t>
            </a:r>
            <a:br>
              <a:rPr lang="ja-JP" sz="1500">
                <a:solidFill>
                  <a:schemeClr val="dk1"/>
                </a:solidFill>
                <a:latin typeface="Arial"/>
                <a:ea typeface="Arial"/>
                <a:cs typeface="Arial"/>
                <a:sym typeface="Arial"/>
              </a:rPr>
            </a:br>
            <a:r>
              <a:rPr lang="ja-JP" sz="1500">
                <a:solidFill>
                  <a:schemeClr val="dk1"/>
                </a:solidFill>
                <a:latin typeface="Arial"/>
                <a:ea typeface="Arial"/>
                <a:cs typeface="Arial"/>
                <a:sym typeface="Arial"/>
              </a:rPr>
              <a:t>Ví dụ:</a:t>
            </a:r>
            <a:endParaRPr sz="1500">
              <a:solidFill>
                <a:schemeClr val="dk1"/>
              </a:solidFill>
              <a:latin typeface="Arial"/>
              <a:ea typeface="Arial"/>
              <a:cs typeface="Arial"/>
              <a:sym typeface="Arial"/>
            </a:endParaRPr>
          </a:p>
          <a:p>
            <a:pPr indent="-323850" lvl="1" marL="914400" rtl="0" algn="l">
              <a:lnSpc>
                <a:spcPct val="115000"/>
              </a:lnSpc>
              <a:spcBef>
                <a:spcPts val="0"/>
              </a:spcBef>
              <a:spcAft>
                <a:spcPts val="0"/>
              </a:spcAft>
              <a:buClr>
                <a:schemeClr val="dk1"/>
              </a:buClr>
              <a:buSzPts val="1500"/>
              <a:buFont typeface="Arial"/>
              <a:buChar char="○"/>
            </a:pPr>
            <a:r>
              <a:rPr lang="ja-JP" sz="1500">
                <a:solidFill>
                  <a:schemeClr val="dk1"/>
                </a:solidFill>
                <a:latin typeface="Arial"/>
                <a:ea typeface="Arial"/>
                <a:cs typeface="Arial"/>
                <a:sym typeface="Arial"/>
              </a:rPr>
              <a:t>Xảy ra bất đồng bộ dữ liệu trong DB → Hiển thị hộp thoại lỗi, vẫn có thể truy cập dữ liệu bình thường.</a:t>
            </a:r>
            <a:endParaRPr sz="1500">
              <a:solidFill>
                <a:schemeClr val="dk1"/>
              </a:solidFill>
              <a:latin typeface="Arial"/>
              <a:ea typeface="Arial"/>
              <a:cs typeface="Arial"/>
              <a:sym typeface="Arial"/>
            </a:endParaRPr>
          </a:p>
          <a:p>
            <a:pPr indent="-323850" lvl="1" marL="914400" rtl="0" algn="l">
              <a:lnSpc>
                <a:spcPct val="115000"/>
              </a:lnSpc>
              <a:spcBef>
                <a:spcPts val="0"/>
              </a:spcBef>
              <a:spcAft>
                <a:spcPts val="0"/>
              </a:spcAft>
              <a:buClr>
                <a:schemeClr val="dk1"/>
              </a:buClr>
              <a:buSzPts val="1500"/>
              <a:buFont typeface="Arial"/>
              <a:buChar char="○"/>
            </a:pPr>
            <a:r>
              <a:rPr lang="ja-JP" sz="1500">
                <a:solidFill>
                  <a:schemeClr val="dk1"/>
                </a:solidFill>
                <a:latin typeface="Arial"/>
                <a:ea typeface="Arial"/>
                <a:cs typeface="Arial"/>
                <a:sym typeface="Arial"/>
              </a:rPr>
              <a:t>Xảy ra lỗi trong quá trình xử lý của AI → Hiển thị hộp thoại lỗi, cho phép gửi lại yêu cầu xử lý.</a:t>
            </a:r>
            <a:endParaRPr sz="1500">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rPr b="1" lang="ja-JP" sz="1500">
                <a:solidFill>
                  <a:schemeClr val="dk1"/>
                </a:solidFill>
                <a:latin typeface="Arial"/>
                <a:ea typeface="Arial"/>
                <a:cs typeface="Arial"/>
                <a:sym typeface="Arial"/>
              </a:rPr>
              <a:t>Log vận hành</a:t>
            </a:r>
            <a:endParaRPr b="1" sz="1500">
              <a:solidFill>
                <a:schemeClr val="dk1"/>
              </a:solidFill>
              <a:latin typeface="Arial"/>
              <a:ea typeface="Arial"/>
              <a:cs typeface="Arial"/>
              <a:sym typeface="Arial"/>
            </a:endParaRPr>
          </a:p>
          <a:p>
            <a:pPr indent="-323850" lvl="0" marL="457200" rtl="0" algn="l">
              <a:lnSpc>
                <a:spcPct val="115000"/>
              </a:lnSpc>
              <a:spcBef>
                <a:spcPts val="1200"/>
              </a:spcBef>
              <a:spcAft>
                <a:spcPts val="0"/>
              </a:spcAft>
              <a:buClr>
                <a:schemeClr val="dk1"/>
              </a:buClr>
              <a:buSzPts val="1500"/>
              <a:buFont typeface="Arial"/>
              <a:buChar char="●"/>
            </a:pPr>
            <a:r>
              <a:rPr lang="ja-JP" sz="1500">
                <a:solidFill>
                  <a:schemeClr val="dk1"/>
                </a:solidFill>
                <a:latin typeface="Arial"/>
                <a:ea typeface="Arial"/>
                <a:cs typeface="Arial"/>
                <a:sym typeface="Arial"/>
              </a:rPr>
              <a:t>Khi xảy ra lỗi, ghi lại log để điều tra nguyên nhân.</a:t>
            </a:r>
            <a:endParaRPr sz="15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ts val="1500"/>
              <a:buFont typeface="Arial"/>
              <a:buChar char="●"/>
            </a:pPr>
            <a:r>
              <a:rPr lang="ja-JP" sz="1500">
                <a:solidFill>
                  <a:schemeClr val="dk1"/>
                </a:solidFill>
                <a:latin typeface="Arial"/>
                <a:ea typeface="Arial"/>
                <a:cs typeface="Arial"/>
                <a:sym typeface="Arial"/>
              </a:rPr>
              <a:t>Log hoạt động cần có khả năng chuyển đổi mức độ log (log level)</a:t>
            </a:r>
            <a:endParaRPr sz="1500">
              <a:solidFill>
                <a:schemeClr val="dk1"/>
              </a:solidFill>
              <a:latin typeface="Arial"/>
              <a:ea typeface="Arial"/>
              <a:cs typeface="Arial"/>
              <a:sym typeface="Arial"/>
            </a:endParaRPr>
          </a:p>
          <a:p>
            <a:pPr indent="-311150" lvl="0" marL="342900" rtl="0" algn="l">
              <a:lnSpc>
                <a:spcPct val="110000"/>
              </a:lnSpc>
              <a:spcBef>
                <a:spcPts val="0"/>
              </a:spcBef>
              <a:spcAft>
                <a:spcPts val="0"/>
              </a:spcAft>
              <a:buSzPts val="1500"/>
              <a:buChar char="■"/>
            </a:pPr>
            <a:r>
              <a:t/>
            </a:r>
            <a:endParaRPr sz="1500"/>
          </a:p>
        </p:txBody>
      </p:sp>
      <p:sp>
        <p:nvSpPr>
          <p:cNvPr id="181" name="Google Shape;181;p17"/>
          <p:cNvSpPr txBox="1"/>
          <p:nvPr>
            <p:ph idx="12" type="sldNum"/>
          </p:nvPr>
        </p:nvSpPr>
        <p:spPr>
          <a:xfrm>
            <a:off x="7545288" y="6504639"/>
            <a:ext cx="2311400" cy="338074"/>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182" name="Google Shape;182;p17"/>
          <p:cNvSpPr txBox="1"/>
          <p:nvPr>
            <p:ph idx="11" type="ftr"/>
          </p:nvPr>
        </p:nvSpPr>
        <p:spPr>
          <a:xfrm>
            <a:off x="200472" y="6507376"/>
            <a:ext cx="6033600" cy="306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JP"/>
              <a:t>© Computer Engineering &amp; Consulting Ltd. All rights reserved.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8"/>
          <p:cNvSpPr txBox="1"/>
          <p:nvPr>
            <p:ph type="title"/>
          </p:nvPr>
        </p:nvSpPr>
        <p:spPr>
          <a:xfrm>
            <a:off x="495300" y="300038"/>
            <a:ext cx="7626052" cy="5619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ja-JP"/>
              <a:t>Sản phẩm bàn giao</a:t>
            </a:r>
            <a:endParaRPr/>
          </a:p>
        </p:txBody>
      </p:sp>
      <p:sp>
        <p:nvSpPr>
          <p:cNvPr id="188" name="Google Shape;188;p18"/>
          <p:cNvSpPr txBox="1"/>
          <p:nvPr>
            <p:ph idx="1" type="body"/>
          </p:nvPr>
        </p:nvSpPr>
        <p:spPr>
          <a:xfrm>
            <a:off x="475037" y="1052736"/>
            <a:ext cx="8915400" cy="5505226"/>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ja-JP" sz="1500">
                <a:solidFill>
                  <a:schemeClr val="dk1"/>
                </a:solidFill>
                <a:latin typeface="Arial"/>
                <a:ea typeface="Arial"/>
                <a:cs typeface="Arial"/>
                <a:sym typeface="Arial"/>
              </a:rPr>
              <a:t>Tài liệu thiết kế</a:t>
            </a:r>
            <a:endParaRPr b="1" sz="1500">
              <a:solidFill>
                <a:schemeClr val="dk1"/>
              </a:solidFill>
              <a:latin typeface="Arial"/>
              <a:ea typeface="Arial"/>
              <a:cs typeface="Arial"/>
              <a:sym typeface="Arial"/>
            </a:endParaRPr>
          </a:p>
          <a:p>
            <a:pPr indent="-323850" lvl="0" marL="457200" rtl="0" algn="l">
              <a:lnSpc>
                <a:spcPct val="115000"/>
              </a:lnSpc>
              <a:spcBef>
                <a:spcPts val="1200"/>
              </a:spcBef>
              <a:spcAft>
                <a:spcPts val="0"/>
              </a:spcAft>
              <a:buClr>
                <a:schemeClr val="dk1"/>
              </a:buClr>
              <a:buSzPts val="1500"/>
              <a:buFont typeface="Arial"/>
              <a:buChar char="●"/>
            </a:pPr>
            <a:r>
              <a:rPr lang="ja-JP" sz="1500">
                <a:solidFill>
                  <a:schemeClr val="dk1"/>
                </a:solidFill>
                <a:latin typeface="Arial"/>
                <a:ea typeface="Arial"/>
                <a:cs typeface="Arial"/>
                <a:sym typeface="Arial"/>
              </a:rPr>
              <a:t>Tài liệu đặc tả bên ngoài/external specs</a:t>
            </a:r>
            <a:endParaRPr sz="15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ts val="1500"/>
              <a:buFont typeface="Arial"/>
              <a:buChar char="●"/>
            </a:pPr>
            <a:r>
              <a:rPr lang="ja-JP" sz="1500">
                <a:solidFill>
                  <a:schemeClr val="dk1"/>
                </a:solidFill>
                <a:latin typeface="Arial"/>
                <a:ea typeface="Arial"/>
                <a:cs typeface="Arial"/>
                <a:sym typeface="Arial"/>
              </a:rPr>
              <a:t>Sơ đồ cấu trúc hệ thống (sơ đồ cấu trúc hệ thống cơ bản được cung cấp bởi CEC)</a:t>
            </a:r>
            <a:endParaRPr sz="15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ts val="1500"/>
              <a:buFont typeface="Arial"/>
              <a:buChar char="●"/>
            </a:pPr>
            <a:r>
              <a:rPr lang="ja-JP" sz="1500">
                <a:solidFill>
                  <a:schemeClr val="dk1"/>
                </a:solidFill>
                <a:latin typeface="Arial"/>
                <a:ea typeface="Arial"/>
                <a:cs typeface="Arial"/>
                <a:sym typeface="Arial"/>
              </a:rPr>
              <a:t>Tài liệu thiết kế cơ bản (API, giao diện, DB)</a:t>
            </a:r>
            <a:endParaRPr sz="15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ja-JP" sz="1500">
                <a:solidFill>
                  <a:schemeClr val="dk1"/>
                </a:solidFill>
                <a:latin typeface="Arial"/>
                <a:ea typeface="Arial"/>
                <a:cs typeface="Arial"/>
                <a:sym typeface="Arial"/>
              </a:rPr>
              <a:t>Tài liệu và dữ liệu test</a:t>
            </a:r>
            <a:endParaRPr b="1" sz="1500">
              <a:solidFill>
                <a:schemeClr val="dk1"/>
              </a:solidFill>
              <a:latin typeface="Arial"/>
              <a:ea typeface="Arial"/>
              <a:cs typeface="Arial"/>
              <a:sym typeface="Arial"/>
            </a:endParaRPr>
          </a:p>
          <a:p>
            <a:pPr indent="-323850" lvl="0" marL="457200" rtl="0" algn="l">
              <a:lnSpc>
                <a:spcPct val="115000"/>
              </a:lnSpc>
              <a:spcBef>
                <a:spcPts val="1200"/>
              </a:spcBef>
              <a:spcAft>
                <a:spcPts val="0"/>
              </a:spcAft>
              <a:buClr>
                <a:schemeClr val="dk1"/>
              </a:buClr>
              <a:buSzPts val="1500"/>
              <a:buFont typeface="Arial"/>
              <a:buChar char="●"/>
            </a:pPr>
            <a:r>
              <a:rPr lang="ja-JP" sz="1500">
                <a:solidFill>
                  <a:schemeClr val="dk1"/>
                </a:solidFill>
                <a:latin typeface="Arial"/>
                <a:ea typeface="Arial"/>
                <a:cs typeface="Arial"/>
                <a:sym typeface="Arial"/>
              </a:rPr>
              <a:t>Tài liệu đặc tả test IT/ST</a:t>
            </a:r>
            <a:endParaRPr sz="15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ts val="1500"/>
              <a:buFont typeface="Arial"/>
              <a:buChar char="●"/>
            </a:pPr>
            <a:r>
              <a:rPr lang="ja-JP" sz="1500">
                <a:solidFill>
                  <a:schemeClr val="dk1"/>
                </a:solidFill>
                <a:latin typeface="Arial"/>
                <a:ea typeface="Arial"/>
                <a:cs typeface="Arial"/>
                <a:sym typeface="Arial"/>
              </a:rPr>
              <a:t>Dữ liệu test đã sử dụng trong ST</a:t>
            </a:r>
            <a:endParaRPr sz="15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ja-JP" sz="1500">
                <a:solidFill>
                  <a:schemeClr val="dk1"/>
                </a:solidFill>
                <a:latin typeface="Arial"/>
                <a:ea typeface="Arial"/>
                <a:cs typeface="Arial"/>
                <a:sym typeface="Arial"/>
              </a:rPr>
              <a:t>Khác</a:t>
            </a:r>
            <a:endParaRPr b="1" sz="1500">
              <a:solidFill>
                <a:schemeClr val="dk1"/>
              </a:solidFill>
              <a:latin typeface="Arial"/>
              <a:ea typeface="Arial"/>
              <a:cs typeface="Arial"/>
              <a:sym typeface="Arial"/>
            </a:endParaRPr>
          </a:p>
          <a:p>
            <a:pPr indent="-323850" lvl="0" marL="457200" rtl="0" algn="l">
              <a:lnSpc>
                <a:spcPct val="115000"/>
              </a:lnSpc>
              <a:spcBef>
                <a:spcPts val="1200"/>
              </a:spcBef>
              <a:spcAft>
                <a:spcPts val="0"/>
              </a:spcAft>
              <a:buClr>
                <a:schemeClr val="dk1"/>
              </a:buClr>
              <a:buSzPts val="1500"/>
              <a:buFont typeface="Arial"/>
              <a:buChar char="●"/>
            </a:pPr>
            <a:r>
              <a:rPr lang="ja-JP" sz="1500">
                <a:solidFill>
                  <a:schemeClr val="dk1"/>
                </a:solidFill>
                <a:latin typeface="Arial"/>
                <a:ea typeface="Arial"/>
                <a:cs typeface="Arial"/>
                <a:sym typeface="Arial"/>
              </a:rPr>
              <a:t>Source code, file Compose</a:t>
            </a:r>
            <a:endParaRPr sz="15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ts val="1500"/>
              <a:buFont typeface="Arial"/>
              <a:buChar char="●"/>
            </a:pPr>
            <a:r>
              <a:rPr lang="ja-JP" sz="1500">
                <a:solidFill>
                  <a:schemeClr val="dk1"/>
                </a:solidFill>
                <a:latin typeface="Arial"/>
                <a:ea typeface="Arial"/>
                <a:cs typeface="Arial"/>
                <a:sym typeface="Arial"/>
              </a:rPr>
              <a:t>Hướng dẫn quy trình xây dựng môi trường</a:t>
            </a:r>
            <a:endParaRPr sz="1500">
              <a:solidFill>
                <a:schemeClr val="dk1"/>
              </a:solidFill>
              <a:latin typeface="Arial"/>
              <a:ea typeface="Arial"/>
              <a:cs typeface="Arial"/>
              <a:sym typeface="Arial"/>
            </a:endParaRPr>
          </a:p>
          <a:p>
            <a:pPr indent="0" lvl="0" marL="152400" rtl="0" algn="l">
              <a:lnSpc>
                <a:spcPct val="110000"/>
              </a:lnSpc>
              <a:spcBef>
                <a:spcPts val="1200"/>
              </a:spcBef>
              <a:spcAft>
                <a:spcPts val="0"/>
              </a:spcAft>
              <a:buSzPts val="2400"/>
              <a:buNone/>
            </a:pPr>
            <a:r>
              <a:t/>
            </a:r>
            <a:endParaRPr sz="1500"/>
          </a:p>
        </p:txBody>
      </p:sp>
      <p:sp>
        <p:nvSpPr>
          <p:cNvPr id="189" name="Google Shape;189;p18"/>
          <p:cNvSpPr txBox="1"/>
          <p:nvPr>
            <p:ph idx="12" type="sldNum"/>
          </p:nvPr>
        </p:nvSpPr>
        <p:spPr>
          <a:xfrm>
            <a:off x="7545288" y="6504639"/>
            <a:ext cx="2311400" cy="338074"/>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190" name="Google Shape;190;p18"/>
          <p:cNvSpPr txBox="1"/>
          <p:nvPr>
            <p:ph idx="11" type="ftr"/>
          </p:nvPr>
        </p:nvSpPr>
        <p:spPr>
          <a:xfrm>
            <a:off x="200472" y="6507376"/>
            <a:ext cx="6033600" cy="306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JP"/>
              <a:t>© Computer Engineering &amp; Consulting Ltd. All rights reserved.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graphicFrame>
        <p:nvGraphicFramePr>
          <p:cNvPr id="195" name="Google Shape;195;p19"/>
          <p:cNvGraphicFramePr/>
          <p:nvPr/>
        </p:nvGraphicFramePr>
        <p:xfrm>
          <a:off x="704528" y="1340768"/>
          <a:ext cx="3000000" cy="3000000"/>
        </p:xfrm>
        <a:graphic>
          <a:graphicData uri="http://schemas.openxmlformats.org/drawingml/2006/table">
            <a:tbl>
              <a:tblPr bandRow="1" firstRow="1">
                <a:noFill/>
                <a:tableStyleId>{66D2BF51-DE93-4691-8D05-A770EB8CBEBA}</a:tableStyleId>
              </a:tblPr>
              <a:tblGrid>
                <a:gridCol w="493950"/>
                <a:gridCol w="2231925"/>
                <a:gridCol w="1324900"/>
                <a:gridCol w="1534100"/>
                <a:gridCol w="1534100"/>
                <a:gridCol w="1534100"/>
              </a:tblGrid>
              <a:tr h="259075">
                <a:tc>
                  <a:txBody>
                    <a:bodyPr/>
                    <a:lstStyle/>
                    <a:p>
                      <a:pPr indent="0" lvl="0" marL="0" marR="0" rtl="0" algn="l">
                        <a:spcBef>
                          <a:spcPts val="0"/>
                        </a:spcBef>
                        <a:spcAft>
                          <a:spcPts val="0"/>
                        </a:spcAft>
                        <a:buNone/>
                      </a:pPr>
                      <a:r>
                        <a:rPr lang="ja-JP" sz="1100" u="none" cap="none" strike="noStrike"/>
                        <a:t>No.</a:t>
                      </a:r>
                      <a:endParaRPr sz="1100"/>
                    </a:p>
                  </a:txBody>
                  <a:tcPr marT="45725" marB="45725" marR="91450" marL="91450"/>
                </a:tc>
                <a:tc>
                  <a:txBody>
                    <a:bodyPr/>
                    <a:lstStyle/>
                    <a:p>
                      <a:pPr indent="0" lvl="0" marL="0" marR="0" rtl="0" algn="l">
                        <a:spcBef>
                          <a:spcPts val="0"/>
                        </a:spcBef>
                        <a:spcAft>
                          <a:spcPts val="0"/>
                        </a:spcAft>
                        <a:buNone/>
                      </a:pPr>
                      <a:r>
                        <a:rPr lang="ja-JP" sz="1100"/>
                        <a:t>作業内容</a:t>
                      </a:r>
                      <a:endParaRPr/>
                    </a:p>
                  </a:txBody>
                  <a:tcPr marT="45725" marB="45725" marR="91450" marL="91450"/>
                </a:tc>
                <a:tc>
                  <a:txBody>
                    <a:bodyPr/>
                    <a:lstStyle/>
                    <a:p>
                      <a:pPr indent="0" lvl="0" marL="0" marR="0" rtl="0" algn="l">
                        <a:spcBef>
                          <a:spcPts val="0"/>
                        </a:spcBef>
                        <a:spcAft>
                          <a:spcPts val="0"/>
                        </a:spcAft>
                        <a:buNone/>
                      </a:pPr>
                      <a:r>
                        <a:rPr lang="ja-JP" sz="1100"/>
                        <a:t>担当</a:t>
                      </a:r>
                      <a:endParaRPr/>
                    </a:p>
                  </a:txBody>
                  <a:tcPr marT="45725" marB="45725" marR="91450" marL="91450"/>
                </a:tc>
                <a:tc>
                  <a:txBody>
                    <a:bodyPr/>
                    <a:lstStyle/>
                    <a:p>
                      <a:pPr indent="0" lvl="0" marL="0" marR="0" rtl="0" algn="l">
                        <a:spcBef>
                          <a:spcPts val="0"/>
                        </a:spcBef>
                        <a:spcAft>
                          <a:spcPts val="0"/>
                        </a:spcAft>
                        <a:buNone/>
                      </a:pPr>
                      <a:r>
                        <a:rPr lang="ja-JP" sz="1100"/>
                        <a:t>N月</a:t>
                      </a:r>
                      <a:endParaRPr/>
                    </a:p>
                  </a:txBody>
                  <a:tcPr marT="45725" marB="45725" marR="91450" marL="91450"/>
                </a:tc>
                <a:tc>
                  <a:txBody>
                    <a:bodyPr/>
                    <a:lstStyle/>
                    <a:p>
                      <a:pPr indent="0" lvl="0" marL="0" marR="0" rtl="0" algn="l">
                        <a:spcBef>
                          <a:spcPts val="0"/>
                        </a:spcBef>
                        <a:spcAft>
                          <a:spcPts val="0"/>
                        </a:spcAft>
                        <a:buNone/>
                      </a:pPr>
                      <a:r>
                        <a:rPr lang="ja-JP" sz="1100"/>
                        <a:t>N+1月</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100"/>
                        <a:buFont typeface="Arial"/>
                        <a:buNone/>
                      </a:pPr>
                      <a:r>
                        <a:rPr lang="ja-JP" sz="1100"/>
                        <a:t>N+2月</a:t>
                      </a:r>
                      <a:endParaRPr/>
                    </a:p>
                  </a:txBody>
                  <a:tcPr marT="45725" marB="45725" marR="91450" marL="91450"/>
                </a:tc>
              </a:tr>
              <a:tr h="259075">
                <a:tc>
                  <a:txBody>
                    <a:bodyPr/>
                    <a:lstStyle/>
                    <a:p>
                      <a:pPr indent="0" lvl="0" marL="0" marR="0" rtl="0" algn="l">
                        <a:spcBef>
                          <a:spcPts val="0"/>
                        </a:spcBef>
                        <a:spcAft>
                          <a:spcPts val="0"/>
                        </a:spcAft>
                        <a:buNone/>
                      </a:pPr>
                      <a:r>
                        <a:rPr lang="ja-JP" sz="1050">
                          <a:solidFill>
                            <a:schemeClr val="dk1"/>
                          </a:solidFill>
                        </a:rPr>
                        <a:t>1</a:t>
                      </a:r>
                      <a:endParaRPr sz="1050">
                        <a:solidFill>
                          <a:schemeClr val="dk1"/>
                        </a:solidFill>
                      </a:endParaRPr>
                    </a:p>
                  </a:txBody>
                  <a:tcPr marT="45725" marB="45725" marR="91450" marL="91450"/>
                </a:tc>
                <a:tc>
                  <a:txBody>
                    <a:bodyPr/>
                    <a:lstStyle/>
                    <a:p>
                      <a:pPr indent="0" lvl="0" marL="0" marR="0" rtl="0" algn="l">
                        <a:spcBef>
                          <a:spcPts val="0"/>
                        </a:spcBef>
                        <a:spcAft>
                          <a:spcPts val="0"/>
                        </a:spcAft>
                        <a:buNone/>
                      </a:pPr>
                      <a:r>
                        <a:rPr lang="ja-JP" sz="1050">
                          <a:solidFill>
                            <a:schemeClr val="dk1"/>
                          </a:solidFill>
                        </a:rPr>
                        <a:t>発注</a:t>
                      </a:r>
                      <a:endParaRPr/>
                    </a:p>
                  </a:txBody>
                  <a:tcPr marT="45725" marB="45725" marR="91450" marL="91450"/>
                </a:tc>
                <a:tc>
                  <a:txBody>
                    <a:bodyPr/>
                    <a:lstStyle/>
                    <a:p>
                      <a:pPr indent="0" lvl="0" marL="0" marR="0" rtl="0" algn="l">
                        <a:spcBef>
                          <a:spcPts val="0"/>
                        </a:spcBef>
                        <a:spcAft>
                          <a:spcPts val="0"/>
                        </a:spcAft>
                        <a:buNone/>
                      </a:pPr>
                      <a:r>
                        <a:rPr lang="ja-JP" sz="1050">
                          <a:solidFill>
                            <a:schemeClr val="dk1"/>
                          </a:solidFill>
                        </a:rPr>
                        <a:t>シーイーシー</a:t>
                      </a:r>
                      <a:endParaRPr/>
                    </a:p>
                  </a:txBody>
                  <a:tcPr marT="45725" marB="45725" marR="91450" marL="91450"/>
                </a:tc>
                <a:tc>
                  <a:txBody>
                    <a:bodyPr/>
                    <a:lstStyle/>
                    <a:p>
                      <a:pPr indent="0" lvl="0" marL="0" marR="0" rtl="0" algn="l">
                        <a:spcBef>
                          <a:spcPts val="0"/>
                        </a:spcBef>
                        <a:spcAft>
                          <a:spcPts val="0"/>
                        </a:spcAft>
                        <a:buNone/>
                      </a:pPr>
                      <a:r>
                        <a:t/>
                      </a:r>
                      <a:endParaRPr sz="1050"/>
                    </a:p>
                  </a:txBody>
                  <a:tcPr marT="45725" marB="45725" marR="91450" marL="91450"/>
                </a:tc>
                <a:tc>
                  <a:txBody>
                    <a:bodyPr/>
                    <a:lstStyle/>
                    <a:p>
                      <a:pPr indent="0" lvl="0" marL="0" marR="0" rtl="0" algn="l">
                        <a:spcBef>
                          <a:spcPts val="0"/>
                        </a:spcBef>
                        <a:spcAft>
                          <a:spcPts val="0"/>
                        </a:spcAft>
                        <a:buNone/>
                      </a:pPr>
                      <a:r>
                        <a:t/>
                      </a:r>
                      <a:endParaRPr sz="1050"/>
                    </a:p>
                  </a:txBody>
                  <a:tcPr marT="45725" marB="45725" marR="91450" marL="91450"/>
                </a:tc>
                <a:tc>
                  <a:txBody>
                    <a:bodyPr/>
                    <a:lstStyle/>
                    <a:p>
                      <a:pPr indent="0" lvl="0" marL="0" marR="0" rtl="0" algn="l">
                        <a:spcBef>
                          <a:spcPts val="0"/>
                        </a:spcBef>
                        <a:spcAft>
                          <a:spcPts val="0"/>
                        </a:spcAft>
                        <a:buNone/>
                      </a:pPr>
                      <a:r>
                        <a:t/>
                      </a:r>
                      <a:endParaRPr sz="1050"/>
                    </a:p>
                  </a:txBody>
                  <a:tcPr marT="45725" marB="45725" marR="91450" marL="91450"/>
                </a:tc>
              </a:tr>
              <a:tr h="259075">
                <a:tc>
                  <a:txBody>
                    <a:bodyPr/>
                    <a:lstStyle/>
                    <a:p>
                      <a:pPr indent="0" lvl="0" marL="0" marR="0" rtl="0" algn="l">
                        <a:spcBef>
                          <a:spcPts val="0"/>
                        </a:spcBef>
                        <a:spcAft>
                          <a:spcPts val="0"/>
                        </a:spcAft>
                        <a:buNone/>
                      </a:pPr>
                      <a:r>
                        <a:rPr lang="ja-JP" sz="1050">
                          <a:solidFill>
                            <a:srgbClr val="FF0000"/>
                          </a:solidFill>
                        </a:rPr>
                        <a:t>2</a:t>
                      </a:r>
                      <a:endParaRPr sz="1050">
                        <a:solidFill>
                          <a:srgbClr val="FF0000"/>
                        </a:solidFill>
                      </a:endParaRPr>
                    </a:p>
                  </a:txBody>
                  <a:tcPr marT="45725" marB="45725" marR="91450" marL="91450"/>
                </a:tc>
                <a:tc>
                  <a:txBody>
                    <a:bodyPr/>
                    <a:lstStyle/>
                    <a:p>
                      <a:pPr indent="0" lvl="0" marL="0" marR="0" rtl="0" algn="l">
                        <a:spcBef>
                          <a:spcPts val="0"/>
                        </a:spcBef>
                        <a:spcAft>
                          <a:spcPts val="0"/>
                        </a:spcAft>
                        <a:buNone/>
                      </a:pPr>
                      <a:r>
                        <a:rPr lang="ja-JP" sz="1050">
                          <a:solidFill>
                            <a:srgbClr val="FF0000"/>
                          </a:solidFill>
                        </a:rPr>
                        <a:t>外部仕様書作成</a:t>
                      </a:r>
                      <a:endParaRPr/>
                    </a:p>
                  </a:txBody>
                  <a:tcPr marT="45725" marB="45725" marR="91450" marL="91450"/>
                </a:tc>
                <a:tc>
                  <a:txBody>
                    <a:bodyPr/>
                    <a:lstStyle/>
                    <a:p>
                      <a:pPr indent="0" lvl="0" marL="0" marR="0" rtl="0" algn="l">
                        <a:spcBef>
                          <a:spcPts val="0"/>
                        </a:spcBef>
                        <a:spcAft>
                          <a:spcPts val="0"/>
                        </a:spcAft>
                        <a:buNone/>
                      </a:pPr>
                      <a:r>
                        <a:rPr lang="ja-JP" sz="1050">
                          <a:solidFill>
                            <a:srgbClr val="FF0000"/>
                          </a:solidFill>
                        </a:rPr>
                        <a:t>xxx様</a:t>
                      </a:r>
                      <a:endParaRPr/>
                    </a:p>
                  </a:txBody>
                  <a:tcPr marT="45725" marB="45725" marR="91450" marL="91450"/>
                </a:tc>
                <a:tc>
                  <a:txBody>
                    <a:bodyPr/>
                    <a:lstStyle/>
                    <a:p>
                      <a:pPr indent="0" lvl="0" marL="0" marR="0" rtl="0" algn="l">
                        <a:spcBef>
                          <a:spcPts val="0"/>
                        </a:spcBef>
                        <a:spcAft>
                          <a:spcPts val="0"/>
                        </a:spcAft>
                        <a:buNone/>
                      </a:pPr>
                      <a:r>
                        <a:t/>
                      </a:r>
                      <a:endParaRPr sz="1050"/>
                    </a:p>
                  </a:txBody>
                  <a:tcPr marT="45725" marB="45725" marR="91450" marL="91450"/>
                </a:tc>
                <a:tc>
                  <a:txBody>
                    <a:bodyPr/>
                    <a:lstStyle/>
                    <a:p>
                      <a:pPr indent="0" lvl="0" marL="0" marR="0" rtl="0" algn="l">
                        <a:spcBef>
                          <a:spcPts val="0"/>
                        </a:spcBef>
                        <a:spcAft>
                          <a:spcPts val="0"/>
                        </a:spcAft>
                        <a:buNone/>
                      </a:pPr>
                      <a:r>
                        <a:t/>
                      </a:r>
                      <a:endParaRPr sz="1050"/>
                    </a:p>
                  </a:txBody>
                  <a:tcPr marT="45725" marB="45725" marR="91450" marL="91450"/>
                </a:tc>
                <a:tc>
                  <a:txBody>
                    <a:bodyPr/>
                    <a:lstStyle/>
                    <a:p>
                      <a:pPr indent="0" lvl="0" marL="0" marR="0" rtl="0" algn="l">
                        <a:spcBef>
                          <a:spcPts val="0"/>
                        </a:spcBef>
                        <a:spcAft>
                          <a:spcPts val="0"/>
                        </a:spcAft>
                        <a:buNone/>
                      </a:pPr>
                      <a:r>
                        <a:t/>
                      </a:r>
                      <a:endParaRPr sz="1050"/>
                    </a:p>
                  </a:txBody>
                  <a:tcPr marT="45725" marB="45725" marR="91450" marL="91450"/>
                </a:tc>
              </a:tr>
              <a:tr h="259075">
                <a:tc>
                  <a:txBody>
                    <a:bodyPr/>
                    <a:lstStyle/>
                    <a:p>
                      <a:pPr indent="0" lvl="0" marL="0" marR="0" rtl="0" algn="l">
                        <a:spcBef>
                          <a:spcPts val="0"/>
                        </a:spcBef>
                        <a:spcAft>
                          <a:spcPts val="0"/>
                        </a:spcAft>
                        <a:buNone/>
                      </a:pPr>
                      <a:r>
                        <a:rPr lang="ja-JP" sz="1050">
                          <a:solidFill>
                            <a:schemeClr val="dk1"/>
                          </a:solidFill>
                        </a:rPr>
                        <a:t>3</a:t>
                      </a:r>
                      <a:endParaRPr sz="1050">
                        <a:solidFill>
                          <a:schemeClr val="dk1"/>
                        </a:solidFill>
                      </a:endParaRPr>
                    </a:p>
                  </a:txBody>
                  <a:tcPr marT="45725" marB="45725" marR="91450" marL="91450"/>
                </a:tc>
                <a:tc>
                  <a:txBody>
                    <a:bodyPr/>
                    <a:lstStyle/>
                    <a:p>
                      <a:pPr indent="0" lvl="0" marL="0" marR="0" rtl="0" algn="l">
                        <a:spcBef>
                          <a:spcPts val="0"/>
                        </a:spcBef>
                        <a:spcAft>
                          <a:spcPts val="0"/>
                        </a:spcAft>
                        <a:buNone/>
                      </a:pPr>
                      <a:r>
                        <a:rPr lang="ja-JP" sz="1050">
                          <a:solidFill>
                            <a:schemeClr val="dk1"/>
                          </a:solidFill>
                        </a:rPr>
                        <a:t>外部仕様書レビュー</a:t>
                      </a:r>
                      <a:endParaRPr/>
                    </a:p>
                  </a:txBody>
                  <a:tcPr marT="45725" marB="45725" marR="91450" marL="91450"/>
                </a:tc>
                <a:tc>
                  <a:txBody>
                    <a:bodyPr/>
                    <a:lstStyle/>
                    <a:p>
                      <a:pPr indent="0" lvl="0" marL="0" marR="0" rtl="0" algn="l">
                        <a:spcBef>
                          <a:spcPts val="0"/>
                        </a:spcBef>
                        <a:spcAft>
                          <a:spcPts val="0"/>
                        </a:spcAft>
                        <a:buNone/>
                      </a:pPr>
                      <a:r>
                        <a:rPr lang="ja-JP" sz="1050">
                          <a:solidFill>
                            <a:schemeClr val="dk1"/>
                          </a:solidFill>
                        </a:rPr>
                        <a:t>シーイーシー</a:t>
                      </a:r>
                      <a:endParaRPr/>
                    </a:p>
                  </a:txBody>
                  <a:tcPr marT="45725" marB="45725" marR="91450" marL="91450"/>
                </a:tc>
                <a:tc>
                  <a:txBody>
                    <a:bodyPr/>
                    <a:lstStyle/>
                    <a:p>
                      <a:pPr indent="0" lvl="0" marL="0" marR="0" rtl="0" algn="l">
                        <a:spcBef>
                          <a:spcPts val="0"/>
                        </a:spcBef>
                        <a:spcAft>
                          <a:spcPts val="0"/>
                        </a:spcAft>
                        <a:buNone/>
                      </a:pPr>
                      <a:r>
                        <a:t/>
                      </a:r>
                      <a:endParaRPr sz="1050"/>
                    </a:p>
                  </a:txBody>
                  <a:tcPr marT="45725" marB="45725" marR="91450" marL="91450"/>
                </a:tc>
                <a:tc>
                  <a:txBody>
                    <a:bodyPr/>
                    <a:lstStyle/>
                    <a:p>
                      <a:pPr indent="0" lvl="0" marL="0" marR="0" rtl="0" algn="l">
                        <a:spcBef>
                          <a:spcPts val="0"/>
                        </a:spcBef>
                        <a:spcAft>
                          <a:spcPts val="0"/>
                        </a:spcAft>
                        <a:buNone/>
                      </a:pPr>
                      <a:r>
                        <a:t/>
                      </a:r>
                      <a:endParaRPr sz="1050"/>
                    </a:p>
                  </a:txBody>
                  <a:tcPr marT="45725" marB="45725" marR="91450" marL="91450"/>
                </a:tc>
                <a:tc>
                  <a:txBody>
                    <a:bodyPr/>
                    <a:lstStyle/>
                    <a:p>
                      <a:pPr indent="0" lvl="0" marL="0" marR="0" rtl="0" algn="l">
                        <a:spcBef>
                          <a:spcPts val="0"/>
                        </a:spcBef>
                        <a:spcAft>
                          <a:spcPts val="0"/>
                        </a:spcAft>
                        <a:buNone/>
                      </a:pPr>
                      <a:r>
                        <a:t/>
                      </a:r>
                      <a:endParaRPr sz="1050"/>
                    </a:p>
                  </a:txBody>
                  <a:tcPr marT="45725" marB="45725" marR="91450" marL="91450"/>
                </a:tc>
              </a:tr>
              <a:tr h="259075">
                <a:tc>
                  <a:txBody>
                    <a:bodyPr/>
                    <a:lstStyle/>
                    <a:p>
                      <a:pPr indent="0" lvl="0" marL="0" marR="0" rtl="0" algn="l">
                        <a:spcBef>
                          <a:spcPts val="0"/>
                        </a:spcBef>
                        <a:spcAft>
                          <a:spcPts val="0"/>
                        </a:spcAft>
                        <a:buNone/>
                      </a:pPr>
                      <a:r>
                        <a:rPr lang="ja-JP" sz="1050">
                          <a:solidFill>
                            <a:srgbClr val="FF0000"/>
                          </a:solidFill>
                        </a:rPr>
                        <a:t>4</a:t>
                      </a:r>
                      <a:endParaRPr sz="1050">
                        <a:solidFill>
                          <a:srgbClr val="FF0000"/>
                        </a:solidFill>
                      </a:endParaRPr>
                    </a:p>
                  </a:txBody>
                  <a:tcPr marT="45725" marB="45725" marR="91450" marL="91450"/>
                </a:tc>
                <a:tc>
                  <a:txBody>
                    <a:bodyPr/>
                    <a:lstStyle/>
                    <a:p>
                      <a:pPr indent="0" lvl="0" marL="0" marR="0" rtl="0" algn="l">
                        <a:spcBef>
                          <a:spcPts val="0"/>
                        </a:spcBef>
                        <a:spcAft>
                          <a:spcPts val="0"/>
                        </a:spcAft>
                        <a:buNone/>
                      </a:pPr>
                      <a:r>
                        <a:rPr lang="ja-JP" sz="1050">
                          <a:solidFill>
                            <a:srgbClr val="FF0000"/>
                          </a:solidFill>
                        </a:rPr>
                        <a:t>開発（設計/実装/テスト)</a:t>
                      </a:r>
                      <a:endParaRPr sz="1050">
                        <a:solidFill>
                          <a:srgbClr val="FF0000"/>
                        </a:solidFill>
                      </a:endParaRPr>
                    </a:p>
                  </a:txBody>
                  <a:tcPr marT="45725" marB="45725" marR="91450" marL="91450"/>
                </a:tc>
                <a:tc>
                  <a:txBody>
                    <a:bodyPr/>
                    <a:lstStyle/>
                    <a:p>
                      <a:pPr indent="0" lvl="0" marL="0" marR="0" rtl="0" algn="l">
                        <a:lnSpc>
                          <a:spcPct val="100000"/>
                        </a:lnSpc>
                        <a:spcBef>
                          <a:spcPts val="0"/>
                        </a:spcBef>
                        <a:spcAft>
                          <a:spcPts val="0"/>
                        </a:spcAft>
                        <a:buClr>
                          <a:srgbClr val="FF0000"/>
                        </a:buClr>
                        <a:buSzPts val="1050"/>
                        <a:buFont typeface="Arial"/>
                        <a:buNone/>
                      </a:pPr>
                      <a:r>
                        <a:rPr lang="ja-JP" sz="1050">
                          <a:solidFill>
                            <a:srgbClr val="FF0000"/>
                          </a:solidFill>
                        </a:rPr>
                        <a:t>xxx様</a:t>
                      </a:r>
                      <a:endParaRPr/>
                    </a:p>
                  </a:txBody>
                  <a:tcPr marT="45725" marB="45725" marR="91450" marL="91450"/>
                </a:tc>
                <a:tc>
                  <a:txBody>
                    <a:bodyPr/>
                    <a:lstStyle/>
                    <a:p>
                      <a:pPr indent="0" lvl="0" marL="0" marR="0" rtl="0" algn="l">
                        <a:spcBef>
                          <a:spcPts val="0"/>
                        </a:spcBef>
                        <a:spcAft>
                          <a:spcPts val="0"/>
                        </a:spcAft>
                        <a:buNone/>
                      </a:pPr>
                      <a:r>
                        <a:t/>
                      </a:r>
                      <a:endParaRPr sz="1050"/>
                    </a:p>
                  </a:txBody>
                  <a:tcPr marT="45725" marB="45725" marR="91450" marL="91450"/>
                </a:tc>
                <a:tc>
                  <a:txBody>
                    <a:bodyPr/>
                    <a:lstStyle/>
                    <a:p>
                      <a:pPr indent="0" lvl="0" marL="0" marR="0" rtl="0" algn="l">
                        <a:spcBef>
                          <a:spcPts val="0"/>
                        </a:spcBef>
                        <a:spcAft>
                          <a:spcPts val="0"/>
                        </a:spcAft>
                        <a:buNone/>
                      </a:pPr>
                      <a:r>
                        <a:t/>
                      </a:r>
                      <a:endParaRPr sz="1050"/>
                    </a:p>
                  </a:txBody>
                  <a:tcPr marT="45725" marB="45725" marR="91450" marL="91450"/>
                </a:tc>
                <a:tc>
                  <a:txBody>
                    <a:bodyPr/>
                    <a:lstStyle/>
                    <a:p>
                      <a:pPr indent="0" lvl="0" marL="0" marR="0" rtl="0" algn="l">
                        <a:spcBef>
                          <a:spcPts val="0"/>
                        </a:spcBef>
                        <a:spcAft>
                          <a:spcPts val="0"/>
                        </a:spcAft>
                        <a:buNone/>
                      </a:pPr>
                      <a:r>
                        <a:t/>
                      </a:r>
                      <a:endParaRPr sz="1050"/>
                    </a:p>
                  </a:txBody>
                  <a:tcPr marT="45725" marB="45725" marR="91450" marL="91450"/>
                </a:tc>
              </a:tr>
              <a:tr h="259075">
                <a:tc>
                  <a:txBody>
                    <a:bodyPr/>
                    <a:lstStyle/>
                    <a:p>
                      <a:pPr indent="0" lvl="0" marL="0" marR="0" rtl="0" algn="l">
                        <a:spcBef>
                          <a:spcPts val="0"/>
                        </a:spcBef>
                        <a:spcAft>
                          <a:spcPts val="0"/>
                        </a:spcAft>
                        <a:buNone/>
                      </a:pPr>
                      <a:r>
                        <a:rPr lang="ja-JP" sz="1050">
                          <a:solidFill>
                            <a:schemeClr val="dk1"/>
                          </a:solidFill>
                        </a:rPr>
                        <a:t>5</a:t>
                      </a:r>
                      <a:endParaRPr sz="1050">
                        <a:solidFill>
                          <a:schemeClr val="dk1"/>
                        </a:solidFill>
                      </a:endParaRPr>
                    </a:p>
                  </a:txBody>
                  <a:tcPr marT="45725" marB="45725" marR="91450" marL="91450"/>
                </a:tc>
                <a:tc>
                  <a:txBody>
                    <a:bodyPr/>
                    <a:lstStyle/>
                    <a:p>
                      <a:pPr indent="0" lvl="0" marL="0" marR="0" rtl="0" algn="l">
                        <a:spcBef>
                          <a:spcPts val="0"/>
                        </a:spcBef>
                        <a:spcAft>
                          <a:spcPts val="0"/>
                        </a:spcAft>
                        <a:buNone/>
                      </a:pPr>
                      <a:r>
                        <a:rPr lang="ja-JP" sz="1050">
                          <a:solidFill>
                            <a:schemeClr val="dk1"/>
                          </a:solidFill>
                        </a:rPr>
                        <a:t>ST仕様書レビュー</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050"/>
                        <a:buFont typeface="Arial"/>
                        <a:buNone/>
                      </a:pPr>
                      <a:r>
                        <a:rPr lang="ja-JP" sz="1050">
                          <a:solidFill>
                            <a:schemeClr val="dk1"/>
                          </a:solidFill>
                        </a:rPr>
                        <a:t>シーイーシー</a:t>
                      </a:r>
                      <a:endParaRPr sz="105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050"/>
                    </a:p>
                  </a:txBody>
                  <a:tcPr marT="45725" marB="45725" marR="91450" marL="91450"/>
                </a:tc>
                <a:tc>
                  <a:txBody>
                    <a:bodyPr/>
                    <a:lstStyle/>
                    <a:p>
                      <a:pPr indent="0" lvl="0" marL="0" marR="0" rtl="0" algn="l">
                        <a:spcBef>
                          <a:spcPts val="0"/>
                        </a:spcBef>
                        <a:spcAft>
                          <a:spcPts val="0"/>
                        </a:spcAft>
                        <a:buNone/>
                      </a:pPr>
                      <a:r>
                        <a:t/>
                      </a:r>
                      <a:endParaRPr sz="1050"/>
                    </a:p>
                  </a:txBody>
                  <a:tcPr marT="45725" marB="45725" marR="91450" marL="91450"/>
                </a:tc>
                <a:tc>
                  <a:txBody>
                    <a:bodyPr/>
                    <a:lstStyle/>
                    <a:p>
                      <a:pPr indent="0" lvl="0" marL="0" marR="0" rtl="0" algn="l">
                        <a:spcBef>
                          <a:spcPts val="0"/>
                        </a:spcBef>
                        <a:spcAft>
                          <a:spcPts val="0"/>
                        </a:spcAft>
                        <a:buNone/>
                      </a:pPr>
                      <a:r>
                        <a:t/>
                      </a:r>
                      <a:endParaRPr sz="1050"/>
                    </a:p>
                  </a:txBody>
                  <a:tcPr marT="45725" marB="45725" marR="91450" marL="91450"/>
                </a:tc>
              </a:tr>
              <a:tr h="285125">
                <a:tc>
                  <a:txBody>
                    <a:bodyPr/>
                    <a:lstStyle/>
                    <a:p>
                      <a:pPr indent="0" lvl="0" marL="0" marR="0" rtl="0" algn="l">
                        <a:spcBef>
                          <a:spcPts val="0"/>
                        </a:spcBef>
                        <a:spcAft>
                          <a:spcPts val="0"/>
                        </a:spcAft>
                        <a:buNone/>
                      </a:pPr>
                      <a:r>
                        <a:rPr lang="ja-JP" sz="1050">
                          <a:solidFill>
                            <a:srgbClr val="FF0000"/>
                          </a:solidFill>
                        </a:rPr>
                        <a:t>6</a:t>
                      </a:r>
                      <a:endParaRPr sz="1050">
                        <a:solidFill>
                          <a:srgbClr val="FF0000"/>
                        </a:solidFill>
                      </a:endParaRPr>
                    </a:p>
                  </a:txBody>
                  <a:tcPr marT="45725" marB="45725" marR="91450" marL="91450"/>
                </a:tc>
                <a:tc>
                  <a:txBody>
                    <a:bodyPr/>
                    <a:lstStyle/>
                    <a:p>
                      <a:pPr indent="0" lvl="0" marL="0" marR="0" rtl="0" algn="l">
                        <a:spcBef>
                          <a:spcPts val="0"/>
                        </a:spcBef>
                        <a:spcAft>
                          <a:spcPts val="0"/>
                        </a:spcAft>
                        <a:buNone/>
                      </a:pPr>
                      <a:r>
                        <a:rPr lang="ja-JP" sz="1050">
                          <a:solidFill>
                            <a:srgbClr val="FF0000"/>
                          </a:solidFill>
                        </a:rPr>
                        <a:t>定期MTG(1回/1～2W)</a:t>
                      </a:r>
                      <a:endParaRPr sz="1050">
                        <a:solidFill>
                          <a:srgbClr val="FF0000"/>
                        </a:solidFill>
                      </a:endParaRPr>
                    </a:p>
                  </a:txBody>
                  <a:tcPr marT="45725" marB="45725" marR="91450" marL="91450"/>
                </a:tc>
                <a:tc>
                  <a:txBody>
                    <a:bodyPr/>
                    <a:lstStyle/>
                    <a:p>
                      <a:pPr indent="0" lvl="0" marL="0" marR="0" rtl="0" algn="l">
                        <a:lnSpc>
                          <a:spcPct val="100000"/>
                        </a:lnSpc>
                        <a:spcBef>
                          <a:spcPts val="0"/>
                        </a:spcBef>
                        <a:spcAft>
                          <a:spcPts val="0"/>
                        </a:spcAft>
                        <a:buClr>
                          <a:srgbClr val="FF0000"/>
                        </a:buClr>
                        <a:buSzPts val="1050"/>
                        <a:buFont typeface="Arial"/>
                        <a:buNone/>
                      </a:pPr>
                      <a:r>
                        <a:rPr lang="ja-JP" sz="1050">
                          <a:solidFill>
                            <a:srgbClr val="FF0000"/>
                          </a:solidFill>
                        </a:rPr>
                        <a:t>シーイーシー</a:t>
                      </a:r>
                      <a:endParaRPr sz="1050">
                        <a:solidFill>
                          <a:srgbClr val="FF0000"/>
                        </a:solidFill>
                      </a:endParaRPr>
                    </a:p>
                    <a:p>
                      <a:pPr indent="0" lvl="0" marL="0" marR="0" rtl="0" algn="l">
                        <a:lnSpc>
                          <a:spcPct val="100000"/>
                        </a:lnSpc>
                        <a:spcBef>
                          <a:spcPts val="0"/>
                        </a:spcBef>
                        <a:spcAft>
                          <a:spcPts val="0"/>
                        </a:spcAft>
                        <a:buClr>
                          <a:srgbClr val="FF0000"/>
                        </a:buClr>
                        <a:buSzPts val="1050"/>
                        <a:buFont typeface="Arial"/>
                        <a:buNone/>
                      </a:pPr>
                      <a:r>
                        <a:rPr lang="ja-JP" sz="1050">
                          <a:solidFill>
                            <a:srgbClr val="FF0000"/>
                          </a:solidFill>
                        </a:rPr>
                        <a:t>xxx様</a:t>
                      </a:r>
                      <a:endParaRPr/>
                    </a:p>
                  </a:txBody>
                  <a:tcPr marT="45725" marB="45725" marR="91450" marL="91450"/>
                </a:tc>
                <a:tc>
                  <a:txBody>
                    <a:bodyPr/>
                    <a:lstStyle/>
                    <a:p>
                      <a:pPr indent="0" lvl="0" marL="0" marR="0" rtl="0" algn="l">
                        <a:spcBef>
                          <a:spcPts val="0"/>
                        </a:spcBef>
                        <a:spcAft>
                          <a:spcPts val="0"/>
                        </a:spcAft>
                        <a:buNone/>
                      </a:pPr>
                      <a:r>
                        <a:t/>
                      </a:r>
                      <a:endParaRPr sz="1050"/>
                    </a:p>
                  </a:txBody>
                  <a:tcPr marT="45725" marB="45725" marR="91450" marL="91450"/>
                </a:tc>
                <a:tc>
                  <a:txBody>
                    <a:bodyPr/>
                    <a:lstStyle/>
                    <a:p>
                      <a:pPr indent="0" lvl="0" marL="0" marR="0" rtl="0" algn="l">
                        <a:spcBef>
                          <a:spcPts val="0"/>
                        </a:spcBef>
                        <a:spcAft>
                          <a:spcPts val="0"/>
                        </a:spcAft>
                        <a:buNone/>
                      </a:pPr>
                      <a:r>
                        <a:t/>
                      </a:r>
                      <a:endParaRPr sz="1050"/>
                    </a:p>
                  </a:txBody>
                  <a:tcPr marT="45725" marB="45725" marR="91450" marL="91450"/>
                </a:tc>
                <a:tc>
                  <a:txBody>
                    <a:bodyPr/>
                    <a:lstStyle/>
                    <a:p>
                      <a:pPr indent="0" lvl="0" marL="0" marR="0" rtl="0" algn="l">
                        <a:spcBef>
                          <a:spcPts val="0"/>
                        </a:spcBef>
                        <a:spcAft>
                          <a:spcPts val="0"/>
                        </a:spcAft>
                        <a:buNone/>
                      </a:pPr>
                      <a:r>
                        <a:t/>
                      </a:r>
                      <a:endParaRPr sz="1050"/>
                    </a:p>
                  </a:txBody>
                  <a:tcPr marT="45725" marB="45725" marR="91450" marL="91450"/>
                </a:tc>
              </a:tr>
              <a:tr h="259075">
                <a:tc>
                  <a:txBody>
                    <a:bodyPr/>
                    <a:lstStyle/>
                    <a:p>
                      <a:pPr indent="0" lvl="0" marL="0" marR="0" rtl="0" algn="l">
                        <a:spcBef>
                          <a:spcPts val="0"/>
                        </a:spcBef>
                        <a:spcAft>
                          <a:spcPts val="0"/>
                        </a:spcAft>
                        <a:buNone/>
                      </a:pPr>
                      <a:r>
                        <a:rPr lang="ja-JP" sz="1050">
                          <a:solidFill>
                            <a:srgbClr val="FF0000"/>
                          </a:solidFill>
                        </a:rPr>
                        <a:t>7</a:t>
                      </a:r>
                      <a:endParaRPr sz="1050">
                        <a:solidFill>
                          <a:srgbClr val="FF0000"/>
                        </a:solidFill>
                      </a:endParaRPr>
                    </a:p>
                  </a:txBody>
                  <a:tcPr marT="45725" marB="45725" marR="91450" marL="91450"/>
                </a:tc>
                <a:tc>
                  <a:txBody>
                    <a:bodyPr/>
                    <a:lstStyle/>
                    <a:p>
                      <a:pPr indent="0" lvl="0" marL="0" marR="0" rtl="0" algn="l">
                        <a:spcBef>
                          <a:spcPts val="0"/>
                        </a:spcBef>
                        <a:spcAft>
                          <a:spcPts val="0"/>
                        </a:spcAft>
                        <a:buNone/>
                      </a:pPr>
                      <a:r>
                        <a:rPr lang="ja-JP" sz="1050">
                          <a:solidFill>
                            <a:srgbClr val="FF0000"/>
                          </a:solidFill>
                        </a:rPr>
                        <a:t>納品</a:t>
                      </a:r>
                      <a:endParaRPr/>
                    </a:p>
                  </a:txBody>
                  <a:tcPr marT="45725" marB="45725" marR="91450" marL="91450"/>
                </a:tc>
                <a:tc>
                  <a:txBody>
                    <a:bodyPr/>
                    <a:lstStyle/>
                    <a:p>
                      <a:pPr indent="0" lvl="0" marL="0" marR="0" rtl="0" algn="l">
                        <a:lnSpc>
                          <a:spcPct val="100000"/>
                        </a:lnSpc>
                        <a:spcBef>
                          <a:spcPts val="0"/>
                        </a:spcBef>
                        <a:spcAft>
                          <a:spcPts val="0"/>
                        </a:spcAft>
                        <a:buClr>
                          <a:srgbClr val="FF0000"/>
                        </a:buClr>
                        <a:buSzPts val="1050"/>
                        <a:buFont typeface="Arial"/>
                        <a:buNone/>
                      </a:pPr>
                      <a:r>
                        <a:rPr lang="ja-JP" sz="1050">
                          <a:solidFill>
                            <a:srgbClr val="FF0000"/>
                          </a:solidFill>
                        </a:rPr>
                        <a:t>xxx様</a:t>
                      </a:r>
                      <a:endParaRPr/>
                    </a:p>
                  </a:txBody>
                  <a:tcPr marT="45725" marB="45725" marR="91450" marL="91450"/>
                </a:tc>
                <a:tc>
                  <a:txBody>
                    <a:bodyPr/>
                    <a:lstStyle/>
                    <a:p>
                      <a:pPr indent="0" lvl="0" marL="0" marR="0" rtl="0" algn="l">
                        <a:spcBef>
                          <a:spcPts val="0"/>
                        </a:spcBef>
                        <a:spcAft>
                          <a:spcPts val="0"/>
                        </a:spcAft>
                        <a:buNone/>
                      </a:pPr>
                      <a:r>
                        <a:t/>
                      </a:r>
                      <a:endParaRPr sz="1050"/>
                    </a:p>
                  </a:txBody>
                  <a:tcPr marT="45725" marB="45725" marR="91450" marL="91450"/>
                </a:tc>
                <a:tc>
                  <a:txBody>
                    <a:bodyPr/>
                    <a:lstStyle/>
                    <a:p>
                      <a:pPr indent="0" lvl="0" marL="0" marR="0" rtl="0" algn="l">
                        <a:spcBef>
                          <a:spcPts val="0"/>
                        </a:spcBef>
                        <a:spcAft>
                          <a:spcPts val="0"/>
                        </a:spcAft>
                        <a:buNone/>
                      </a:pPr>
                      <a:r>
                        <a:t/>
                      </a:r>
                      <a:endParaRPr sz="1050"/>
                    </a:p>
                  </a:txBody>
                  <a:tcPr marT="45725" marB="45725" marR="91450" marL="91450"/>
                </a:tc>
                <a:tc>
                  <a:txBody>
                    <a:bodyPr/>
                    <a:lstStyle/>
                    <a:p>
                      <a:pPr indent="0" lvl="0" marL="0" marR="0" rtl="0" algn="l">
                        <a:spcBef>
                          <a:spcPts val="0"/>
                        </a:spcBef>
                        <a:spcAft>
                          <a:spcPts val="0"/>
                        </a:spcAft>
                        <a:buNone/>
                      </a:pPr>
                      <a:r>
                        <a:t/>
                      </a:r>
                      <a:endParaRPr sz="1050"/>
                    </a:p>
                  </a:txBody>
                  <a:tcPr marT="45725" marB="45725" marR="91450" marL="91450"/>
                </a:tc>
              </a:tr>
              <a:tr h="259075">
                <a:tc>
                  <a:txBody>
                    <a:bodyPr/>
                    <a:lstStyle/>
                    <a:p>
                      <a:pPr indent="0" lvl="0" marL="0" marR="0" rtl="0" algn="l">
                        <a:spcBef>
                          <a:spcPts val="0"/>
                        </a:spcBef>
                        <a:spcAft>
                          <a:spcPts val="0"/>
                        </a:spcAft>
                        <a:buNone/>
                      </a:pPr>
                      <a:r>
                        <a:rPr lang="ja-JP" sz="1050">
                          <a:solidFill>
                            <a:schemeClr val="dk1"/>
                          </a:solidFill>
                        </a:rPr>
                        <a:t>8</a:t>
                      </a:r>
                      <a:endParaRPr sz="1050">
                        <a:solidFill>
                          <a:schemeClr val="dk1"/>
                        </a:solidFill>
                      </a:endParaRPr>
                    </a:p>
                  </a:txBody>
                  <a:tcPr marT="45725" marB="45725" marR="91450" marL="91450"/>
                </a:tc>
                <a:tc>
                  <a:txBody>
                    <a:bodyPr/>
                    <a:lstStyle/>
                    <a:p>
                      <a:pPr indent="0" lvl="0" marL="0" marR="0" rtl="0" algn="l">
                        <a:spcBef>
                          <a:spcPts val="0"/>
                        </a:spcBef>
                        <a:spcAft>
                          <a:spcPts val="0"/>
                        </a:spcAft>
                        <a:buNone/>
                      </a:pPr>
                      <a:r>
                        <a:rPr lang="ja-JP" sz="1050">
                          <a:solidFill>
                            <a:schemeClr val="dk1"/>
                          </a:solidFill>
                        </a:rPr>
                        <a:t>受け入れテスト</a:t>
                      </a:r>
                      <a:endParaRPr/>
                    </a:p>
                  </a:txBody>
                  <a:tcPr marT="45725" marB="45725" marR="91450" marL="91450"/>
                </a:tc>
                <a:tc>
                  <a:txBody>
                    <a:bodyPr/>
                    <a:lstStyle/>
                    <a:p>
                      <a:pPr indent="0" lvl="0" marL="0" marR="0" rtl="0" algn="l">
                        <a:spcBef>
                          <a:spcPts val="0"/>
                        </a:spcBef>
                        <a:spcAft>
                          <a:spcPts val="0"/>
                        </a:spcAft>
                        <a:buNone/>
                      </a:pPr>
                      <a:r>
                        <a:rPr lang="ja-JP" sz="1050">
                          <a:solidFill>
                            <a:schemeClr val="dk1"/>
                          </a:solidFill>
                        </a:rPr>
                        <a:t>シーイーシー</a:t>
                      </a:r>
                      <a:endParaRPr/>
                    </a:p>
                  </a:txBody>
                  <a:tcPr marT="45725" marB="45725" marR="91450" marL="91450"/>
                </a:tc>
                <a:tc>
                  <a:txBody>
                    <a:bodyPr/>
                    <a:lstStyle/>
                    <a:p>
                      <a:pPr indent="0" lvl="0" marL="0" marR="0" rtl="0" algn="l">
                        <a:spcBef>
                          <a:spcPts val="0"/>
                        </a:spcBef>
                        <a:spcAft>
                          <a:spcPts val="0"/>
                        </a:spcAft>
                        <a:buNone/>
                      </a:pPr>
                      <a:r>
                        <a:t/>
                      </a:r>
                      <a:endParaRPr sz="1050"/>
                    </a:p>
                  </a:txBody>
                  <a:tcPr marT="45725" marB="45725" marR="91450" marL="91450"/>
                </a:tc>
                <a:tc>
                  <a:txBody>
                    <a:bodyPr/>
                    <a:lstStyle/>
                    <a:p>
                      <a:pPr indent="0" lvl="0" marL="0" marR="0" rtl="0" algn="l">
                        <a:spcBef>
                          <a:spcPts val="0"/>
                        </a:spcBef>
                        <a:spcAft>
                          <a:spcPts val="0"/>
                        </a:spcAft>
                        <a:buNone/>
                      </a:pPr>
                      <a:r>
                        <a:t/>
                      </a:r>
                      <a:endParaRPr sz="1050"/>
                    </a:p>
                  </a:txBody>
                  <a:tcPr marT="45725" marB="45725" marR="91450" marL="91450"/>
                </a:tc>
                <a:tc>
                  <a:txBody>
                    <a:bodyPr/>
                    <a:lstStyle/>
                    <a:p>
                      <a:pPr indent="0" lvl="0" marL="0" marR="0" rtl="0" algn="l">
                        <a:spcBef>
                          <a:spcPts val="0"/>
                        </a:spcBef>
                        <a:spcAft>
                          <a:spcPts val="0"/>
                        </a:spcAft>
                        <a:buNone/>
                      </a:pPr>
                      <a:r>
                        <a:t/>
                      </a:r>
                      <a:endParaRPr sz="1050"/>
                    </a:p>
                  </a:txBody>
                  <a:tcPr marT="45725" marB="45725" marR="91450" marL="91450"/>
                </a:tc>
              </a:tr>
              <a:tr h="259075">
                <a:tc>
                  <a:txBody>
                    <a:bodyPr/>
                    <a:lstStyle/>
                    <a:p>
                      <a:pPr indent="0" lvl="0" marL="0" marR="0" rtl="0" algn="l">
                        <a:spcBef>
                          <a:spcPts val="0"/>
                        </a:spcBef>
                        <a:spcAft>
                          <a:spcPts val="0"/>
                        </a:spcAft>
                        <a:buNone/>
                      </a:pPr>
                      <a:r>
                        <a:rPr lang="ja-JP" sz="1050">
                          <a:solidFill>
                            <a:schemeClr val="dk1"/>
                          </a:solidFill>
                        </a:rPr>
                        <a:t>9</a:t>
                      </a:r>
                      <a:endParaRPr sz="1050">
                        <a:solidFill>
                          <a:schemeClr val="dk1"/>
                        </a:solidFill>
                      </a:endParaRPr>
                    </a:p>
                  </a:txBody>
                  <a:tcPr marT="45725" marB="45725" marR="91450" marL="91450"/>
                </a:tc>
                <a:tc>
                  <a:txBody>
                    <a:bodyPr/>
                    <a:lstStyle/>
                    <a:p>
                      <a:pPr indent="0" lvl="0" marL="0" marR="0" rtl="0" algn="l">
                        <a:spcBef>
                          <a:spcPts val="0"/>
                        </a:spcBef>
                        <a:spcAft>
                          <a:spcPts val="0"/>
                        </a:spcAft>
                        <a:buNone/>
                      </a:pPr>
                      <a:r>
                        <a:rPr lang="ja-JP" sz="1050">
                          <a:solidFill>
                            <a:schemeClr val="dk1"/>
                          </a:solidFill>
                        </a:rPr>
                        <a:t>検収</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050"/>
                        <a:buFont typeface="Arial"/>
                        <a:buNone/>
                      </a:pPr>
                      <a:r>
                        <a:rPr lang="ja-JP" sz="1050">
                          <a:solidFill>
                            <a:schemeClr val="dk1"/>
                          </a:solidFill>
                        </a:rPr>
                        <a:t>シーイーシー</a:t>
                      </a:r>
                      <a:endParaRPr/>
                    </a:p>
                  </a:txBody>
                  <a:tcPr marT="45725" marB="45725" marR="91450" marL="91450"/>
                </a:tc>
                <a:tc>
                  <a:txBody>
                    <a:bodyPr/>
                    <a:lstStyle/>
                    <a:p>
                      <a:pPr indent="0" lvl="0" marL="0" marR="0" rtl="0" algn="l">
                        <a:spcBef>
                          <a:spcPts val="0"/>
                        </a:spcBef>
                        <a:spcAft>
                          <a:spcPts val="0"/>
                        </a:spcAft>
                        <a:buNone/>
                      </a:pPr>
                      <a:r>
                        <a:t/>
                      </a:r>
                      <a:endParaRPr sz="1050"/>
                    </a:p>
                  </a:txBody>
                  <a:tcPr marT="45725" marB="45725" marR="91450" marL="91450"/>
                </a:tc>
                <a:tc>
                  <a:txBody>
                    <a:bodyPr/>
                    <a:lstStyle/>
                    <a:p>
                      <a:pPr indent="0" lvl="0" marL="0" marR="0" rtl="0" algn="l">
                        <a:spcBef>
                          <a:spcPts val="0"/>
                        </a:spcBef>
                        <a:spcAft>
                          <a:spcPts val="0"/>
                        </a:spcAft>
                        <a:buNone/>
                      </a:pPr>
                      <a:r>
                        <a:t/>
                      </a:r>
                      <a:endParaRPr sz="1050"/>
                    </a:p>
                  </a:txBody>
                  <a:tcPr marT="45725" marB="45725" marR="91450" marL="91450"/>
                </a:tc>
                <a:tc>
                  <a:txBody>
                    <a:bodyPr/>
                    <a:lstStyle/>
                    <a:p>
                      <a:pPr indent="0" lvl="0" marL="0" marR="0" rtl="0" algn="l">
                        <a:spcBef>
                          <a:spcPts val="0"/>
                        </a:spcBef>
                        <a:spcAft>
                          <a:spcPts val="0"/>
                        </a:spcAft>
                        <a:buNone/>
                      </a:pPr>
                      <a:r>
                        <a:t/>
                      </a:r>
                      <a:endParaRPr sz="1050"/>
                    </a:p>
                  </a:txBody>
                  <a:tcPr marT="45725" marB="45725" marR="91450" marL="91450"/>
                </a:tc>
              </a:tr>
            </a:tbl>
          </a:graphicData>
        </a:graphic>
      </p:graphicFrame>
      <p:sp>
        <p:nvSpPr>
          <p:cNvPr id="196" name="Google Shape;196;p19"/>
          <p:cNvSpPr txBox="1"/>
          <p:nvPr>
            <p:ph type="title"/>
          </p:nvPr>
        </p:nvSpPr>
        <p:spPr>
          <a:xfrm>
            <a:off x="495300" y="300038"/>
            <a:ext cx="7626052" cy="5619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ja-JP"/>
              <a:t>Schedule～ Tạm thời ～</a:t>
            </a:r>
            <a:endParaRPr/>
          </a:p>
        </p:txBody>
      </p:sp>
      <p:sp>
        <p:nvSpPr>
          <p:cNvPr id="197" name="Google Shape;197;p19"/>
          <p:cNvSpPr txBox="1"/>
          <p:nvPr>
            <p:ph idx="12" type="sldNum"/>
          </p:nvPr>
        </p:nvSpPr>
        <p:spPr>
          <a:xfrm>
            <a:off x="7545288" y="6504639"/>
            <a:ext cx="2311400" cy="338074"/>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198" name="Google Shape;198;p19"/>
          <p:cNvSpPr txBox="1"/>
          <p:nvPr>
            <p:ph idx="11" type="ftr"/>
          </p:nvPr>
        </p:nvSpPr>
        <p:spPr>
          <a:xfrm>
            <a:off x="200472" y="6507376"/>
            <a:ext cx="6033600" cy="306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JP"/>
              <a:t>© Computer Engineering &amp; Consulting Ltd. All rights reserved.</a:t>
            </a:r>
            <a:endParaRPr/>
          </a:p>
        </p:txBody>
      </p:sp>
      <p:cxnSp>
        <p:nvCxnSpPr>
          <p:cNvPr id="199" name="Google Shape;199;p19"/>
          <p:cNvCxnSpPr/>
          <p:nvPr/>
        </p:nvCxnSpPr>
        <p:spPr>
          <a:xfrm>
            <a:off x="4818973" y="2005779"/>
            <a:ext cx="236960" cy="0"/>
          </a:xfrm>
          <a:prstGeom prst="straightConnector1">
            <a:avLst/>
          </a:prstGeom>
          <a:noFill/>
          <a:ln cap="flat" cmpd="sng" w="28575">
            <a:solidFill>
              <a:srgbClr val="FF0000"/>
            </a:solidFill>
            <a:prstDash val="solid"/>
            <a:round/>
            <a:headEnd len="sm" w="sm" type="none"/>
            <a:tailEnd len="med" w="med" type="triangle"/>
          </a:ln>
        </p:spPr>
      </p:cxnSp>
      <p:cxnSp>
        <p:nvCxnSpPr>
          <p:cNvPr id="200" name="Google Shape;200;p19"/>
          <p:cNvCxnSpPr/>
          <p:nvPr/>
        </p:nvCxnSpPr>
        <p:spPr>
          <a:xfrm>
            <a:off x="5251024" y="2512795"/>
            <a:ext cx="2585611" cy="0"/>
          </a:xfrm>
          <a:prstGeom prst="straightConnector1">
            <a:avLst/>
          </a:prstGeom>
          <a:noFill/>
          <a:ln cap="flat" cmpd="sng" w="28575">
            <a:solidFill>
              <a:srgbClr val="FF0000"/>
            </a:solidFill>
            <a:prstDash val="solid"/>
            <a:round/>
            <a:headEnd len="sm" w="sm" type="none"/>
            <a:tailEnd len="med" w="med" type="triangle"/>
          </a:ln>
        </p:spPr>
      </p:cxnSp>
      <p:cxnSp>
        <p:nvCxnSpPr>
          <p:cNvPr id="201" name="Google Shape;201;p19"/>
          <p:cNvCxnSpPr/>
          <p:nvPr/>
        </p:nvCxnSpPr>
        <p:spPr>
          <a:xfrm>
            <a:off x="5055933" y="2232654"/>
            <a:ext cx="195092" cy="0"/>
          </a:xfrm>
          <a:prstGeom prst="straightConnector1">
            <a:avLst/>
          </a:prstGeom>
          <a:noFill/>
          <a:ln cap="flat" cmpd="sng" w="28575">
            <a:solidFill>
              <a:schemeClr val="dk1"/>
            </a:solidFill>
            <a:prstDash val="solid"/>
            <a:round/>
            <a:headEnd len="sm" w="sm" type="none"/>
            <a:tailEnd len="med" w="med" type="triangle"/>
          </a:ln>
        </p:spPr>
      </p:cxnSp>
      <p:cxnSp>
        <p:nvCxnSpPr>
          <p:cNvPr id="202" name="Google Shape;202;p19"/>
          <p:cNvCxnSpPr/>
          <p:nvPr/>
        </p:nvCxnSpPr>
        <p:spPr>
          <a:xfrm>
            <a:off x="5256165" y="3099881"/>
            <a:ext cx="2580470" cy="0"/>
          </a:xfrm>
          <a:prstGeom prst="straightConnector1">
            <a:avLst/>
          </a:prstGeom>
          <a:noFill/>
          <a:ln cap="flat" cmpd="sng" w="28575">
            <a:solidFill>
              <a:srgbClr val="FF0000"/>
            </a:solidFill>
            <a:prstDash val="solid"/>
            <a:round/>
            <a:headEnd len="sm" w="sm" type="none"/>
            <a:tailEnd len="med" w="med" type="triangle"/>
          </a:ln>
        </p:spPr>
      </p:cxnSp>
      <p:cxnSp>
        <p:nvCxnSpPr>
          <p:cNvPr id="203" name="Google Shape;203;p19"/>
          <p:cNvCxnSpPr/>
          <p:nvPr/>
        </p:nvCxnSpPr>
        <p:spPr>
          <a:xfrm>
            <a:off x="7835246" y="3712744"/>
            <a:ext cx="559862" cy="2648"/>
          </a:xfrm>
          <a:prstGeom prst="straightConnector1">
            <a:avLst/>
          </a:prstGeom>
          <a:noFill/>
          <a:ln cap="flat" cmpd="sng" w="28575">
            <a:solidFill>
              <a:schemeClr val="dk1"/>
            </a:solidFill>
            <a:prstDash val="solid"/>
            <a:round/>
            <a:headEnd len="sm" w="sm" type="none"/>
            <a:tailEnd len="med" w="med" type="triangle"/>
          </a:ln>
        </p:spPr>
      </p:cxnSp>
      <p:cxnSp>
        <p:nvCxnSpPr>
          <p:cNvPr id="204" name="Google Shape;204;p19"/>
          <p:cNvCxnSpPr/>
          <p:nvPr/>
        </p:nvCxnSpPr>
        <p:spPr>
          <a:xfrm>
            <a:off x="7835246" y="2497258"/>
            <a:ext cx="0" cy="1205245"/>
          </a:xfrm>
          <a:prstGeom prst="straightConnector1">
            <a:avLst/>
          </a:prstGeom>
          <a:noFill/>
          <a:ln cap="flat" cmpd="sng" w="15875">
            <a:solidFill>
              <a:schemeClr val="dk1"/>
            </a:solidFill>
            <a:prstDash val="dash"/>
            <a:round/>
            <a:headEnd len="sm" w="sm" type="none"/>
            <a:tailEnd len="sm" w="sm" type="none"/>
          </a:ln>
        </p:spPr>
      </p:cxnSp>
      <p:sp>
        <p:nvSpPr>
          <p:cNvPr id="205" name="Google Shape;205;p19"/>
          <p:cNvSpPr/>
          <p:nvPr/>
        </p:nvSpPr>
        <p:spPr>
          <a:xfrm>
            <a:off x="7763246" y="3375925"/>
            <a:ext cx="144000" cy="144000"/>
          </a:xfrm>
          <a:prstGeom prst="ellipse">
            <a:avLst/>
          </a:prstGeom>
          <a:solidFill>
            <a:srgbClr val="5330C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330C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206" name="Google Shape;206;p19"/>
          <p:cNvCxnSpPr/>
          <p:nvPr/>
        </p:nvCxnSpPr>
        <p:spPr>
          <a:xfrm>
            <a:off x="8395108" y="3658776"/>
            <a:ext cx="0" cy="310049"/>
          </a:xfrm>
          <a:prstGeom prst="straightConnector1">
            <a:avLst/>
          </a:prstGeom>
          <a:noFill/>
          <a:ln cap="flat" cmpd="sng" w="15875">
            <a:solidFill>
              <a:schemeClr val="dk1"/>
            </a:solidFill>
            <a:prstDash val="dash"/>
            <a:round/>
            <a:headEnd len="sm" w="sm" type="none"/>
            <a:tailEnd len="sm" w="sm" type="none"/>
          </a:ln>
        </p:spPr>
      </p:cxnSp>
      <p:sp>
        <p:nvSpPr>
          <p:cNvPr id="207" name="Google Shape;207;p19"/>
          <p:cNvSpPr/>
          <p:nvPr/>
        </p:nvSpPr>
        <p:spPr>
          <a:xfrm>
            <a:off x="8323108" y="3896825"/>
            <a:ext cx="144000" cy="144000"/>
          </a:xfrm>
          <a:prstGeom prst="ellipse">
            <a:avLst/>
          </a:prstGeom>
          <a:solidFill>
            <a:srgbClr val="5330C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330C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208" name="Google Shape;208;p19"/>
          <p:cNvCxnSpPr/>
          <p:nvPr/>
        </p:nvCxnSpPr>
        <p:spPr>
          <a:xfrm>
            <a:off x="4818973" y="1702663"/>
            <a:ext cx="0" cy="310049"/>
          </a:xfrm>
          <a:prstGeom prst="straightConnector1">
            <a:avLst/>
          </a:prstGeom>
          <a:noFill/>
          <a:ln cap="flat" cmpd="sng" w="15875">
            <a:solidFill>
              <a:schemeClr val="dk1"/>
            </a:solidFill>
            <a:prstDash val="dash"/>
            <a:round/>
            <a:headEnd len="sm" w="sm" type="none"/>
            <a:tailEnd len="sm" w="sm" type="none"/>
          </a:ln>
        </p:spPr>
      </p:cxnSp>
      <p:sp>
        <p:nvSpPr>
          <p:cNvPr id="209" name="Google Shape;209;p19"/>
          <p:cNvSpPr/>
          <p:nvPr/>
        </p:nvSpPr>
        <p:spPr>
          <a:xfrm>
            <a:off x="4746973" y="1630663"/>
            <a:ext cx="144000" cy="144000"/>
          </a:xfrm>
          <a:prstGeom prst="ellipse">
            <a:avLst/>
          </a:prstGeom>
          <a:solidFill>
            <a:srgbClr val="5330C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330C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210" name="Google Shape;210;p19"/>
          <p:cNvCxnSpPr/>
          <p:nvPr/>
        </p:nvCxnSpPr>
        <p:spPr>
          <a:xfrm>
            <a:off x="5055933" y="2005779"/>
            <a:ext cx="0" cy="226875"/>
          </a:xfrm>
          <a:prstGeom prst="straightConnector1">
            <a:avLst/>
          </a:prstGeom>
          <a:noFill/>
          <a:ln cap="flat" cmpd="sng" w="15875">
            <a:solidFill>
              <a:schemeClr val="dk1"/>
            </a:solidFill>
            <a:prstDash val="dash"/>
            <a:round/>
            <a:headEnd len="sm" w="sm" type="none"/>
            <a:tailEnd len="sm" w="sm" type="none"/>
          </a:ln>
        </p:spPr>
      </p:cxnSp>
      <p:cxnSp>
        <p:nvCxnSpPr>
          <p:cNvPr id="211" name="Google Shape;211;p19"/>
          <p:cNvCxnSpPr/>
          <p:nvPr/>
        </p:nvCxnSpPr>
        <p:spPr>
          <a:xfrm>
            <a:off x="5251024" y="2232654"/>
            <a:ext cx="0" cy="882763"/>
          </a:xfrm>
          <a:prstGeom prst="straightConnector1">
            <a:avLst/>
          </a:prstGeom>
          <a:noFill/>
          <a:ln cap="flat" cmpd="sng" w="15875">
            <a:solidFill>
              <a:schemeClr val="dk1"/>
            </a:solidFill>
            <a:prstDash val="dash"/>
            <a:round/>
            <a:headEnd len="sm" w="sm" type="none"/>
            <a:tailEnd len="sm" w="sm" type="none"/>
          </a:ln>
        </p:spPr>
      </p:cxnSp>
      <p:sp>
        <p:nvSpPr>
          <p:cNvPr id="212" name="Google Shape;212;p19"/>
          <p:cNvSpPr txBox="1"/>
          <p:nvPr/>
        </p:nvSpPr>
        <p:spPr>
          <a:xfrm>
            <a:off x="786528" y="4653325"/>
            <a:ext cx="8928900" cy="1194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b="1" lang="ja-JP" sz="1100">
                <a:solidFill>
                  <a:schemeClr val="dk1"/>
                </a:solidFill>
              </a:rPr>
              <a:t>Dự kiến sẽ bắt đầu phát triển sau khi thống nhất được external specs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ja-JP" sz="1100">
                <a:solidFill>
                  <a:schemeClr val="dk1"/>
                </a:solidFill>
              </a:rPr>
              <a:t>Dự kiến các bạn sẽ gửi trước cho chúng tôi  lịch trình design, coding, test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ja-JP" sz="1100">
                <a:solidFill>
                  <a:schemeClr val="dk1"/>
                </a:solidFill>
              </a:rPr>
              <a:t>Dự kiến sẽ tổ chức các cuộc họp định kỳ với tần suất 1 lần/1-2 tuần (tần suất có thể điều chỉnh) để chia sẻ tình hình phát triển, thống nhất nhận thức và thảo luận các điểm chưa rõ.</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ja-JP" sz="1100">
                <a:solidFill>
                  <a:schemeClr val="dk1"/>
                </a:solidFill>
              </a:rPr>
              <a:t>Thời gian test nghiệm thu AT (acceptance test) dự kiến là 2 tuần.</a:t>
            </a:r>
            <a:endParaRPr>
              <a:solidFill>
                <a:schemeClr val="dk1"/>
              </a:solidFill>
              <a:latin typeface="Meiryo"/>
              <a:ea typeface="Meiryo"/>
              <a:cs typeface="Meiryo"/>
              <a:sym typeface="Meiryo"/>
            </a:endParaRPr>
          </a:p>
        </p:txBody>
      </p:sp>
      <p:sp>
        <p:nvSpPr>
          <p:cNvPr id="213" name="Google Shape;213;p19"/>
          <p:cNvSpPr/>
          <p:nvPr/>
        </p:nvSpPr>
        <p:spPr>
          <a:xfrm>
            <a:off x="7473288" y="2716504"/>
            <a:ext cx="144000" cy="144000"/>
          </a:xfrm>
          <a:prstGeom prst="ellipse">
            <a:avLst/>
          </a:prstGeom>
          <a:solidFill>
            <a:srgbClr val="5330C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330C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0"/>
          <p:cNvSpPr txBox="1"/>
          <p:nvPr>
            <p:ph type="title"/>
          </p:nvPr>
        </p:nvSpPr>
        <p:spPr>
          <a:xfrm>
            <a:off x="495300" y="300038"/>
            <a:ext cx="7626052" cy="5619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ja-JP"/>
              <a:t>Các mục cần xác nhận</a:t>
            </a:r>
            <a:endParaRPr/>
          </a:p>
        </p:txBody>
      </p:sp>
      <p:sp>
        <p:nvSpPr>
          <p:cNvPr id="219" name="Google Shape;219;p20"/>
          <p:cNvSpPr txBox="1"/>
          <p:nvPr>
            <p:ph idx="1" type="body"/>
          </p:nvPr>
        </p:nvSpPr>
        <p:spPr>
          <a:xfrm>
            <a:off x="495300" y="1196975"/>
            <a:ext cx="8978900" cy="5040313"/>
          </a:xfrm>
          <a:prstGeom prst="rect">
            <a:avLst/>
          </a:prstGeom>
          <a:noFill/>
          <a:ln>
            <a:noFill/>
          </a:ln>
        </p:spPr>
        <p:txBody>
          <a:bodyPr anchorCtr="0" anchor="t" bIns="45700" lIns="91425" spcFirstLastPara="1" rIns="91425" wrap="square" tIns="45700">
            <a:noAutofit/>
          </a:bodyPr>
          <a:lstStyle/>
          <a:p>
            <a:pPr indent="-323850" lvl="0" marL="457200" rtl="0" algn="l">
              <a:lnSpc>
                <a:spcPct val="115000"/>
              </a:lnSpc>
              <a:spcBef>
                <a:spcPts val="1200"/>
              </a:spcBef>
              <a:spcAft>
                <a:spcPts val="0"/>
              </a:spcAft>
              <a:buClr>
                <a:schemeClr val="dk1"/>
              </a:buClr>
              <a:buSzPts val="1500"/>
              <a:buFont typeface="Arial"/>
              <a:buAutoNum type="arabicPeriod"/>
            </a:pPr>
            <a:r>
              <a:rPr b="1" lang="ja-JP" sz="1500">
                <a:solidFill>
                  <a:schemeClr val="dk1"/>
                </a:solidFill>
                <a:latin typeface="Arial"/>
                <a:ea typeface="Arial"/>
                <a:cs typeface="Arial"/>
                <a:sym typeface="Arial"/>
              </a:rPr>
              <a:t>Về các kỹ thuật dưới đây, liệu có thể hỗ trợ bao gồm cả việc nghiên cứu và cải tiến không?</a:t>
            </a:r>
            <a:endParaRPr b="1" sz="15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ja-JP" sz="1500">
                <a:solidFill>
                  <a:schemeClr val="dk1"/>
                </a:solidFill>
                <a:latin typeface="Arial"/>
                <a:ea typeface="Arial"/>
                <a:cs typeface="Arial"/>
                <a:sym typeface="Arial"/>
              </a:rPr>
              <a:t>Mở rộng chức năng của Detail design</a:t>
            </a:r>
            <a:endParaRPr b="1" sz="1500">
              <a:solidFill>
                <a:schemeClr val="dk1"/>
              </a:solidFill>
              <a:latin typeface="Arial"/>
              <a:ea typeface="Arial"/>
              <a:cs typeface="Arial"/>
              <a:sym typeface="Arial"/>
            </a:endParaRPr>
          </a:p>
          <a:p>
            <a:pPr indent="-323850" lvl="0" marL="457200" rtl="0" algn="l">
              <a:lnSpc>
                <a:spcPct val="115000"/>
              </a:lnSpc>
              <a:spcBef>
                <a:spcPts val="1200"/>
              </a:spcBef>
              <a:spcAft>
                <a:spcPts val="0"/>
              </a:spcAft>
              <a:buClr>
                <a:schemeClr val="dk1"/>
              </a:buClr>
              <a:buSzPts val="1500"/>
              <a:buFont typeface="Arial"/>
              <a:buChar char="●"/>
            </a:pPr>
            <a:r>
              <a:rPr lang="ja-JP" sz="1500">
                <a:solidFill>
                  <a:schemeClr val="dk1"/>
                </a:solidFill>
                <a:latin typeface="Arial"/>
                <a:ea typeface="Arial"/>
                <a:cs typeface="Arial"/>
                <a:sym typeface="Arial"/>
              </a:rPr>
              <a:t>Tạo prompt để xuất thiết kế chi tiết theo từng file (module).</a:t>
            </a:r>
            <a:endParaRPr sz="15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ts val="1500"/>
              <a:buFont typeface="Arial"/>
              <a:buChar char="●"/>
            </a:pPr>
            <a:r>
              <a:rPr lang="ja-JP" sz="1500">
                <a:solidFill>
                  <a:schemeClr val="dk1"/>
                </a:solidFill>
                <a:latin typeface="Arial"/>
                <a:ea typeface="Arial"/>
                <a:cs typeface="Arial"/>
                <a:sym typeface="Arial"/>
              </a:rPr>
              <a:t>Cải tiến việc tương tác với AI.</a:t>
            </a:r>
            <a:endParaRPr sz="15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ja-JP" sz="1500">
                <a:solidFill>
                  <a:schemeClr val="dk1"/>
                </a:solidFill>
                <a:latin typeface="Arial"/>
                <a:ea typeface="Arial"/>
                <a:cs typeface="Arial"/>
                <a:sym typeface="Arial"/>
              </a:rPr>
              <a:t>Mở rộng ngôn ngữ hỗ trợ</a:t>
            </a:r>
            <a:endParaRPr b="1" sz="1500">
              <a:solidFill>
                <a:schemeClr val="dk1"/>
              </a:solidFill>
              <a:latin typeface="Arial"/>
              <a:ea typeface="Arial"/>
              <a:cs typeface="Arial"/>
              <a:sym typeface="Arial"/>
            </a:endParaRPr>
          </a:p>
          <a:p>
            <a:pPr indent="-323850" lvl="0" marL="457200" rtl="0" algn="l">
              <a:lnSpc>
                <a:spcPct val="115000"/>
              </a:lnSpc>
              <a:spcBef>
                <a:spcPts val="1200"/>
              </a:spcBef>
              <a:spcAft>
                <a:spcPts val="0"/>
              </a:spcAft>
              <a:buClr>
                <a:schemeClr val="dk1"/>
              </a:buClr>
              <a:buSzPts val="1500"/>
              <a:buFont typeface="Arial"/>
              <a:buChar char="●"/>
            </a:pPr>
            <a:r>
              <a:rPr lang="ja-JP" sz="1500">
                <a:solidFill>
                  <a:schemeClr val="dk1"/>
                </a:solidFill>
                <a:latin typeface="Arial"/>
                <a:ea typeface="Arial"/>
                <a:cs typeface="Arial"/>
                <a:sym typeface="Arial"/>
              </a:rPr>
              <a:t>Trích xuất class và method cho Java, C#.</a:t>
            </a:r>
            <a:endParaRPr sz="15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ts val="1500"/>
              <a:buFont typeface="Arial"/>
              <a:buChar char="●"/>
            </a:pPr>
            <a:r>
              <a:rPr lang="ja-JP" sz="1500">
                <a:solidFill>
                  <a:schemeClr val="dk1"/>
                </a:solidFill>
                <a:latin typeface="Arial"/>
                <a:ea typeface="Arial"/>
                <a:cs typeface="Arial"/>
                <a:sym typeface="Arial"/>
              </a:rPr>
              <a:t>Cải tiến prompt dành cho Java, C# (nếu cần).</a:t>
            </a:r>
            <a:endParaRPr sz="15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ts val="1500"/>
              <a:buFont typeface="Arial"/>
              <a:buAutoNum type="arabicPeriod"/>
            </a:pPr>
            <a:r>
              <a:rPr lang="ja-JP" sz="1500">
                <a:solidFill>
                  <a:schemeClr val="dk1"/>
                </a:solidFill>
                <a:latin typeface="Arial"/>
                <a:ea typeface="Arial"/>
                <a:cs typeface="Arial"/>
                <a:sym typeface="Arial"/>
              </a:rPr>
              <a:t>Liệu có thể chỉ định một PM biết tiếng Nhật cho dự án này không?</a:t>
            </a:r>
            <a:endParaRPr sz="1500"/>
          </a:p>
        </p:txBody>
      </p:sp>
      <p:sp>
        <p:nvSpPr>
          <p:cNvPr id="220" name="Google Shape;220;p20"/>
          <p:cNvSpPr txBox="1"/>
          <p:nvPr>
            <p:ph idx="12" type="sldNum"/>
          </p:nvPr>
        </p:nvSpPr>
        <p:spPr>
          <a:xfrm>
            <a:off x="7545288" y="6504639"/>
            <a:ext cx="2311400" cy="338074"/>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221" name="Google Shape;221;p20"/>
          <p:cNvSpPr txBox="1"/>
          <p:nvPr>
            <p:ph idx="11" type="ftr"/>
          </p:nvPr>
        </p:nvSpPr>
        <p:spPr>
          <a:xfrm>
            <a:off x="200472" y="6507376"/>
            <a:ext cx="6033600" cy="306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JP"/>
              <a:t>© Computer Engineering &amp; Consulting Ltd. All rights reserved.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1"/>
          <p:cNvSpPr txBox="1"/>
          <p:nvPr>
            <p:ph type="title"/>
          </p:nvPr>
        </p:nvSpPr>
        <p:spPr>
          <a:xfrm>
            <a:off x="495300" y="300038"/>
            <a:ext cx="7626052" cy="5619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21"/>
          <p:cNvSpPr txBox="1"/>
          <p:nvPr>
            <p:ph idx="12" type="sldNum"/>
          </p:nvPr>
        </p:nvSpPr>
        <p:spPr>
          <a:xfrm>
            <a:off x="7545288" y="6504639"/>
            <a:ext cx="2311400" cy="338074"/>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228" name="Google Shape;228;p21"/>
          <p:cNvSpPr txBox="1"/>
          <p:nvPr>
            <p:ph idx="11" type="ftr"/>
          </p:nvPr>
        </p:nvSpPr>
        <p:spPr>
          <a:xfrm>
            <a:off x="200472" y="6507376"/>
            <a:ext cx="6033600" cy="306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JP"/>
              <a:t>© Computer Engineering &amp; Consulting Ltd. All rights reserved.</a:t>
            </a:r>
            <a:endParaRPr/>
          </a:p>
        </p:txBody>
      </p:sp>
      <p:sp>
        <p:nvSpPr>
          <p:cNvPr id="229" name="Google Shape;229;p21"/>
          <p:cNvSpPr txBox="1"/>
          <p:nvPr/>
        </p:nvSpPr>
        <p:spPr>
          <a:xfrm>
            <a:off x="834501" y="2911876"/>
            <a:ext cx="6417000" cy="1754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5400">
                <a:solidFill>
                  <a:schemeClr val="dk1"/>
                </a:solidFill>
                <a:latin typeface="Meiryo"/>
                <a:ea typeface="Meiryo"/>
                <a:cs typeface="Meiryo"/>
                <a:sym typeface="Meiryo"/>
              </a:rPr>
              <a:t>Tham khảo</a:t>
            </a:r>
            <a:r>
              <a:rPr lang="ja-JP" sz="5400">
                <a:solidFill>
                  <a:schemeClr val="dk1"/>
                </a:solidFill>
                <a:latin typeface="Meiryo"/>
                <a:ea typeface="Meiryo"/>
                <a:cs typeface="Meiryo"/>
                <a:sym typeface="Meiryo"/>
              </a:rPr>
              <a:t>）Hình ảnh màn hình</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2"/>
          <p:cNvSpPr txBox="1"/>
          <p:nvPr>
            <p:ph type="title"/>
          </p:nvPr>
        </p:nvSpPr>
        <p:spPr>
          <a:xfrm>
            <a:off x="495300" y="300038"/>
            <a:ext cx="7626052" cy="5619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ja-JP"/>
              <a:t>Tham khảo）Hình ảnh màn hình ～TOP screen ～</a:t>
            </a:r>
            <a:endParaRPr/>
          </a:p>
        </p:txBody>
      </p:sp>
      <p:sp>
        <p:nvSpPr>
          <p:cNvPr id="235" name="Google Shape;235;p22"/>
          <p:cNvSpPr txBox="1"/>
          <p:nvPr>
            <p:ph idx="12" type="sldNum"/>
          </p:nvPr>
        </p:nvSpPr>
        <p:spPr>
          <a:xfrm>
            <a:off x="7545288" y="6504639"/>
            <a:ext cx="2311400" cy="338074"/>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236" name="Google Shape;236;p22"/>
          <p:cNvSpPr txBox="1"/>
          <p:nvPr>
            <p:ph idx="11" type="ftr"/>
          </p:nvPr>
        </p:nvSpPr>
        <p:spPr>
          <a:xfrm>
            <a:off x="200472" y="6507376"/>
            <a:ext cx="6033600" cy="306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JP"/>
              <a:t>© Computer Engineering &amp; Consulting Ltd. All rights reserved.</a:t>
            </a:r>
            <a:endParaRPr/>
          </a:p>
        </p:txBody>
      </p:sp>
      <p:sp>
        <p:nvSpPr>
          <p:cNvPr id="237" name="Google Shape;237;p22"/>
          <p:cNvSpPr txBox="1"/>
          <p:nvPr/>
        </p:nvSpPr>
        <p:spPr>
          <a:xfrm>
            <a:off x="2231396" y="1068950"/>
            <a:ext cx="18324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600">
                <a:solidFill>
                  <a:schemeClr val="dk1"/>
                </a:solidFill>
                <a:latin typeface="Meiryo"/>
                <a:ea typeface="Meiryo"/>
                <a:cs typeface="Meiryo"/>
                <a:sym typeface="Meiryo"/>
              </a:rPr>
              <a:t>&lt;TOP screen&gt;</a:t>
            </a:r>
            <a:endParaRPr sz="1600">
              <a:solidFill>
                <a:schemeClr val="dk1"/>
              </a:solidFill>
              <a:latin typeface="Meiryo"/>
              <a:ea typeface="Meiryo"/>
              <a:cs typeface="Meiryo"/>
              <a:sym typeface="Meiryo"/>
            </a:endParaRPr>
          </a:p>
        </p:txBody>
      </p:sp>
      <p:sp>
        <p:nvSpPr>
          <p:cNvPr id="238" name="Google Shape;238;p22"/>
          <p:cNvSpPr txBox="1"/>
          <p:nvPr/>
        </p:nvSpPr>
        <p:spPr>
          <a:xfrm>
            <a:off x="5756090" y="1506953"/>
            <a:ext cx="3878100" cy="26436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b="1" lang="ja-JP" sz="1500">
                <a:solidFill>
                  <a:schemeClr val="dk1"/>
                </a:solidFill>
              </a:rPr>
              <a:t>[Tạo Project]</a:t>
            </a:r>
            <a:endParaRPr b="1" sz="1500">
              <a:solidFill>
                <a:schemeClr val="dk1"/>
              </a:solidFill>
            </a:endParaRPr>
          </a:p>
          <a:p>
            <a:pPr indent="-323850" lvl="0" marL="457200" rtl="0" algn="l">
              <a:lnSpc>
                <a:spcPct val="115000"/>
              </a:lnSpc>
              <a:spcBef>
                <a:spcPts val="1200"/>
              </a:spcBef>
              <a:spcAft>
                <a:spcPts val="0"/>
              </a:spcAft>
              <a:buClr>
                <a:schemeClr val="dk1"/>
              </a:buClr>
              <a:buSzPts val="1500"/>
              <a:buChar char="●"/>
            </a:pPr>
            <a:r>
              <a:rPr lang="ja-JP" sz="1500">
                <a:solidFill>
                  <a:schemeClr val="dk1"/>
                </a:solidFill>
              </a:rPr>
              <a:t>Tạo project bằng cách chỉ định tên project, mô tả project và file bộ source code (zip).</a:t>
            </a:r>
            <a:endParaRPr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ja-JP" sz="1500">
                <a:solidFill>
                  <a:schemeClr val="dk1"/>
                </a:solidFill>
              </a:rPr>
              <a:t>[Hoạt động]</a:t>
            </a:r>
            <a:endParaRPr b="1" sz="1500">
              <a:solidFill>
                <a:schemeClr val="dk1"/>
              </a:solidFill>
            </a:endParaRPr>
          </a:p>
          <a:p>
            <a:pPr indent="-323850" lvl="0" marL="457200" rtl="0" algn="l">
              <a:lnSpc>
                <a:spcPct val="115000"/>
              </a:lnSpc>
              <a:spcBef>
                <a:spcPts val="1200"/>
              </a:spcBef>
              <a:spcAft>
                <a:spcPts val="0"/>
              </a:spcAft>
              <a:buClr>
                <a:schemeClr val="dk1"/>
              </a:buClr>
              <a:buSzPts val="1500"/>
              <a:buChar char="●"/>
            </a:pPr>
            <a:r>
              <a:rPr lang="ja-JP" sz="1500">
                <a:solidFill>
                  <a:schemeClr val="dk1"/>
                </a:solidFill>
              </a:rPr>
              <a:t>Hiển thị hoạt động của team mà người dùng đang thuộc (ai đã làm gì, khi nào).</a:t>
            </a:r>
            <a:endParaRPr sz="1500">
              <a:solidFill>
                <a:schemeClr val="dk1"/>
              </a:solidFill>
              <a:latin typeface="Meiryo"/>
              <a:ea typeface="Meiryo"/>
              <a:cs typeface="Meiryo"/>
              <a:sym typeface="Meiryo"/>
            </a:endParaRPr>
          </a:p>
        </p:txBody>
      </p:sp>
      <p:pic>
        <p:nvPicPr>
          <p:cNvPr id="239" name="Google Shape;239;p22"/>
          <p:cNvPicPr preferRelativeResize="0"/>
          <p:nvPr/>
        </p:nvPicPr>
        <p:blipFill rotWithShape="1">
          <a:blip r:embed="rId3">
            <a:alphaModFix/>
          </a:blip>
          <a:srcRect b="0" l="0" r="0" t="0"/>
          <a:stretch/>
        </p:blipFill>
        <p:spPr>
          <a:xfrm>
            <a:off x="200471" y="1506953"/>
            <a:ext cx="5407971" cy="389477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3"/>
          <p:cNvSpPr txBox="1"/>
          <p:nvPr>
            <p:ph type="title"/>
          </p:nvPr>
        </p:nvSpPr>
        <p:spPr>
          <a:xfrm>
            <a:off x="495300" y="300050"/>
            <a:ext cx="8335500" cy="561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ja-JP"/>
              <a:t>Tham khảo）Hình ảnh màn hình ～ Team ～</a:t>
            </a:r>
            <a:endParaRPr/>
          </a:p>
        </p:txBody>
      </p:sp>
      <p:sp>
        <p:nvSpPr>
          <p:cNvPr id="245" name="Google Shape;245;p23"/>
          <p:cNvSpPr txBox="1"/>
          <p:nvPr>
            <p:ph idx="12" type="sldNum"/>
          </p:nvPr>
        </p:nvSpPr>
        <p:spPr>
          <a:xfrm>
            <a:off x="7545288" y="6504639"/>
            <a:ext cx="2311400" cy="338074"/>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246" name="Google Shape;246;p23"/>
          <p:cNvSpPr txBox="1"/>
          <p:nvPr>
            <p:ph idx="11" type="ftr"/>
          </p:nvPr>
        </p:nvSpPr>
        <p:spPr>
          <a:xfrm>
            <a:off x="200472" y="6507376"/>
            <a:ext cx="6033600" cy="306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JP"/>
              <a:t>© Computer Engineering &amp; Consulting Ltd. All rights reserved.</a:t>
            </a:r>
            <a:endParaRPr/>
          </a:p>
        </p:txBody>
      </p:sp>
      <p:sp>
        <p:nvSpPr>
          <p:cNvPr id="247" name="Google Shape;247;p23"/>
          <p:cNvSpPr txBox="1"/>
          <p:nvPr/>
        </p:nvSpPr>
        <p:spPr>
          <a:xfrm>
            <a:off x="459799" y="1228175"/>
            <a:ext cx="40596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600">
                <a:solidFill>
                  <a:schemeClr val="dk1"/>
                </a:solidFill>
                <a:latin typeface="Meiryo"/>
                <a:ea typeface="Meiryo"/>
                <a:cs typeface="Meiryo"/>
                <a:sym typeface="Meiryo"/>
              </a:rPr>
              <a:t>&lt;Màn hình danh sách tem trực thuộc&gt;</a:t>
            </a:r>
            <a:endParaRPr sz="1600">
              <a:solidFill>
                <a:schemeClr val="dk1"/>
              </a:solidFill>
              <a:latin typeface="Meiryo"/>
              <a:ea typeface="Meiryo"/>
              <a:cs typeface="Meiryo"/>
              <a:sym typeface="Meiryo"/>
            </a:endParaRPr>
          </a:p>
        </p:txBody>
      </p:sp>
      <p:sp>
        <p:nvSpPr>
          <p:cNvPr id="248" name="Google Shape;248;p23"/>
          <p:cNvSpPr txBox="1"/>
          <p:nvPr/>
        </p:nvSpPr>
        <p:spPr>
          <a:xfrm>
            <a:off x="5923875" y="1228175"/>
            <a:ext cx="32625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600">
                <a:solidFill>
                  <a:schemeClr val="dk1"/>
                </a:solidFill>
                <a:latin typeface="Meiryo"/>
                <a:ea typeface="Meiryo"/>
                <a:cs typeface="Meiryo"/>
                <a:sym typeface="Meiryo"/>
              </a:rPr>
              <a:t>&lt;Màn hình team riêng&gt;</a:t>
            </a:r>
            <a:endParaRPr sz="1600">
              <a:solidFill>
                <a:schemeClr val="dk1"/>
              </a:solidFill>
              <a:latin typeface="Meiryo"/>
              <a:ea typeface="Meiryo"/>
              <a:cs typeface="Meiryo"/>
              <a:sym typeface="Meiryo"/>
            </a:endParaRPr>
          </a:p>
        </p:txBody>
      </p:sp>
      <p:sp>
        <p:nvSpPr>
          <p:cNvPr id="249" name="Google Shape;249;p23"/>
          <p:cNvSpPr txBox="1"/>
          <p:nvPr/>
        </p:nvSpPr>
        <p:spPr>
          <a:xfrm>
            <a:off x="495300" y="4500405"/>
            <a:ext cx="3262500" cy="1323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600">
                <a:solidFill>
                  <a:schemeClr val="dk1"/>
                </a:solidFill>
                <a:latin typeface="Meiryo"/>
                <a:ea typeface="Meiryo"/>
                <a:cs typeface="Meiryo"/>
                <a:sym typeface="Meiryo"/>
              </a:rPr>
              <a:t>【</a:t>
            </a:r>
            <a:r>
              <a:rPr lang="ja-JP" sz="1600">
                <a:solidFill>
                  <a:schemeClr val="dk1"/>
                </a:solidFill>
                <a:latin typeface="Meiryo"/>
                <a:ea typeface="Meiryo"/>
                <a:cs typeface="Meiryo"/>
                <a:sym typeface="Meiryo"/>
              </a:rPr>
              <a:t>Màn hình danh sách tem trực thuộc</a:t>
            </a:r>
            <a:r>
              <a:rPr lang="ja-JP" sz="1600">
                <a:solidFill>
                  <a:schemeClr val="dk1"/>
                </a:solidFill>
                <a:latin typeface="Meiryo"/>
                <a:ea typeface="Meiryo"/>
                <a:cs typeface="Meiryo"/>
                <a:sym typeface="Meiryo"/>
              </a:rPr>
              <a:t>】</a:t>
            </a:r>
            <a:endParaRPr sz="1600">
              <a:solidFill>
                <a:schemeClr val="dk1"/>
              </a:solidFill>
              <a:latin typeface="Meiryo"/>
              <a:ea typeface="Meiryo"/>
              <a:cs typeface="Meiryo"/>
              <a:sym typeface="Meiryo"/>
            </a:endParaRPr>
          </a:p>
          <a:p>
            <a:pPr indent="0" lvl="0" marL="0" marR="0" rtl="0" algn="l">
              <a:spcBef>
                <a:spcPts val="0"/>
              </a:spcBef>
              <a:spcAft>
                <a:spcPts val="0"/>
              </a:spcAft>
              <a:buNone/>
            </a:pPr>
            <a:r>
              <a:rPr lang="ja-JP" sz="1600">
                <a:solidFill>
                  <a:schemeClr val="dk1"/>
                </a:solidFill>
                <a:latin typeface="Meiryo"/>
                <a:ea typeface="Meiryo"/>
                <a:cs typeface="Meiryo"/>
                <a:sym typeface="Meiryo"/>
              </a:rPr>
              <a:t>・Tạo team mới</a:t>
            </a:r>
            <a:endParaRPr sz="1600">
              <a:solidFill>
                <a:schemeClr val="dk1"/>
              </a:solidFill>
              <a:latin typeface="Meiryo"/>
              <a:ea typeface="Meiryo"/>
              <a:cs typeface="Meiryo"/>
              <a:sym typeface="Meiryo"/>
            </a:endParaRPr>
          </a:p>
          <a:p>
            <a:pPr indent="0" lvl="0" marL="0" marR="0" rtl="0" algn="l">
              <a:spcBef>
                <a:spcPts val="0"/>
              </a:spcBef>
              <a:spcAft>
                <a:spcPts val="0"/>
              </a:spcAft>
              <a:buNone/>
            </a:pPr>
            <a:r>
              <a:rPr lang="ja-JP" sz="1600">
                <a:solidFill>
                  <a:schemeClr val="dk1"/>
                </a:solidFill>
                <a:latin typeface="Meiryo"/>
                <a:ea typeface="Meiryo"/>
                <a:cs typeface="Meiryo"/>
                <a:sym typeface="Meiryo"/>
              </a:rPr>
              <a:t>・Hiển thị danh sách team đang tực thuộc</a:t>
            </a:r>
            <a:endParaRPr sz="1600">
              <a:solidFill>
                <a:schemeClr val="dk1"/>
              </a:solidFill>
              <a:latin typeface="Meiryo"/>
              <a:ea typeface="Meiryo"/>
              <a:cs typeface="Meiryo"/>
              <a:sym typeface="Meiryo"/>
            </a:endParaRPr>
          </a:p>
        </p:txBody>
      </p:sp>
      <p:pic>
        <p:nvPicPr>
          <p:cNvPr id="250" name="Google Shape;250;p23"/>
          <p:cNvPicPr preferRelativeResize="0"/>
          <p:nvPr/>
        </p:nvPicPr>
        <p:blipFill rotWithShape="1">
          <a:blip r:embed="rId3">
            <a:alphaModFix/>
          </a:blip>
          <a:srcRect b="0" l="0" r="0" t="0"/>
          <a:stretch/>
        </p:blipFill>
        <p:spPr>
          <a:xfrm>
            <a:off x="433974" y="1511037"/>
            <a:ext cx="4059469" cy="2865276"/>
          </a:xfrm>
          <a:prstGeom prst="rect">
            <a:avLst/>
          </a:prstGeom>
          <a:noFill/>
          <a:ln>
            <a:noFill/>
          </a:ln>
        </p:spPr>
      </p:pic>
      <p:pic>
        <p:nvPicPr>
          <p:cNvPr id="251" name="Google Shape;251;p23"/>
          <p:cNvPicPr preferRelativeResize="0"/>
          <p:nvPr/>
        </p:nvPicPr>
        <p:blipFill rotWithShape="1">
          <a:blip r:embed="rId4">
            <a:alphaModFix/>
          </a:blip>
          <a:srcRect b="0" l="0" r="0" t="0"/>
          <a:stretch/>
        </p:blipFill>
        <p:spPr>
          <a:xfrm>
            <a:off x="5509406" y="1462353"/>
            <a:ext cx="3452044" cy="2853158"/>
          </a:xfrm>
          <a:prstGeom prst="rect">
            <a:avLst/>
          </a:prstGeom>
          <a:noFill/>
          <a:ln>
            <a:noFill/>
          </a:ln>
        </p:spPr>
      </p:pic>
      <p:sp>
        <p:nvSpPr>
          <p:cNvPr id="252" name="Google Shape;252;p23"/>
          <p:cNvSpPr txBox="1"/>
          <p:nvPr/>
        </p:nvSpPr>
        <p:spPr>
          <a:xfrm>
            <a:off x="5438556" y="4408056"/>
            <a:ext cx="3262500" cy="15969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b="1" lang="ja-JP" sz="1300">
                <a:solidFill>
                  <a:schemeClr val="dk1"/>
                </a:solidFill>
              </a:rPr>
              <a:t>[Màn hình Team riêng]</a:t>
            </a:r>
            <a:endParaRPr b="1" sz="1300">
              <a:solidFill>
                <a:schemeClr val="dk1"/>
              </a:solidFill>
            </a:endParaRPr>
          </a:p>
          <a:p>
            <a:pPr indent="-311150" lvl="0" marL="457200" rtl="0" algn="l">
              <a:lnSpc>
                <a:spcPct val="115000"/>
              </a:lnSpc>
              <a:spcBef>
                <a:spcPts val="1200"/>
              </a:spcBef>
              <a:spcAft>
                <a:spcPts val="0"/>
              </a:spcAft>
              <a:buClr>
                <a:schemeClr val="dk1"/>
              </a:buClr>
              <a:buSzPts val="1300"/>
              <a:buChar char="●"/>
            </a:pPr>
            <a:r>
              <a:rPr lang="ja-JP" sz="1300">
                <a:solidFill>
                  <a:schemeClr val="dk1"/>
                </a:solidFill>
              </a:rPr>
              <a:t>Quản lý thành viên (add/delete).</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ja-JP" sz="1300">
                <a:solidFill>
                  <a:schemeClr val="dk1"/>
                </a:solidFill>
              </a:rPr>
              <a:t>Tạo project.</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ja-JP" sz="1300">
                <a:solidFill>
                  <a:schemeClr val="dk1"/>
                </a:solidFill>
              </a:rPr>
              <a:t>Hiển thị danh sách project.</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ja-JP" sz="1300">
                <a:solidFill>
                  <a:schemeClr val="dk1"/>
                </a:solidFill>
              </a:rPr>
              <a:t>Chức năng bình luận cho từng project.</a:t>
            </a:r>
            <a:endParaRPr sz="1300">
              <a:solidFill>
                <a:schemeClr val="dk1"/>
              </a:solidFill>
              <a:latin typeface="Meiryo"/>
              <a:ea typeface="Meiryo"/>
              <a:cs typeface="Meiryo"/>
              <a:sym typeface="Meiry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4"/>
          <p:cNvSpPr txBox="1"/>
          <p:nvPr>
            <p:ph type="title"/>
          </p:nvPr>
        </p:nvSpPr>
        <p:spPr>
          <a:xfrm>
            <a:off x="495300" y="300038"/>
            <a:ext cx="7626052" cy="5619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ja-JP"/>
              <a:t>Tham khảo）Screen image～project～</a:t>
            </a:r>
            <a:endParaRPr/>
          </a:p>
        </p:txBody>
      </p:sp>
      <p:sp>
        <p:nvSpPr>
          <p:cNvPr id="258" name="Google Shape;258;p24"/>
          <p:cNvSpPr txBox="1"/>
          <p:nvPr>
            <p:ph idx="12" type="sldNum"/>
          </p:nvPr>
        </p:nvSpPr>
        <p:spPr>
          <a:xfrm>
            <a:off x="7545288" y="6504639"/>
            <a:ext cx="2311400" cy="338074"/>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259" name="Google Shape;259;p24"/>
          <p:cNvSpPr txBox="1"/>
          <p:nvPr>
            <p:ph idx="11" type="ftr"/>
          </p:nvPr>
        </p:nvSpPr>
        <p:spPr>
          <a:xfrm>
            <a:off x="200472" y="6507376"/>
            <a:ext cx="6033600" cy="306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JP"/>
              <a:t>© Computer Engineering &amp; Consulting Ltd. All rights reserved.</a:t>
            </a:r>
            <a:endParaRPr/>
          </a:p>
        </p:txBody>
      </p:sp>
      <p:sp>
        <p:nvSpPr>
          <p:cNvPr id="260" name="Google Shape;260;p24"/>
          <p:cNvSpPr txBox="1"/>
          <p:nvPr/>
        </p:nvSpPr>
        <p:spPr>
          <a:xfrm>
            <a:off x="1419561" y="1331523"/>
            <a:ext cx="215636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600">
                <a:solidFill>
                  <a:schemeClr val="dk1"/>
                </a:solidFill>
                <a:latin typeface="Meiryo"/>
                <a:ea typeface="Meiryo"/>
                <a:cs typeface="Meiryo"/>
                <a:sym typeface="Meiryo"/>
              </a:rPr>
              <a:t>&lt;Project screen&gt;</a:t>
            </a:r>
            <a:endParaRPr sz="1600">
              <a:solidFill>
                <a:schemeClr val="dk1"/>
              </a:solidFill>
              <a:latin typeface="Meiryo"/>
              <a:ea typeface="Meiryo"/>
              <a:cs typeface="Meiryo"/>
              <a:sym typeface="Meiryo"/>
            </a:endParaRPr>
          </a:p>
        </p:txBody>
      </p:sp>
      <p:sp>
        <p:nvSpPr>
          <p:cNvPr id="261" name="Google Shape;261;p24"/>
          <p:cNvSpPr txBox="1"/>
          <p:nvPr/>
        </p:nvSpPr>
        <p:spPr>
          <a:xfrm>
            <a:off x="5517535" y="1093239"/>
            <a:ext cx="4493400" cy="47346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b="1" lang="ja-JP">
                <a:solidFill>
                  <a:schemeClr val="dk1"/>
                </a:solidFill>
              </a:rPr>
              <a:t>[Danh sách file]</a:t>
            </a:r>
            <a:endParaRPr b="1">
              <a:solidFill>
                <a:schemeClr val="dk1"/>
              </a:solidFill>
            </a:endParaRPr>
          </a:p>
          <a:p>
            <a:pPr indent="-317500" lvl="0" marL="457200" rtl="0" algn="l">
              <a:lnSpc>
                <a:spcPct val="115000"/>
              </a:lnSpc>
              <a:spcBef>
                <a:spcPts val="1200"/>
              </a:spcBef>
              <a:spcAft>
                <a:spcPts val="0"/>
              </a:spcAft>
              <a:buClr>
                <a:schemeClr val="dk1"/>
              </a:buClr>
              <a:buSzPts val="1400"/>
              <a:buChar char="●"/>
            </a:pPr>
            <a:r>
              <a:rPr lang="ja-JP">
                <a:solidFill>
                  <a:schemeClr val="dk1"/>
                </a:solidFill>
              </a:rPr>
              <a:t>Hiển thị cấu trúc thư mục để có thể thấy rõ bộ source code đã được đăng ký.</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ja-JP">
                <a:solidFill>
                  <a:schemeClr val="dk1"/>
                </a:solidFill>
              </a:rPr>
              <a:t>Hiển thị danh sách các class và method được ghi trong từng file.</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ja-JP">
                <a:solidFill>
                  <a:schemeClr val="dk1"/>
                </a:solidFill>
              </a:rPr>
              <a:t>Khi chọn một file, nội dung của file đó sẽ hiển thị ở phần pane bên phải (ví dụ trong hình bên trái là file </a:t>
            </a:r>
            <a:r>
              <a:rPr i="1" lang="ja-JP">
                <a:solidFill>
                  <a:schemeClr val="dk1"/>
                </a:solidFill>
              </a:rPr>
              <a:t>main_class.py</a:t>
            </a:r>
            <a:r>
              <a:rPr lang="ja-JP">
                <a:solidFill>
                  <a:schemeClr val="dk1"/>
                </a:solidFill>
              </a:rPr>
              <a:t> được chọn).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ja-JP">
                <a:solidFill>
                  <a:schemeClr val="dk1"/>
                </a:solidFill>
              </a:rPr>
              <a:t>[Nội dung file (pane bên phải)]</a:t>
            </a:r>
            <a:endParaRPr b="1">
              <a:solidFill>
                <a:schemeClr val="dk1"/>
              </a:solidFill>
            </a:endParaRPr>
          </a:p>
          <a:p>
            <a:pPr indent="-317500" lvl="0" marL="457200" rtl="0" algn="l">
              <a:lnSpc>
                <a:spcPct val="115000"/>
              </a:lnSpc>
              <a:spcBef>
                <a:spcPts val="1200"/>
              </a:spcBef>
              <a:spcAft>
                <a:spcPts val="0"/>
              </a:spcAft>
              <a:buClr>
                <a:schemeClr val="dk1"/>
              </a:buClr>
              <a:buSzPts val="1400"/>
              <a:buChar char="●"/>
            </a:pPr>
            <a:r>
              <a:rPr lang="ja-JP">
                <a:solidFill>
                  <a:schemeClr val="dk1"/>
                </a:solidFill>
              </a:rPr>
              <a:t>Hiển thị danh sách các class và method trong file đã chọn.</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ja-JP">
                <a:solidFill>
                  <a:schemeClr val="dk1"/>
                </a:solidFill>
              </a:rPr>
              <a:t>Tạo, hiển thị, và download Detail design và Test design (chi tiết tham khảo trong phần khái quát chức năng về Detail design và tạo Unit test).</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ja-JP">
                <a:solidFill>
                  <a:schemeClr val="dk1"/>
                </a:solidFill>
              </a:rPr>
              <a:t>Khi chọn class hoặc method từ danh sách file, tự động cuộn đến phần tương ứng trong nội dung.</a:t>
            </a:r>
            <a:endParaRPr>
              <a:solidFill>
                <a:schemeClr val="dk1"/>
              </a:solidFill>
              <a:latin typeface="Meiryo"/>
              <a:ea typeface="Meiryo"/>
              <a:cs typeface="Meiryo"/>
              <a:sym typeface="Meiryo"/>
            </a:endParaRPr>
          </a:p>
        </p:txBody>
      </p:sp>
      <p:pic>
        <p:nvPicPr>
          <p:cNvPr id="262" name="Google Shape;262;p24"/>
          <p:cNvPicPr preferRelativeResize="0"/>
          <p:nvPr/>
        </p:nvPicPr>
        <p:blipFill rotWithShape="1">
          <a:blip r:embed="rId3">
            <a:alphaModFix/>
          </a:blip>
          <a:srcRect b="0" l="0" r="0" t="0"/>
          <a:stretch/>
        </p:blipFill>
        <p:spPr>
          <a:xfrm>
            <a:off x="115805" y="1693853"/>
            <a:ext cx="5203493" cy="347029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5"/>
          <p:cNvSpPr txBox="1"/>
          <p:nvPr>
            <p:ph type="title"/>
          </p:nvPr>
        </p:nvSpPr>
        <p:spPr>
          <a:xfrm>
            <a:off x="495300" y="300038"/>
            <a:ext cx="7626052" cy="5619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ja-JP" sz="2000"/>
              <a:t>Tham khảo）Screen image～project cá nhân～</a:t>
            </a:r>
            <a:endParaRPr sz="2000"/>
          </a:p>
        </p:txBody>
      </p:sp>
      <p:sp>
        <p:nvSpPr>
          <p:cNvPr id="268" name="Google Shape;268;p25"/>
          <p:cNvSpPr txBox="1"/>
          <p:nvPr>
            <p:ph idx="12" type="sldNum"/>
          </p:nvPr>
        </p:nvSpPr>
        <p:spPr>
          <a:xfrm>
            <a:off x="7545288" y="6504639"/>
            <a:ext cx="2311400" cy="338074"/>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269" name="Google Shape;269;p25"/>
          <p:cNvSpPr txBox="1"/>
          <p:nvPr>
            <p:ph idx="11" type="ftr"/>
          </p:nvPr>
        </p:nvSpPr>
        <p:spPr>
          <a:xfrm>
            <a:off x="200472" y="6507376"/>
            <a:ext cx="6033600" cy="306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JP"/>
              <a:t>© Computer Engineering &amp; Consulting Ltd. All rights reserved.</a:t>
            </a:r>
            <a:endParaRPr/>
          </a:p>
        </p:txBody>
      </p:sp>
      <p:sp>
        <p:nvSpPr>
          <p:cNvPr id="270" name="Google Shape;270;p25"/>
          <p:cNvSpPr txBox="1"/>
          <p:nvPr/>
        </p:nvSpPr>
        <p:spPr>
          <a:xfrm>
            <a:off x="495300" y="1237100"/>
            <a:ext cx="38403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600">
                <a:solidFill>
                  <a:schemeClr val="dk1"/>
                </a:solidFill>
                <a:latin typeface="Meiryo"/>
                <a:ea typeface="Meiryo"/>
                <a:cs typeface="Meiryo"/>
                <a:sym typeface="Meiryo"/>
              </a:rPr>
              <a:t>&lt;Màn hình project cá nhân&gt;</a:t>
            </a:r>
            <a:endParaRPr sz="1600">
              <a:solidFill>
                <a:schemeClr val="dk1"/>
              </a:solidFill>
              <a:latin typeface="Meiryo"/>
              <a:ea typeface="Meiryo"/>
              <a:cs typeface="Meiryo"/>
              <a:sym typeface="Meiryo"/>
            </a:endParaRPr>
          </a:p>
        </p:txBody>
      </p:sp>
      <p:pic>
        <p:nvPicPr>
          <p:cNvPr id="271" name="Google Shape;271;p25"/>
          <p:cNvPicPr preferRelativeResize="0"/>
          <p:nvPr/>
        </p:nvPicPr>
        <p:blipFill rotWithShape="1">
          <a:blip r:embed="rId3">
            <a:alphaModFix/>
          </a:blip>
          <a:srcRect b="0" l="0" r="0" t="0"/>
          <a:stretch/>
        </p:blipFill>
        <p:spPr>
          <a:xfrm>
            <a:off x="303622" y="1597310"/>
            <a:ext cx="4632883" cy="3770558"/>
          </a:xfrm>
          <a:prstGeom prst="rect">
            <a:avLst/>
          </a:prstGeom>
          <a:noFill/>
          <a:ln>
            <a:noFill/>
          </a:ln>
        </p:spPr>
      </p:pic>
      <p:sp>
        <p:nvSpPr>
          <p:cNvPr id="272" name="Google Shape;272;p25"/>
          <p:cNvSpPr txBox="1"/>
          <p:nvPr/>
        </p:nvSpPr>
        <p:spPr>
          <a:xfrm>
            <a:off x="5574026" y="1597300"/>
            <a:ext cx="3507900" cy="1077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600">
                <a:solidFill>
                  <a:schemeClr val="dk1"/>
                </a:solidFill>
                <a:latin typeface="Meiryo"/>
                <a:ea typeface="Meiryo"/>
                <a:cs typeface="Meiryo"/>
                <a:sym typeface="Meiryo"/>
              </a:rPr>
              <a:t>【Màn hình project cá nhân】</a:t>
            </a:r>
            <a:endParaRPr/>
          </a:p>
          <a:p>
            <a:pPr indent="0" lvl="0" marL="0" marR="0" rtl="0" algn="l">
              <a:spcBef>
                <a:spcPts val="0"/>
              </a:spcBef>
              <a:spcAft>
                <a:spcPts val="0"/>
              </a:spcAft>
              <a:buNone/>
            </a:pPr>
            <a:r>
              <a:rPr lang="ja-JP" sz="1600">
                <a:solidFill>
                  <a:schemeClr val="dk1"/>
                </a:solidFill>
                <a:latin typeface="Meiryo"/>
                <a:ea typeface="Meiryo"/>
                <a:cs typeface="Meiryo"/>
                <a:sym typeface="Meiryo"/>
              </a:rPr>
              <a:t>・Tạo project</a:t>
            </a:r>
            <a:endParaRPr sz="1600">
              <a:solidFill>
                <a:schemeClr val="dk1"/>
              </a:solidFill>
              <a:latin typeface="Meiryo"/>
              <a:ea typeface="Meiryo"/>
              <a:cs typeface="Meiryo"/>
              <a:sym typeface="Meiryo"/>
            </a:endParaRPr>
          </a:p>
          <a:p>
            <a:pPr indent="0" lvl="0" marL="0" marR="0" rtl="0" algn="l">
              <a:spcBef>
                <a:spcPts val="0"/>
              </a:spcBef>
              <a:spcAft>
                <a:spcPts val="0"/>
              </a:spcAft>
              <a:buNone/>
            </a:pPr>
            <a:r>
              <a:t/>
            </a:r>
            <a:endParaRPr sz="1600">
              <a:solidFill>
                <a:schemeClr val="dk1"/>
              </a:solidFill>
              <a:latin typeface="Meiryo"/>
              <a:ea typeface="Meiryo"/>
              <a:cs typeface="Meiryo"/>
              <a:sym typeface="Meiryo"/>
            </a:endParaRPr>
          </a:p>
          <a:p>
            <a:pPr indent="0" lvl="0" marL="0" marR="0" rtl="0" algn="l">
              <a:spcBef>
                <a:spcPts val="0"/>
              </a:spcBef>
              <a:spcAft>
                <a:spcPts val="0"/>
              </a:spcAft>
              <a:buNone/>
            </a:pPr>
            <a:r>
              <a:rPr lang="ja-JP" sz="1600">
                <a:solidFill>
                  <a:schemeClr val="dk1"/>
                </a:solidFill>
                <a:latin typeface="Meiryo"/>
                <a:ea typeface="Meiryo"/>
                <a:cs typeface="Meiryo"/>
                <a:sym typeface="Meiryo"/>
              </a:rPr>
              <a:t>・Hiển thị danh sách project</a:t>
            </a:r>
            <a:endParaRPr sz="1600">
              <a:solidFill>
                <a:schemeClr val="dk1"/>
              </a:solidFill>
              <a:latin typeface="Meiryo"/>
              <a:ea typeface="Meiryo"/>
              <a:cs typeface="Meiryo"/>
              <a:sym typeface="Meiry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6"/>
          <p:cNvSpPr txBox="1"/>
          <p:nvPr>
            <p:ph type="title"/>
          </p:nvPr>
        </p:nvSpPr>
        <p:spPr>
          <a:xfrm>
            <a:off x="495300" y="300038"/>
            <a:ext cx="7626052" cy="5619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ja-JP" sz="2000"/>
              <a:t>Tham khảo）Screen image～ màn hình quản lý～</a:t>
            </a:r>
            <a:endParaRPr/>
          </a:p>
        </p:txBody>
      </p:sp>
      <p:sp>
        <p:nvSpPr>
          <p:cNvPr id="278" name="Google Shape;278;p26"/>
          <p:cNvSpPr txBox="1"/>
          <p:nvPr>
            <p:ph idx="12" type="sldNum"/>
          </p:nvPr>
        </p:nvSpPr>
        <p:spPr>
          <a:xfrm>
            <a:off x="7545288" y="6504639"/>
            <a:ext cx="2311400" cy="338074"/>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279" name="Google Shape;279;p26"/>
          <p:cNvSpPr txBox="1"/>
          <p:nvPr>
            <p:ph idx="11" type="ftr"/>
          </p:nvPr>
        </p:nvSpPr>
        <p:spPr>
          <a:xfrm>
            <a:off x="200472" y="6507376"/>
            <a:ext cx="6033600" cy="306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JP"/>
              <a:t>© Computer Engineering &amp; Consulting Ltd. All rights reserved.</a:t>
            </a:r>
            <a:endParaRPr/>
          </a:p>
        </p:txBody>
      </p:sp>
      <p:sp>
        <p:nvSpPr>
          <p:cNvPr id="280" name="Google Shape;280;p26"/>
          <p:cNvSpPr txBox="1"/>
          <p:nvPr/>
        </p:nvSpPr>
        <p:spPr>
          <a:xfrm>
            <a:off x="655699" y="1071650"/>
            <a:ext cx="28539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600">
                <a:solidFill>
                  <a:schemeClr val="dk1"/>
                </a:solidFill>
                <a:latin typeface="Meiryo"/>
                <a:ea typeface="Meiryo"/>
                <a:cs typeface="Meiryo"/>
                <a:sym typeface="Meiryo"/>
              </a:rPr>
              <a:t>&lt;</a:t>
            </a:r>
            <a:r>
              <a:rPr lang="ja-JP" sz="2000">
                <a:solidFill>
                  <a:srgbClr val="111111"/>
                </a:solidFill>
                <a:latin typeface="Meiryo"/>
                <a:ea typeface="Meiryo"/>
                <a:cs typeface="Meiryo"/>
                <a:sym typeface="Meiryo"/>
              </a:rPr>
              <a:t>màn hình quản lý</a:t>
            </a:r>
            <a:r>
              <a:rPr lang="ja-JP" sz="1600">
                <a:solidFill>
                  <a:schemeClr val="dk1"/>
                </a:solidFill>
                <a:latin typeface="Meiryo"/>
                <a:ea typeface="Meiryo"/>
                <a:cs typeface="Meiryo"/>
                <a:sym typeface="Meiryo"/>
              </a:rPr>
              <a:t>&gt;</a:t>
            </a:r>
            <a:endParaRPr sz="1600">
              <a:solidFill>
                <a:schemeClr val="dk1"/>
              </a:solidFill>
              <a:latin typeface="Meiryo"/>
              <a:ea typeface="Meiryo"/>
              <a:cs typeface="Meiryo"/>
              <a:sym typeface="Meiryo"/>
            </a:endParaRPr>
          </a:p>
        </p:txBody>
      </p:sp>
      <p:sp>
        <p:nvSpPr>
          <p:cNvPr id="281" name="Google Shape;281;p26"/>
          <p:cNvSpPr txBox="1"/>
          <p:nvPr/>
        </p:nvSpPr>
        <p:spPr>
          <a:xfrm>
            <a:off x="4953000" y="1619854"/>
            <a:ext cx="3895500" cy="29400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b="1" lang="ja-JP">
                <a:solidFill>
                  <a:schemeClr val="dk1"/>
                </a:solidFill>
              </a:rPr>
              <a:t>[Màn hình quản lý]</a:t>
            </a:r>
            <a:endParaRPr b="1">
              <a:solidFill>
                <a:schemeClr val="dk1"/>
              </a:solidFill>
            </a:endParaRPr>
          </a:p>
          <a:p>
            <a:pPr indent="-317500" lvl="0" marL="457200" rtl="0" algn="l">
              <a:lnSpc>
                <a:spcPct val="115000"/>
              </a:lnSpc>
              <a:spcBef>
                <a:spcPts val="1200"/>
              </a:spcBef>
              <a:spcAft>
                <a:spcPts val="0"/>
              </a:spcAft>
              <a:buClr>
                <a:schemeClr val="dk1"/>
              </a:buClr>
              <a:buSzPts val="1400"/>
              <a:buChar char="●"/>
            </a:pPr>
            <a:r>
              <a:rPr lang="ja-JP">
                <a:solidFill>
                  <a:schemeClr val="dk1"/>
                </a:solidFill>
              </a:rPr>
              <a:t>Màn hình chỉ có quản trị viên (admin) mới có thể truy cập.</a:t>
            </a:r>
            <a:br>
              <a:rPr lang="ja-JP">
                <a:solidFill>
                  <a:schemeClr val="dk1"/>
                </a:solidFill>
              </a:rPr>
            </a:br>
            <a:r>
              <a:rPr lang="ja-JP">
                <a:solidFill>
                  <a:schemeClr val="dk1"/>
                </a:solidFill>
              </a:rPr>
              <a:t>※) Đối với người dùng không phải quản trị viên, biểu tượng quản lý sẽ không hiển thị trên thanh bên.</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ja-JP">
                <a:solidFill>
                  <a:schemeClr val="dk1"/>
                </a:solidFill>
              </a:rPr>
              <a:t>Thực hiện hiển thị trực quan tình trạng sử dụng và cài đặt AI sử dụng, quyền truy cập cho từng người dùng.</a:t>
            </a:r>
            <a:br>
              <a:rPr lang="ja-JP">
                <a:solidFill>
                  <a:schemeClr val="dk1"/>
                </a:solidFill>
              </a:rPr>
            </a:br>
            <a:r>
              <a:rPr lang="ja-JP">
                <a:solidFill>
                  <a:schemeClr val="dk1"/>
                </a:solidFill>
              </a:rPr>
              <a:t>※) Chi tiết chức năng tham khảo trong phần khái quát chức năng.</a:t>
            </a:r>
            <a:endParaRPr>
              <a:solidFill>
                <a:schemeClr val="dk1"/>
              </a:solidFill>
              <a:latin typeface="Meiryo"/>
              <a:ea typeface="Meiryo"/>
              <a:cs typeface="Meiryo"/>
              <a:sym typeface="Meiryo"/>
            </a:endParaRPr>
          </a:p>
        </p:txBody>
      </p:sp>
      <p:pic>
        <p:nvPicPr>
          <p:cNvPr id="282" name="Google Shape;282;p26"/>
          <p:cNvPicPr preferRelativeResize="0"/>
          <p:nvPr/>
        </p:nvPicPr>
        <p:blipFill rotWithShape="1">
          <a:blip r:embed="rId3">
            <a:alphaModFix/>
          </a:blip>
          <a:srcRect b="0" l="0" r="0" t="0"/>
          <a:stretch/>
        </p:blipFill>
        <p:spPr>
          <a:xfrm>
            <a:off x="1057382" y="1498026"/>
            <a:ext cx="2452044" cy="1601609"/>
          </a:xfrm>
          <a:prstGeom prst="rect">
            <a:avLst/>
          </a:prstGeom>
          <a:noFill/>
          <a:ln>
            <a:noFill/>
          </a:ln>
        </p:spPr>
      </p:pic>
      <p:pic>
        <p:nvPicPr>
          <p:cNvPr id="283" name="Google Shape;283;p26"/>
          <p:cNvPicPr preferRelativeResize="0"/>
          <p:nvPr/>
        </p:nvPicPr>
        <p:blipFill rotWithShape="1">
          <a:blip r:embed="rId4">
            <a:alphaModFix/>
          </a:blip>
          <a:srcRect b="0" l="0" r="0" t="0"/>
          <a:stretch/>
        </p:blipFill>
        <p:spPr>
          <a:xfrm>
            <a:off x="776415" y="3371740"/>
            <a:ext cx="3169586" cy="1358394"/>
          </a:xfrm>
          <a:prstGeom prst="rect">
            <a:avLst/>
          </a:prstGeom>
          <a:noFill/>
          <a:ln>
            <a:noFill/>
          </a:ln>
        </p:spPr>
      </p:pic>
      <p:pic>
        <p:nvPicPr>
          <p:cNvPr id="284" name="Google Shape;284;p26"/>
          <p:cNvPicPr preferRelativeResize="0"/>
          <p:nvPr/>
        </p:nvPicPr>
        <p:blipFill rotWithShape="1">
          <a:blip r:embed="rId5">
            <a:alphaModFix/>
          </a:blip>
          <a:srcRect b="0" l="0" r="0" t="0"/>
          <a:stretch/>
        </p:blipFill>
        <p:spPr>
          <a:xfrm>
            <a:off x="793721" y="4925878"/>
            <a:ext cx="3041572" cy="145980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plate2014">
  <a:themeElements>
    <a:clrScheme name="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2024-03-14T08:54:56Z</dcterms:created>
  <dc:creator>大和田 健太(事企画)</dc:creator>
</cp:coreProperties>
</file>