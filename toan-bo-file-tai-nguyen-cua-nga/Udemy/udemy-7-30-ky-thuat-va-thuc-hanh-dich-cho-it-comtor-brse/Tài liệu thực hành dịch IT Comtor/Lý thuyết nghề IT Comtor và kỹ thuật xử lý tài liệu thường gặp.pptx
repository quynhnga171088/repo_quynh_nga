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Manrope ExtraBold"/>
      <p:bold r:id="rId22"/>
    </p:embeddedFont>
    <p:embeddedFont>
      <p:font typeface="Albert Sans"/>
      <p:regular r:id="rId23"/>
      <p:bold r:id="rId24"/>
      <p:italic r:id="rId25"/>
      <p:boldItalic r:id="rId26"/>
    </p:embeddedFont>
    <p:embeddedFont>
      <p:font typeface="Nanum Myeongjo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hmmQM5sEq0s2yIzbL6JFJsSerq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Lato-italic.fntdata"/><Relationship Id="rId22" Type="http://schemas.openxmlformats.org/officeDocument/2006/relationships/font" Target="fonts/ManropeExtraBold-bold.fntdata"/><Relationship Id="rId21" Type="http://schemas.openxmlformats.org/officeDocument/2006/relationships/font" Target="fonts/Lato-boldItalic.fntdata"/><Relationship Id="rId24" Type="http://schemas.openxmlformats.org/officeDocument/2006/relationships/font" Target="fonts/AlbertSans-bold.fntdata"/><Relationship Id="rId23" Type="http://schemas.openxmlformats.org/officeDocument/2006/relationships/font" Target="fonts/AlbertSans-regular.fntdata"/><Relationship Id="rId26" Type="http://schemas.openxmlformats.org/officeDocument/2006/relationships/font" Target="fonts/AlbertSans-boldItalic.fntdata"/><Relationship Id="rId25" Type="http://schemas.openxmlformats.org/officeDocument/2006/relationships/font" Target="fonts/AlbertSans-italic.fntdata"/><Relationship Id="rId28" Type="http://schemas.openxmlformats.org/officeDocument/2006/relationships/font" Target="fonts/NanumMyeongjo-bold.fntdata"/><Relationship Id="rId27" Type="http://schemas.openxmlformats.org/officeDocument/2006/relationships/font" Target="fonts/NanumMyeongjo-regular.fntdata"/><Relationship Id="rId29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40261a96b7_0_6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40261a96b7_0_6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4c110b9bf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4c110b9bf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2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" name="Google Shape;10;p12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2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2"/>
          <p:cNvSpPr txBox="1"/>
          <p:nvPr>
            <p:ph idx="1" type="subTitle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13" name="Google Shape;13;p12"/>
          <p:cNvSpPr txBox="1"/>
          <p:nvPr>
            <p:ph idx="4" type="subTitle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14" name="Google Shape;14;p12"/>
          <p:cNvSpPr/>
          <p:nvPr>
            <p:ph idx="5" type="pic"/>
          </p:nvPr>
        </p:nvSpPr>
        <p:spPr>
          <a:xfrm>
            <a:off x="228600" y="223475"/>
            <a:ext cx="2857200" cy="2348100"/>
          </a:xfrm>
          <a:prstGeom prst="round2SameRect">
            <a:avLst>
              <a:gd fmla="val 4621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" name="Google Shape;15;p12"/>
          <p:cNvSpPr/>
          <p:nvPr>
            <p:ph idx="6" type="pic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fmla="val 5506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List of 4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2" type="title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13"/>
          <p:cNvSpPr txBox="1"/>
          <p:nvPr>
            <p:ph idx="3" type="title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4" type="title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13"/>
          <p:cNvSpPr txBox="1"/>
          <p:nvPr>
            <p:ph idx="5" type="title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3"/>
          <p:cNvSpPr/>
          <p:nvPr>
            <p:ph idx="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ntent">
  <p:cSld name="CUSTOM_15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/>
          <p:nvPr/>
        </p:nvSpPr>
        <p:spPr>
          <a:xfrm rot="5400000">
            <a:off x="4342200" y="341250"/>
            <a:ext cx="4914900" cy="4460100"/>
          </a:xfrm>
          <a:prstGeom prst="round2SameRect">
            <a:avLst>
              <a:gd fmla="val 349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4"/>
          <p:cNvSpPr txBox="1"/>
          <p:nvPr>
            <p:ph type="title"/>
          </p:nvPr>
        </p:nvSpPr>
        <p:spPr>
          <a:xfrm>
            <a:off x="932850" y="730375"/>
            <a:ext cx="32808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" type="subTitle"/>
          </p:nvPr>
        </p:nvSpPr>
        <p:spPr>
          <a:xfrm>
            <a:off x="5233275" y="763675"/>
            <a:ext cx="3503700" cy="3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2" type="subTitle"/>
          </p:nvPr>
        </p:nvSpPr>
        <p:spPr>
          <a:xfrm>
            <a:off x="955350" y="2928709"/>
            <a:ext cx="2844900" cy="1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14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">
  <p:cSld name="CUSTOM_1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" name="Google Shape;32;p15"/>
          <p:cNvSpPr txBox="1"/>
          <p:nvPr>
            <p:ph idx="1" type="subTitle"/>
          </p:nvPr>
        </p:nvSpPr>
        <p:spPr>
          <a:xfrm>
            <a:off x="4627750" y="1204950"/>
            <a:ext cx="2489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3" type="body"/>
          </p:nvPr>
        </p:nvSpPr>
        <p:spPr>
          <a:xfrm>
            <a:off x="4627750" y="1592350"/>
            <a:ext cx="25392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34" name="Google Shape;34;p15"/>
          <p:cNvSpPr/>
          <p:nvPr>
            <p:ph idx="4" type="pic"/>
          </p:nvPr>
        </p:nvSpPr>
        <p:spPr>
          <a:xfrm rot="-5400000">
            <a:off x="1529325" y="1257825"/>
            <a:ext cx="3114600" cy="2619600"/>
          </a:xfrm>
          <a:prstGeom prst="round2SameRect">
            <a:avLst>
              <a:gd fmla="val 3848" name="adj1"/>
              <a:gd fmla="val 0" name="adj2"/>
            </a:avLst>
          </a:prstGeom>
          <a:noFill/>
          <a:ln>
            <a:noFill/>
          </a:ln>
        </p:spPr>
      </p:sp>
      <p:sp>
        <p:nvSpPr>
          <p:cNvPr id="35" name="Google Shape;35;p15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36">
          <p15:clr>
            <a:srgbClr val="E46962"/>
          </p15:clr>
        </p15:guide>
        <p15:guide id="2" orient="horz" pos="2604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Green">
  <p:cSld name="CUSTOM_5">
    <p:bg>
      <p:bgPr>
        <a:solidFill>
          <a:schemeClr val="accen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" name="Google Shape;38;p16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Problem">
  <p:cSld name="CUSTOM_6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" name="Google Shape;43;p17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17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b="0"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45" name="Google Shape;45;p17"/>
          <p:cNvSpPr txBox="1"/>
          <p:nvPr>
            <p:ph idx="3"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6" name="Google Shape;46;p17"/>
          <p:cNvSpPr txBox="1"/>
          <p:nvPr>
            <p:ph idx="4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Solution">
  <p:cSld name="CUSTOM_9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8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50" name="Google Shape;50;p18"/>
          <p:cNvSpPr txBox="1"/>
          <p:nvPr>
            <p:ph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" name="Google Shape;51;p18"/>
          <p:cNvSpPr txBox="1"/>
          <p:nvPr>
            <p:ph idx="2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" name="Google Shape;52;p1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Teal">
  <p:cSld name="CUSTOM_5_1">
    <p:bg>
      <p:bgPr>
        <a:solidFill>
          <a:schemeClr val="accen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" name="Google Shape;56;p19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Blue">
  <p:cSld name="CUSTOM_5_1_1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" name="Google Shape;61;p20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Purple">
  <p:cSld name="CUSTOM">
    <p:bg>
      <p:bgPr>
        <a:solidFill>
          <a:schemeClr val="lt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Image">
  <p:cSld name="CUSTOM_2"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/>
          <p:nvPr>
            <p:ph idx="2" type="pic"/>
          </p:nvPr>
        </p:nvSpPr>
        <p:spPr>
          <a:xfrm>
            <a:off x="120000" y="114300"/>
            <a:ext cx="8904000" cy="49149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+ Content">
  <p:cSld name="CUSTOM_3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/>
          <p:nvPr>
            <p:ph idx="1" type="body"/>
          </p:nvPr>
        </p:nvSpPr>
        <p:spPr>
          <a:xfrm>
            <a:off x="5235220" y="2573350"/>
            <a:ext cx="3798300" cy="19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23"/>
          <p:cNvSpPr txBox="1"/>
          <p:nvPr>
            <p:ph idx="2" type="body"/>
          </p:nvPr>
        </p:nvSpPr>
        <p:spPr>
          <a:xfrm>
            <a:off x="5235220" y="750863"/>
            <a:ext cx="37299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74" name="Google Shape;74;p23"/>
          <p:cNvSpPr txBox="1"/>
          <p:nvPr>
            <p:ph type="title"/>
          </p:nvPr>
        </p:nvSpPr>
        <p:spPr>
          <a:xfrm>
            <a:off x="5257467" y="327150"/>
            <a:ext cx="274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23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/>
          <p:nvPr>
            <p:ph idx="5" type="pic"/>
          </p:nvPr>
        </p:nvSpPr>
        <p:spPr>
          <a:xfrm rot="10800000">
            <a:off x="228600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78" name="Google Shape;78;p23"/>
          <p:cNvSpPr/>
          <p:nvPr>
            <p:ph idx="6" type="pic"/>
          </p:nvPr>
        </p:nvSpPr>
        <p:spPr>
          <a:xfrm>
            <a:off x="2486554" y="22352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79" name="Google Shape;79;p23"/>
          <p:cNvSpPr/>
          <p:nvPr>
            <p:ph idx="7" type="pic"/>
          </p:nvPr>
        </p:nvSpPr>
        <p:spPr>
          <a:xfrm flipH="1" rot="10800000">
            <a:off x="2486554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80" name="Google Shape;80;p23"/>
          <p:cNvSpPr/>
          <p:nvPr>
            <p:ph idx="8" type="pic"/>
          </p:nvPr>
        </p:nvSpPr>
        <p:spPr>
          <a:xfrm flipH="1">
            <a:off x="228600" y="22457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3_1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/>
          <p:nvPr>
            <p:ph idx="2" type="pic"/>
          </p:nvPr>
        </p:nvSpPr>
        <p:spPr>
          <a:xfrm>
            <a:off x="114275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83" name="Google Shape;83;p24"/>
          <p:cNvSpPr/>
          <p:nvPr>
            <p:ph idx="3" type="pic"/>
          </p:nvPr>
        </p:nvSpPr>
        <p:spPr>
          <a:xfrm>
            <a:off x="3117080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84" name="Google Shape;84;p24"/>
          <p:cNvSpPr/>
          <p:nvPr>
            <p:ph idx="4" type="pic"/>
          </p:nvPr>
        </p:nvSpPr>
        <p:spPr>
          <a:xfrm>
            <a:off x="114275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85" name="Google Shape;85;p24"/>
          <p:cNvSpPr/>
          <p:nvPr>
            <p:ph idx="5" type="pic"/>
          </p:nvPr>
        </p:nvSpPr>
        <p:spPr>
          <a:xfrm>
            <a:off x="3117080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86" name="Google Shape;86;p24"/>
          <p:cNvSpPr/>
          <p:nvPr>
            <p:ph idx="6" type="pic"/>
          </p:nvPr>
        </p:nvSpPr>
        <p:spPr>
          <a:xfrm>
            <a:off x="6109898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87" name="Google Shape;87;p24"/>
          <p:cNvSpPr/>
          <p:nvPr>
            <p:ph idx="7" type="pic"/>
          </p:nvPr>
        </p:nvSpPr>
        <p:spPr>
          <a:xfrm>
            <a:off x="6109898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">
  <p:cSld name="CUSTOM_4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idx="1" type="body"/>
          </p:nvPr>
        </p:nvSpPr>
        <p:spPr>
          <a:xfrm>
            <a:off x="970234" y="770775"/>
            <a:ext cx="37299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0" name="Google Shape;90;p25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2" type="body"/>
          </p:nvPr>
        </p:nvSpPr>
        <p:spPr>
          <a:xfrm>
            <a:off x="5235225" y="824225"/>
            <a:ext cx="3321600" cy="3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2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3" name="Google Shape;93;p25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CUSTOM_4_1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/>
          <p:nvPr>
            <p:ph idx="1" type="body"/>
          </p:nvPr>
        </p:nvSpPr>
        <p:spPr>
          <a:xfrm>
            <a:off x="949503" y="770775"/>
            <a:ext cx="71715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6" name="Google Shape;96;p26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2" type="body"/>
          </p:nvPr>
        </p:nvSpPr>
        <p:spPr>
          <a:xfrm>
            <a:off x="961716" y="2599900"/>
            <a:ext cx="7145100" cy="18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Google Shape;98;p26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26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&amp; Benefits">
  <p:cSld name="CUSTOM_7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/>
          <p:nvPr>
            <p:ph idx="1" type="subTitle"/>
          </p:nvPr>
        </p:nvSpPr>
        <p:spPr>
          <a:xfrm>
            <a:off x="-394525" y="762900"/>
            <a:ext cx="29583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02" name="Google Shape;102;p27"/>
          <p:cNvSpPr txBox="1"/>
          <p:nvPr>
            <p:ph idx="2" type="subTitle"/>
          </p:nvPr>
        </p:nvSpPr>
        <p:spPr>
          <a:xfrm>
            <a:off x="7780000" y="762900"/>
            <a:ext cx="19617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03" name="Google Shape;103;p27"/>
          <p:cNvSpPr txBox="1"/>
          <p:nvPr>
            <p:ph idx="3" type="subTitle"/>
          </p:nvPr>
        </p:nvSpPr>
        <p:spPr>
          <a:xfrm>
            <a:off x="-867225" y="1991550"/>
            <a:ext cx="20115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4" type="subTitle"/>
          </p:nvPr>
        </p:nvSpPr>
        <p:spPr>
          <a:xfrm>
            <a:off x="1384800" y="1991550"/>
            <a:ext cx="19617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05" name="Google Shape;105;p27"/>
          <p:cNvSpPr txBox="1"/>
          <p:nvPr>
            <p:ph idx="5" type="subTitle"/>
          </p:nvPr>
        </p:nvSpPr>
        <p:spPr>
          <a:xfrm>
            <a:off x="3556975" y="1991550"/>
            <a:ext cx="44034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9pPr>
          </a:lstStyle>
          <a:p/>
        </p:txBody>
      </p:sp>
      <p:sp>
        <p:nvSpPr>
          <p:cNvPr id="106" name="Google Shape;106;p27"/>
          <p:cNvSpPr txBox="1"/>
          <p:nvPr>
            <p:ph idx="6" type="subTitle"/>
          </p:nvPr>
        </p:nvSpPr>
        <p:spPr>
          <a:xfrm>
            <a:off x="8207225" y="1991550"/>
            <a:ext cx="22164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07" name="Google Shape;107;p27"/>
          <p:cNvSpPr txBox="1"/>
          <p:nvPr>
            <p:ph idx="7" type="subTitle"/>
          </p:nvPr>
        </p:nvSpPr>
        <p:spPr>
          <a:xfrm>
            <a:off x="307950" y="3220200"/>
            <a:ext cx="38076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08" name="Google Shape;108;p27"/>
          <p:cNvSpPr txBox="1"/>
          <p:nvPr>
            <p:ph idx="8" type="subTitle"/>
          </p:nvPr>
        </p:nvSpPr>
        <p:spPr>
          <a:xfrm>
            <a:off x="4367925" y="3220200"/>
            <a:ext cx="21210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9" type="subTitle"/>
          </p:nvPr>
        </p:nvSpPr>
        <p:spPr>
          <a:xfrm>
            <a:off x="6718750" y="3220200"/>
            <a:ext cx="23832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10" name="Google Shape;110;p27"/>
          <p:cNvSpPr txBox="1"/>
          <p:nvPr>
            <p:ph idx="13" type="subTitle"/>
          </p:nvPr>
        </p:nvSpPr>
        <p:spPr>
          <a:xfrm>
            <a:off x="2793625" y="762900"/>
            <a:ext cx="21435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4" type="subTitle"/>
          </p:nvPr>
        </p:nvSpPr>
        <p:spPr>
          <a:xfrm>
            <a:off x="5151963" y="762900"/>
            <a:ext cx="24132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12" name="Google Shape;112;p27"/>
          <p:cNvSpPr/>
          <p:nvPr>
            <p:ph idx="1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" name="Google Shape;113;p27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8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6" name="Google Shape;116;p2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7" name="Google Shape;117;p28"/>
          <p:cNvSpPr txBox="1"/>
          <p:nvPr>
            <p:ph idx="1" type="subTitle"/>
          </p:nvPr>
        </p:nvSpPr>
        <p:spPr>
          <a:xfrm>
            <a:off x="3831000" y="327150"/>
            <a:ext cx="4500300" cy="1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Graph">
  <p:cSld name="CUSTOM_8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idx="1" type="subTitle"/>
          </p:nvPr>
        </p:nvSpPr>
        <p:spPr>
          <a:xfrm>
            <a:off x="955475" y="1615450"/>
            <a:ext cx="3291600" cy="2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2" name="Google Shape;122;p29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2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y It Works">
  <p:cSld name="CUSTOM_9_1">
    <p:bg>
      <p:bgPr>
        <a:solidFill>
          <a:schemeClr val="accen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0"/>
          <p:cNvSpPr/>
          <p:nvPr>
            <p:ph idx="2" type="pic"/>
          </p:nvPr>
        </p:nvSpPr>
        <p:spPr>
          <a:xfrm rot="-5400000">
            <a:off x="-113050" y="322725"/>
            <a:ext cx="4911300" cy="4450500"/>
          </a:xfrm>
          <a:prstGeom prst="round2SameRect">
            <a:avLst>
              <a:gd fmla="val 286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7" name="Google Shape;127;p30"/>
          <p:cNvSpPr txBox="1"/>
          <p:nvPr>
            <p:ph idx="1" type="body"/>
          </p:nvPr>
        </p:nvSpPr>
        <p:spPr>
          <a:xfrm>
            <a:off x="5364025" y="704025"/>
            <a:ext cx="34377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8" name="Google Shape;128;p30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Audience Venn Diagram">
  <p:cSld name="CUSTOM_10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2" type="title"/>
          </p:nvPr>
        </p:nvSpPr>
        <p:spPr>
          <a:xfrm>
            <a:off x="956150" y="394200"/>
            <a:ext cx="355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33" name="Google Shape;133;p31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3 Concepts">
  <p:cSld name="CUSTOM_11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2"/>
          <p:cNvSpPr txBox="1"/>
          <p:nvPr>
            <p:ph type="title"/>
          </p:nvPr>
        </p:nvSpPr>
        <p:spPr>
          <a:xfrm>
            <a:off x="941780" y="715125"/>
            <a:ext cx="78600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37" name="Google Shape;137;p32"/>
          <p:cNvSpPr txBox="1"/>
          <p:nvPr>
            <p:ph idx="1" type="body"/>
          </p:nvPr>
        </p:nvSpPr>
        <p:spPr>
          <a:xfrm>
            <a:off x="1188971" y="2402817"/>
            <a:ext cx="18933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8" name="Google Shape;138;p32"/>
          <p:cNvSpPr txBox="1"/>
          <p:nvPr>
            <p:ph idx="2" type="body"/>
          </p:nvPr>
        </p:nvSpPr>
        <p:spPr>
          <a:xfrm>
            <a:off x="3628515" y="2402817"/>
            <a:ext cx="18933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9" name="Google Shape;139;p32"/>
          <p:cNvSpPr txBox="1"/>
          <p:nvPr>
            <p:ph idx="3" type="subTitle"/>
          </p:nvPr>
        </p:nvSpPr>
        <p:spPr>
          <a:xfrm>
            <a:off x="1078092" y="1852966"/>
            <a:ext cx="21255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0" name="Google Shape;140;p32"/>
          <p:cNvSpPr txBox="1"/>
          <p:nvPr>
            <p:ph idx="4" type="subTitle"/>
          </p:nvPr>
        </p:nvSpPr>
        <p:spPr>
          <a:xfrm>
            <a:off x="3524146" y="1852966"/>
            <a:ext cx="21255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1" name="Google Shape;141;p32"/>
          <p:cNvSpPr txBox="1"/>
          <p:nvPr>
            <p:ph idx="5" type="subTitle"/>
          </p:nvPr>
        </p:nvSpPr>
        <p:spPr>
          <a:xfrm>
            <a:off x="5970200" y="1852966"/>
            <a:ext cx="21255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32"/>
          <p:cNvSpPr txBox="1"/>
          <p:nvPr>
            <p:ph idx="6" type="body"/>
          </p:nvPr>
        </p:nvSpPr>
        <p:spPr>
          <a:xfrm>
            <a:off x="6068972" y="2402817"/>
            <a:ext cx="18933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3" name="Google Shape;143;p32"/>
          <p:cNvSpPr/>
          <p:nvPr>
            <p:ph idx="7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6 Concepts">
  <p:cSld name="CUSTOM_11_1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3"/>
          <p:cNvSpPr txBox="1"/>
          <p:nvPr>
            <p:ph idx="1" type="subTitle"/>
          </p:nvPr>
        </p:nvSpPr>
        <p:spPr>
          <a:xfrm>
            <a:off x="1062065" y="917207"/>
            <a:ext cx="2021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7" name="Google Shape;147;p33"/>
          <p:cNvSpPr txBox="1"/>
          <p:nvPr>
            <p:ph idx="2" type="subTitle"/>
          </p:nvPr>
        </p:nvSpPr>
        <p:spPr>
          <a:xfrm>
            <a:off x="3507690" y="917207"/>
            <a:ext cx="2021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33"/>
          <p:cNvSpPr txBox="1"/>
          <p:nvPr>
            <p:ph idx="3" type="subTitle"/>
          </p:nvPr>
        </p:nvSpPr>
        <p:spPr>
          <a:xfrm>
            <a:off x="5956640" y="917207"/>
            <a:ext cx="2021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9" name="Google Shape;149;p33"/>
          <p:cNvSpPr txBox="1"/>
          <p:nvPr>
            <p:ph idx="4" type="body"/>
          </p:nvPr>
        </p:nvSpPr>
        <p:spPr>
          <a:xfrm>
            <a:off x="1172475" y="1372575"/>
            <a:ext cx="1913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0" name="Google Shape;150;p33"/>
          <p:cNvSpPr txBox="1"/>
          <p:nvPr>
            <p:ph idx="5" type="body"/>
          </p:nvPr>
        </p:nvSpPr>
        <p:spPr>
          <a:xfrm>
            <a:off x="3618100" y="1372575"/>
            <a:ext cx="1913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" name="Google Shape;151;p33"/>
          <p:cNvSpPr txBox="1"/>
          <p:nvPr>
            <p:ph idx="6" type="body"/>
          </p:nvPr>
        </p:nvSpPr>
        <p:spPr>
          <a:xfrm>
            <a:off x="6067050" y="1372575"/>
            <a:ext cx="1913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2" name="Google Shape;152;p33"/>
          <p:cNvSpPr txBox="1"/>
          <p:nvPr>
            <p:ph idx="7" type="subTitle"/>
          </p:nvPr>
        </p:nvSpPr>
        <p:spPr>
          <a:xfrm>
            <a:off x="5956640" y="2552219"/>
            <a:ext cx="2021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" name="Google Shape;153;p33"/>
          <p:cNvSpPr txBox="1"/>
          <p:nvPr>
            <p:ph idx="8" type="body"/>
          </p:nvPr>
        </p:nvSpPr>
        <p:spPr>
          <a:xfrm>
            <a:off x="3618088" y="3007588"/>
            <a:ext cx="1913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4" name="Google Shape;154;p33"/>
          <p:cNvSpPr txBox="1"/>
          <p:nvPr>
            <p:ph idx="9" type="subTitle"/>
          </p:nvPr>
        </p:nvSpPr>
        <p:spPr>
          <a:xfrm>
            <a:off x="3508752" y="2552219"/>
            <a:ext cx="2021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5" name="Google Shape;155;p33"/>
          <p:cNvSpPr txBox="1"/>
          <p:nvPr>
            <p:ph idx="13" type="body"/>
          </p:nvPr>
        </p:nvSpPr>
        <p:spPr>
          <a:xfrm>
            <a:off x="1171275" y="3007588"/>
            <a:ext cx="1913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6" name="Google Shape;156;p33"/>
          <p:cNvSpPr txBox="1"/>
          <p:nvPr>
            <p:ph idx="14" type="subTitle"/>
          </p:nvPr>
        </p:nvSpPr>
        <p:spPr>
          <a:xfrm>
            <a:off x="1060865" y="2552219"/>
            <a:ext cx="2021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7" name="Google Shape;157;p33"/>
          <p:cNvSpPr txBox="1"/>
          <p:nvPr>
            <p:ph idx="15" type="body"/>
          </p:nvPr>
        </p:nvSpPr>
        <p:spPr>
          <a:xfrm>
            <a:off x="6067050" y="3007588"/>
            <a:ext cx="1913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8" name="Google Shape;158;p33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9" name="Google Shape;159;p33"/>
          <p:cNvSpPr/>
          <p:nvPr>
            <p:ph idx="1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Graph">
  <p:cSld name="CUSTOM_1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idx="1" type="subTitle"/>
          </p:nvPr>
        </p:nvSpPr>
        <p:spPr>
          <a:xfrm>
            <a:off x="960850" y="3191652"/>
            <a:ext cx="4082700" cy="1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62" name="Google Shape;162;p34"/>
          <p:cNvSpPr txBox="1"/>
          <p:nvPr>
            <p:ph type="title"/>
          </p:nvPr>
        </p:nvSpPr>
        <p:spPr>
          <a:xfrm>
            <a:off x="932850" y="730375"/>
            <a:ext cx="40827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63" name="Google Shape;163;p34"/>
          <p:cNvSpPr txBox="1"/>
          <p:nvPr>
            <p:ph idx="2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4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Graph">
  <p:cSld name="CUSTOM_13">
    <p:bg>
      <p:bgPr>
        <a:solidFill>
          <a:schemeClr val="accen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5"/>
          <p:cNvSpPr txBox="1"/>
          <p:nvPr>
            <p:ph idx="1" type="subTitle"/>
          </p:nvPr>
        </p:nvSpPr>
        <p:spPr>
          <a:xfrm>
            <a:off x="5251039" y="2593520"/>
            <a:ext cx="2571600" cy="1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35"/>
          <p:cNvSpPr txBox="1"/>
          <p:nvPr>
            <p:ph idx="2" type="subTitle"/>
          </p:nvPr>
        </p:nvSpPr>
        <p:spPr>
          <a:xfrm>
            <a:off x="5233275" y="763675"/>
            <a:ext cx="35766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" name="Google Shape;169;p35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0" name="Google Shape;170;p35"/>
          <p:cNvSpPr txBox="1"/>
          <p:nvPr>
            <p:ph idx="3" type="title"/>
          </p:nvPr>
        </p:nvSpPr>
        <p:spPr>
          <a:xfrm>
            <a:off x="5251132" y="327150"/>
            <a:ext cx="355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1" name="Google Shape;171;p35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5"/>
          <p:cNvSpPr/>
          <p:nvPr>
            <p:ph idx="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Landscape">
  <p:cSld name="CUSTOM_14"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/>
          <p:nvPr>
            <p:ph idx="1" type="body"/>
          </p:nvPr>
        </p:nvSpPr>
        <p:spPr>
          <a:xfrm>
            <a:off x="6564350" y="577612"/>
            <a:ext cx="22374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5" name="Google Shape;175;p36"/>
          <p:cNvSpPr txBox="1"/>
          <p:nvPr>
            <p:ph idx="2" type="body"/>
          </p:nvPr>
        </p:nvSpPr>
        <p:spPr>
          <a:xfrm>
            <a:off x="6564350" y="1810914"/>
            <a:ext cx="22374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6" name="Google Shape;176;p36"/>
          <p:cNvSpPr txBox="1"/>
          <p:nvPr>
            <p:ph idx="3" type="body"/>
          </p:nvPr>
        </p:nvSpPr>
        <p:spPr>
          <a:xfrm>
            <a:off x="6564350" y="3038996"/>
            <a:ext cx="22374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7" name="Google Shape;177;p36"/>
          <p:cNvSpPr txBox="1"/>
          <p:nvPr>
            <p:ph type="title"/>
          </p:nvPr>
        </p:nvSpPr>
        <p:spPr>
          <a:xfrm>
            <a:off x="3706300" y="327150"/>
            <a:ext cx="2009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8" name="Google Shape;178;p36"/>
          <p:cNvSpPr txBox="1"/>
          <p:nvPr>
            <p:ph idx="4" type="body"/>
          </p:nvPr>
        </p:nvSpPr>
        <p:spPr>
          <a:xfrm>
            <a:off x="3706300" y="577612"/>
            <a:ext cx="22374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9" name="Google Shape;179;p36"/>
          <p:cNvSpPr txBox="1"/>
          <p:nvPr>
            <p:ph idx="5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0" name="Google Shape;180;p36"/>
          <p:cNvSpPr txBox="1"/>
          <p:nvPr>
            <p:ph idx="6" type="title"/>
          </p:nvPr>
        </p:nvSpPr>
        <p:spPr>
          <a:xfrm>
            <a:off x="956150" y="327150"/>
            <a:ext cx="20091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1" name="Google Shape;181;p36"/>
          <p:cNvSpPr/>
          <p:nvPr>
            <p:ph idx="7" type="pic"/>
          </p:nvPr>
        </p:nvSpPr>
        <p:spPr>
          <a:xfrm>
            <a:off x="320562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2" name="Google Shape;182;p36"/>
          <p:cNvSpPr/>
          <p:nvPr>
            <p:ph idx="8" type="pic"/>
          </p:nvPr>
        </p:nvSpPr>
        <p:spPr>
          <a:xfrm>
            <a:off x="606367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3" name="Google Shape;183;p36"/>
          <p:cNvSpPr/>
          <p:nvPr>
            <p:ph idx="9" type="pic"/>
          </p:nvPr>
        </p:nvSpPr>
        <p:spPr>
          <a:xfrm>
            <a:off x="320562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4" name="Google Shape;184;p36"/>
          <p:cNvSpPr/>
          <p:nvPr>
            <p:ph idx="13" type="pic"/>
          </p:nvPr>
        </p:nvSpPr>
        <p:spPr>
          <a:xfrm>
            <a:off x="606367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5" name="Google Shape;185;p36"/>
          <p:cNvSpPr/>
          <p:nvPr>
            <p:ph idx="14" type="pic"/>
          </p:nvPr>
        </p:nvSpPr>
        <p:spPr>
          <a:xfrm>
            <a:off x="320562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36"/>
          <p:cNvSpPr/>
          <p:nvPr>
            <p:ph idx="15" type="pic"/>
          </p:nvPr>
        </p:nvSpPr>
        <p:spPr>
          <a:xfrm>
            <a:off x="606367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36"/>
          <p:cNvSpPr txBox="1"/>
          <p:nvPr>
            <p:ph idx="16" type="title"/>
          </p:nvPr>
        </p:nvSpPr>
        <p:spPr>
          <a:xfrm>
            <a:off x="6564350" y="327150"/>
            <a:ext cx="2009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8" name="Google Shape;188;p36"/>
          <p:cNvSpPr txBox="1"/>
          <p:nvPr>
            <p:ph idx="17" type="title"/>
          </p:nvPr>
        </p:nvSpPr>
        <p:spPr>
          <a:xfrm>
            <a:off x="3706300" y="1554125"/>
            <a:ext cx="2009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36"/>
          <p:cNvSpPr txBox="1"/>
          <p:nvPr>
            <p:ph idx="18" type="title"/>
          </p:nvPr>
        </p:nvSpPr>
        <p:spPr>
          <a:xfrm>
            <a:off x="6564350" y="1554125"/>
            <a:ext cx="2009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19" type="title"/>
          </p:nvPr>
        </p:nvSpPr>
        <p:spPr>
          <a:xfrm>
            <a:off x="3706300" y="2781100"/>
            <a:ext cx="2009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36"/>
          <p:cNvSpPr txBox="1"/>
          <p:nvPr>
            <p:ph idx="20" type="title"/>
          </p:nvPr>
        </p:nvSpPr>
        <p:spPr>
          <a:xfrm>
            <a:off x="6564350" y="2781100"/>
            <a:ext cx="2009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2" name="Google Shape;192;p36"/>
          <p:cNvSpPr txBox="1"/>
          <p:nvPr>
            <p:ph idx="21" type="body"/>
          </p:nvPr>
        </p:nvSpPr>
        <p:spPr>
          <a:xfrm>
            <a:off x="3706300" y="1810914"/>
            <a:ext cx="22374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36"/>
          <p:cNvSpPr txBox="1"/>
          <p:nvPr>
            <p:ph idx="22" type="body"/>
          </p:nvPr>
        </p:nvSpPr>
        <p:spPr>
          <a:xfrm>
            <a:off x="3706300" y="3038996"/>
            <a:ext cx="22374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4" name="Google Shape;194;p36"/>
          <p:cNvSpPr/>
          <p:nvPr>
            <p:ph idx="2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Phone + Desktop">
  <p:cSld name="CUSTOM_16"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7"/>
          <p:cNvSpPr/>
          <p:nvPr>
            <p:ph idx="2" type="pic"/>
          </p:nvPr>
        </p:nvSpPr>
        <p:spPr>
          <a:xfrm>
            <a:off x="3768625" y="934850"/>
            <a:ext cx="4630500" cy="26067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37"/>
          <p:cNvSpPr/>
          <p:nvPr>
            <p:ph idx="3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37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7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Desktop">
  <p:cSld name="CUSTOM_16_2"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8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5" name="Google Shape;205;p38"/>
          <p:cNvSpPr/>
          <p:nvPr>
            <p:ph idx="3" type="pic"/>
          </p:nvPr>
        </p:nvSpPr>
        <p:spPr>
          <a:xfrm>
            <a:off x="1931050" y="789375"/>
            <a:ext cx="5281800" cy="29733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3 Phone">
  <p:cSld name="CUSTOM_16_1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9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9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39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" name="Google Shape;211;p39"/>
          <p:cNvSpPr/>
          <p:nvPr>
            <p:ph idx="4" type="pic"/>
          </p:nvPr>
        </p:nvSpPr>
        <p:spPr>
          <a:xfrm>
            <a:off x="376500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39"/>
          <p:cNvSpPr/>
          <p:nvPr>
            <p:ph idx="5" type="pic"/>
          </p:nvPr>
        </p:nvSpPr>
        <p:spPr>
          <a:xfrm>
            <a:off x="67171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Tablet">
  <p:cSld name="CUSTOM_16_2_1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0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7" name="Google Shape;217;p40"/>
          <p:cNvSpPr/>
          <p:nvPr>
            <p:ph idx="3" type="pic"/>
          </p:nvPr>
        </p:nvSpPr>
        <p:spPr>
          <a:xfrm>
            <a:off x="1988050" y="627575"/>
            <a:ext cx="5167800" cy="38883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s Phone + Tablet">
  <p:cSld name="CUSTOM_16_1_1"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41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1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2" name="Google Shape;222;p41"/>
          <p:cNvSpPr/>
          <p:nvPr>
            <p:ph idx="4" type="pic"/>
          </p:nvPr>
        </p:nvSpPr>
        <p:spPr>
          <a:xfrm>
            <a:off x="3874125" y="866550"/>
            <a:ext cx="4531500" cy="34095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7"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2"/>
          <p:cNvSpPr txBox="1"/>
          <p:nvPr>
            <p:ph idx="1" type="subTitle"/>
          </p:nvPr>
        </p:nvSpPr>
        <p:spPr>
          <a:xfrm>
            <a:off x="440281" y="763675"/>
            <a:ext cx="2070300" cy="3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2"/>
          <p:cNvSpPr txBox="1"/>
          <p:nvPr/>
        </p:nvSpPr>
        <p:spPr>
          <a:xfrm>
            <a:off x="871975" y="114300"/>
            <a:ext cx="13854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rPr>
              <a:t>Future Focused</a:t>
            </a:r>
            <a:endParaRPr b="1" i="0" sz="1400" u="none" cap="none" strike="noStrike">
              <a:solidFill>
                <a:schemeClr val="accent4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7" name="Google Shape;227;p42"/>
          <p:cNvSpPr txBox="1"/>
          <p:nvPr>
            <p:ph idx="2" type="subTitle"/>
          </p:nvPr>
        </p:nvSpPr>
        <p:spPr>
          <a:xfrm>
            <a:off x="580888" y="3286575"/>
            <a:ext cx="17571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3" type="title"/>
          </p:nvPr>
        </p:nvSpPr>
        <p:spPr>
          <a:xfrm>
            <a:off x="440281" y="327150"/>
            <a:ext cx="20091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ullquote">
  <p:cSld name="CUSTOM_18">
    <p:bg>
      <p:bgPr>
        <a:solidFill>
          <a:schemeClr val="accent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/>
          <p:nvPr>
            <p:ph idx="1" type="subTitle"/>
          </p:nvPr>
        </p:nvSpPr>
        <p:spPr>
          <a:xfrm>
            <a:off x="821950" y="763675"/>
            <a:ext cx="2070300" cy="3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3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3"/>
          <p:cNvSpPr txBox="1"/>
          <p:nvPr>
            <p:ph idx="2" type="subTitle"/>
          </p:nvPr>
        </p:nvSpPr>
        <p:spPr>
          <a:xfrm>
            <a:off x="1062075" y="763675"/>
            <a:ext cx="7025400" cy="3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anum Myeongjo"/>
              <a:buNone/>
              <a:defRPr b="0" sz="36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3" name="Google Shape;233;p43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7" name="Google Shape;237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8" name="Google Shape;23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1" name="Google Shape;24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5" name="Google Shape;24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9" name="Google Shape;249;p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0" name="Google Shape;25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6" name="Google Shape;256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7" name="Google Shape;25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0" name="Google Shape;26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4" name="Google Shape;264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5" name="Google Shape;265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" name="Google Shape;26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72" name="Google Shape;272;p5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" name="Google Shape;27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5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5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5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5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5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5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5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" name="Google Shape;288;p5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5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3" name="Google Shape;293;p5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4" name="Google Shape;294;p5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5" name="Google Shape;295;p5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5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5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5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1" name="Google Shape;301;p5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2" name="Google Shape;302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3" name="Google Shape;303;p5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4" name="Google Shape;304;p5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" name="Google Shape;305;p5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5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5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0" name="Google Shape;310;p5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5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2" name="Google Shape;312;p5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3" name="Google Shape;313;p5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5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5" name="Google Shape;315;p5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6" name="Google Shape;316;p5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6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3" name="Google Shape;323;p6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6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6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6" name="Google Shape;326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6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9" name="Google Shape;329;p6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" name="Google Shape;332;p6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6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6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5" name="Google Shape;335;p6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6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7" name="Google Shape;337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6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0" name="Google Shape;340;p6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1" name="Google Shape;341;p6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_2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6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6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6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6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6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6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6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6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6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6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g340261a96b7_0_7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171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40261a96b7_0_753"/>
          <p:cNvSpPr/>
          <p:nvPr/>
        </p:nvSpPr>
        <p:spPr>
          <a:xfrm>
            <a:off x="4493207" y="1501685"/>
            <a:ext cx="4650794" cy="3641816"/>
          </a:xfrm>
          <a:custGeom>
            <a:rect b="b" l="l" r="r" t="t"/>
            <a:pathLst>
              <a:path extrusionOk="0" h="4855755" w="6201058">
                <a:moveTo>
                  <a:pt x="129723" y="3092831"/>
                </a:moveTo>
                <a:cubicBezTo>
                  <a:pt x="155028" y="3092831"/>
                  <a:pt x="175541" y="3113344"/>
                  <a:pt x="175541" y="3138649"/>
                </a:cubicBezTo>
                <a:lnTo>
                  <a:pt x="171375" y="3148709"/>
                </a:lnTo>
                <a:lnTo>
                  <a:pt x="173771" y="3150724"/>
                </a:lnTo>
                <a:lnTo>
                  <a:pt x="167113" y="3176619"/>
                </a:lnTo>
                <a:cubicBezTo>
                  <a:pt x="115594" y="3428386"/>
                  <a:pt x="88538" y="3689064"/>
                  <a:pt x="88538" y="3956060"/>
                </a:cubicBezTo>
                <a:cubicBezTo>
                  <a:pt x="88538" y="4223057"/>
                  <a:pt x="115593" y="4483735"/>
                  <a:pt x="167112" y="4735501"/>
                </a:cubicBezTo>
                <a:lnTo>
                  <a:pt x="198032" y="4855755"/>
                </a:lnTo>
                <a:lnTo>
                  <a:pt x="106706" y="4855755"/>
                </a:lnTo>
                <a:lnTo>
                  <a:pt x="80373" y="4753344"/>
                </a:lnTo>
                <a:cubicBezTo>
                  <a:pt x="27675" y="4495814"/>
                  <a:pt x="0" y="4229169"/>
                  <a:pt x="0" y="3956060"/>
                </a:cubicBezTo>
                <a:cubicBezTo>
                  <a:pt x="0" y="3682951"/>
                  <a:pt x="27675" y="3416306"/>
                  <a:pt x="80373" y="3158776"/>
                </a:cubicBezTo>
                <a:lnTo>
                  <a:pt x="84919" y="3141097"/>
                </a:lnTo>
                <a:lnTo>
                  <a:pt x="83905" y="3138649"/>
                </a:lnTo>
                <a:lnTo>
                  <a:pt x="88240" y="3128185"/>
                </a:lnTo>
                <a:lnTo>
                  <a:pt x="91842" y="3114175"/>
                </a:lnTo>
                <a:lnTo>
                  <a:pt x="93789" y="3114788"/>
                </a:lnTo>
                <a:lnTo>
                  <a:pt x="97325" y="3106251"/>
                </a:lnTo>
                <a:cubicBezTo>
                  <a:pt x="105616" y="3097960"/>
                  <a:pt x="117071" y="3092831"/>
                  <a:pt x="129723" y="3092831"/>
                </a:cubicBezTo>
                <a:close/>
                <a:moveTo>
                  <a:pt x="3956060" y="0"/>
                </a:moveTo>
                <a:cubicBezTo>
                  <a:pt x="4775387" y="0"/>
                  <a:pt x="5536540" y="249074"/>
                  <a:pt x="6167931" y="675633"/>
                </a:cubicBezTo>
                <a:lnTo>
                  <a:pt x="6201058" y="700405"/>
                </a:lnTo>
                <a:lnTo>
                  <a:pt x="6201058" y="810838"/>
                </a:lnTo>
                <a:lnTo>
                  <a:pt x="6118429" y="749049"/>
                </a:lnTo>
                <a:cubicBezTo>
                  <a:pt x="5501168" y="332036"/>
                  <a:pt x="4757050" y="88537"/>
                  <a:pt x="3956060" y="88537"/>
                </a:cubicBezTo>
                <a:cubicBezTo>
                  <a:pt x="2754575" y="88537"/>
                  <a:pt x="1681053" y="636410"/>
                  <a:pt x="971692" y="1495956"/>
                </a:cubicBezTo>
                <a:lnTo>
                  <a:pt x="782534" y="1748915"/>
                </a:lnTo>
                <a:lnTo>
                  <a:pt x="782185" y="1748621"/>
                </a:lnTo>
                <a:lnTo>
                  <a:pt x="778587" y="1757309"/>
                </a:lnTo>
                <a:cubicBezTo>
                  <a:pt x="770295" y="1765600"/>
                  <a:pt x="758841" y="1770728"/>
                  <a:pt x="746188" y="1770728"/>
                </a:cubicBezTo>
                <a:cubicBezTo>
                  <a:pt x="720883" y="1770728"/>
                  <a:pt x="700370" y="1750215"/>
                  <a:pt x="700370" y="1724910"/>
                </a:cubicBezTo>
                <a:cubicBezTo>
                  <a:pt x="700370" y="1712258"/>
                  <a:pt x="705499" y="1700803"/>
                  <a:pt x="713790" y="1692512"/>
                </a:cubicBezTo>
                <a:lnTo>
                  <a:pt x="714773" y="1691849"/>
                </a:lnTo>
                <a:lnTo>
                  <a:pt x="903372" y="1439638"/>
                </a:lnTo>
                <a:cubicBezTo>
                  <a:pt x="1628972" y="560415"/>
                  <a:pt x="2727070" y="0"/>
                  <a:pt x="3956060" y="0"/>
                </a:cubicBezTo>
                <a:close/>
              </a:path>
            </a:pathLst>
          </a:custGeom>
          <a:solidFill>
            <a:srgbClr val="FFD48A">
              <a:alpha val="3647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g340261a96b7_0_753"/>
          <p:cNvSpPr txBox="1"/>
          <p:nvPr>
            <p:ph idx="1" type="body"/>
          </p:nvPr>
        </p:nvSpPr>
        <p:spPr>
          <a:xfrm>
            <a:off x="631508" y="3701415"/>
            <a:ext cx="31689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1" name="Google Shape;361;g340261a96b7_0_753"/>
          <p:cNvSpPr/>
          <p:nvPr/>
        </p:nvSpPr>
        <p:spPr>
          <a:xfrm>
            <a:off x="4753738" y="1741932"/>
            <a:ext cx="4390262" cy="3401568"/>
          </a:xfrm>
          <a:custGeom>
            <a:rect b="b" l="l" r="r" t="t"/>
            <a:pathLst>
              <a:path extrusionOk="0" h="4535424" w="5853683">
                <a:moveTo>
                  <a:pt x="3649665" y="0"/>
                </a:moveTo>
                <a:cubicBezTo>
                  <a:pt x="4405536" y="0"/>
                  <a:pt x="5107738" y="229960"/>
                  <a:pt x="5690228" y="623786"/>
                </a:cubicBezTo>
                <a:lnTo>
                  <a:pt x="5853683" y="746110"/>
                </a:lnTo>
                <a:lnTo>
                  <a:pt x="5853683" y="4535424"/>
                </a:lnTo>
                <a:lnTo>
                  <a:pt x="111876" y="4535424"/>
                </a:lnTo>
                <a:lnTo>
                  <a:pt x="74148" y="4388579"/>
                </a:lnTo>
                <a:cubicBezTo>
                  <a:pt x="25531" y="4150811"/>
                  <a:pt x="0" y="3904628"/>
                  <a:pt x="0" y="3652477"/>
                </a:cubicBezTo>
                <a:cubicBezTo>
                  <a:pt x="0" y="1635270"/>
                  <a:pt x="1634010" y="0"/>
                  <a:pt x="3649665" y="0"/>
                </a:cubicBezTo>
                <a:close/>
              </a:path>
            </a:pathLst>
          </a:custGeom>
          <a:solidFill>
            <a:srgbClr val="FFD4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D48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" name="Google Shape;362;g340261a96b7_0_753"/>
          <p:cNvSpPr/>
          <p:nvPr/>
        </p:nvSpPr>
        <p:spPr>
          <a:xfrm>
            <a:off x="815506" y="0"/>
            <a:ext cx="805865" cy="255950"/>
          </a:xfrm>
          <a:custGeom>
            <a:rect b="b" l="l" r="r" t="t"/>
            <a:pathLst>
              <a:path extrusionOk="0" h="341267" w="1074486">
                <a:moveTo>
                  <a:pt x="0" y="0"/>
                </a:moveTo>
                <a:lnTo>
                  <a:pt x="1074486" y="0"/>
                </a:lnTo>
                <a:lnTo>
                  <a:pt x="1026305" y="86851"/>
                </a:lnTo>
                <a:cubicBezTo>
                  <a:pt x="920316" y="240348"/>
                  <a:pt x="740825" y="341267"/>
                  <a:pt x="537243" y="341267"/>
                </a:cubicBezTo>
                <a:cubicBezTo>
                  <a:pt x="333661" y="341267"/>
                  <a:pt x="154171" y="240348"/>
                  <a:pt x="48182" y="86851"/>
                </a:cubicBezTo>
                <a:close/>
              </a:path>
            </a:pathLst>
          </a:custGeom>
          <a:solidFill>
            <a:srgbClr val="FFD4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3" name="Google Shape;363;g340261a96b7_0_7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4791" y="816102"/>
            <a:ext cx="528066" cy="781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40261a96b7_0_7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5429" y="816102"/>
            <a:ext cx="4293107" cy="432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340261a96b7_0_7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8179" y="3579876"/>
            <a:ext cx="740664" cy="74066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40261a96b7_0_753"/>
          <p:cNvSpPr txBox="1"/>
          <p:nvPr>
            <p:ph type="ctrTitle"/>
          </p:nvPr>
        </p:nvSpPr>
        <p:spPr>
          <a:xfrm>
            <a:off x="640080" y="1256347"/>
            <a:ext cx="4801800" cy="23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nrope ExtraBold"/>
              <a:buNone/>
              <a:defRPr b="1" sz="36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7" name="Google Shape;367;g340261a96b7_0_753"/>
          <p:cNvSpPr txBox="1"/>
          <p:nvPr>
            <p:ph idx="2" type="subTitle"/>
          </p:nvPr>
        </p:nvSpPr>
        <p:spPr>
          <a:xfrm>
            <a:off x="640080" y="383134"/>
            <a:ext cx="43890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D48A"/>
              </a:buClr>
              <a:buSzPts val="1800"/>
              <a:buNone/>
              <a:defRPr b="0" sz="1800">
                <a:solidFill>
                  <a:srgbClr val="FFD48A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500"/>
              <a:buNone/>
              <a:defRPr sz="15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 sz="14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368" name="Google Shape;368;g340261a96b7_0_753"/>
          <p:cNvSpPr txBox="1"/>
          <p:nvPr>
            <p:ph idx="10" type="dt"/>
          </p:nvPr>
        </p:nvSpPr>
        <p:spPr>
          <a:xfrm>
            <a:off x="52197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9" name="Google Shape;369;g340261a96b7_0_75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70" name="Google Shape;370;g340261a96b7_0_753"/>
          <p:cNvSpPr txBox="1"/>
          <p:nvPr>
            <p:ph idx="12" type="sldNum"/>
          </p:nvPr>
        </p:nvSpPr>
        <p:spPr>
          <a:xfrm>
            <a:off x="6565487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47550" y="425875"/>
            <a:ext cx="29163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b="0" i="0" sz="2400" u="none" cap="none" strike="noStrike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 b="0" i="0" sz="1400" u="none" cap="none" strike="noStrike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 b="0" i="0" sz="1400" u="none" cap="none" strike="noStrike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 b="0" i="0" sz="1400" u="none" cap="none" strike="noStrike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 b="0" i="0" sz="1400" u="none" cap="none" strike="noStrike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 b="0" i="0" sz="1400" u="none" cap="none" strike="noStrike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 b="0" i="0" sz="1400" u="none" cap="none" strike="noStrike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 b="0" i="0" sz="1400" u="none" cap="none" strike="noStrike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 b="0" i="0" sz="1400" u="none" cap="none" strike="noStrike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47550" y="1714375"/>
            <a:ext cx="5780700" cy="29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b="0" i="0" sz="1400" u="sng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b="0" i="0" sz="1400" u="sng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b="0" i="0" sz="1400" u="sng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b="0" i="0" sz="1400" u="sng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b="0" i="0" sz="1400" u="sng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b="0" i="0" sz="1400" u="sng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b="0" i="0" sz="1400" u="sng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b="0" i="0" sz="1400" u="sng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b="0" i="0" sz="1400" u="sng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99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smallpdf.com/vi/pdf-to-word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drive/folders/1M9_VxYQqlrIbF1KOzFMzhMXF_6YN1Tk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"/>
          <p:cNvSpPr txBox="1"/>
          <p:nvPr>
            <p:ph idx="3" type="title"/>
          </p:nvPr>
        </p:nvSpPr>
        <p:spPr>
          <a:xfrm>
            <a:off x="3857656" y="433200"/>
            <a:ext cx="274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2025/04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"/>
          <p:cNvSpPr txBox="1"/>
          <p:nvPr>
            <p:ph type="title"/>
          </p:nvPr>
        </p:nvSpPr>
        <p:spPr>
          <a:xfrm>
            <a:off x="3780300" y="1161225"/>
            <a:ext cx="4918500" cy="25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en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Comtor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en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Lý thuyết và</a:t>
            </a:r>
            <a:r>
              <a:rPr b="1" lang="en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Kỹ thuật xử lý tài liệu 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"/>
          <p:cNvSpPr txBox="1"/>
          <p:nvPr>
            <p:ph idx="1" type="subTitle"/>
          </p:nvPr>
        </p:nvSpPr>
        <p:spPr>
          <a:xfrm>
            <a:off x="3827777" y="4016050"/>
            <a:ext cx="37266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2000" u="none">
                <a:latin typeface="Arial"/>
                <a:ea typeface="Arial"/>
                <a:cs typeface="Arial"/>
                <a:sym typeface="Arial"/>
              </a:rPr>
              <a:t>Quỳnh</a:t>
            </a:r>
            <a:r>
              <a:rPr b="1" lang="en" sz="2000" u="none">
                <a:latin typeface="Arial"/>
                <a:ea typeface="Arial"/>
                <a:cs typeface="Arial"/>
                <a:sym typeface="Arial"/>
              </a:rPr>
              <a:t> Nga IT</a:t>
            </a:r>
            <a:endParaRPr b="1" sz="2000" u="non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2000" u="none">
                <a:latin typeface="Arial"/>
                <a:ea typeface="Arial"/>
                <a:cs typeface="Arial"/>
                <a:sym typeface="Arial"/>
              </a:rPr>
              <a:t>Đồng Hành Cùng Bạn!</a:t>
            </a:r>
            <a:endParaRPr b="1" sz="2000" u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bstract looped, twisted shape." id="378" name="Google Shape;378;p1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7395" r="7402" t="0"/>
          <a:stretch/>
        </p:blipFill>
        <p:spPr>
          <a:xfrm>
            <a:off x="228600" y="223475"/>
            <a:ext cx="2857200" cy="23481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erson using a tablet computer." id="379" name="Google Shape;379;p1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0" l="9448" r="9447" t="0"/>
          <a:stretch/>
        </p:blipFill>
        <p:spPr>
          <a:xfrm>
            <a:off x="228600" y="2564446"/>
            <a:ext cx="2857200" cy="2348100"/>
          </a:xfrm>
          <a:prstGeom prst="round2SameRect">
            <a:avLst>
              <a:gd fmla="val 0" name="adj1"/>
              <a:gd fmla="val 6437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40261a96b7_0_644"/>
          <p:cNvSpPr txBox="1"/>
          <p:nvPr>
            <p:ph idx="1" type="body"/>
          </p:nvPr>
        </p:nvSpPr>
        <p:spPr>
          <a:xfrm>
            <a:off x="631500" y="3301367"/>
            <a:ext cx="31689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en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Dành cho người biết ngoại ngữ: </a:t>
            </a:r>
            <a:endParaRPr b="1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en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Nhật, Hàn, Anh, Thái, Trung…</a:t>
            </a:r>
            <a:endParaRPr b="1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40261a96b7_0_644"/>
          <p:cNvSpPr txBox="1"/>
          <p:nvPr>
            <p:ph type="ctrTitle"/>
          </p:nvPr>
        </p:nvSpPr>
        <p:spPr>
          <a:xfrm>
            <a:off x="640088" y="1563527"/>
            <a:ext cx="48018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IT Comtor</a:t>
            </a:r>
            <a:br>
              <a:rPr lang="en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Lý thuyết nghề</a:t>
            </a:r>
            <a:endParaRPr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40261a96b7_0_644"/>
          <p:cNvSpPr txBox="1"/>
          <p:nvPr>
            <p:ph idx="2" type="subTitle"/>
          </p:nvPr>
        </p:nvSpPr>
        <p:spPr>
          <a:xfrm>
            <a:off x="640080" y="383134"/>
            <a:ext cx="43890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8A"/>
              </a:buClr>
              <a:buSzPts val="1800"/>
              <a:buNone/>
            </a:pPr>
            <a:r>
              <a:rPr b="1" lang="en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Quỳnh Nga IT</a:t>
            </a:r>
            <a:endParaRPr b="1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D48A"/>
              </a:buClr>
              <a:buSzPts val="1800"/>
              <a:buNone/>
            </a:pPr>
            <a:r>
              <a:rPr b="1" lang="en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Khởi động hành trình của bạn!</a:t>
            </a:r>
            <a:endParaRPr b="1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"/>
          <p:cNvSpPr/>
          <p:nvPr/>
        </p:nvSpPr>
        <p:spPr>
          <a:xfrm rot="10800000">
            <a:off x="3923400" y="3392050"/>
            <a:ext cx="4992000" cy="824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"/>
          <p:cNvSpPr/>
          <p:nvPr/>
        </p:nvSpPr>
        <p:spPr>
          <a:xfrm>
            <a:off x="3923125" y="933450"/>
            <a:ext cx="4992300" cy="8238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"/>
          <p:cNvSpPr/>
          <p:nvPr/>
        </p:nvSpPr>
        <p:spPr>
          <a:xfrm>
            <a:off x="3923154" y="1751054"/>
            <a:ext cx="4992300" cy="82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"/>
          <p:cNvSpPr/>
          <p:nvPr/>
        </p:nvSpPr>
        <p:spPr>
          <a:xfrm>
            <a:off x="3923154" y="2574691"/>
            <a:ext cx="4992300" cy="81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"/>
          <p:cNvSpPr txBox="1"/>
          <p:nvPr/>
        </p:nvSpPr>
        <p:spPr>
          <a:xfrm>
            <a:off x="4116984" y="933446"/>
            <a:ext cx="5487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"/>
          <p:cNvSpPr txBox="1"/>
          <p:nvPr/>
        </p:nvSpPr>
        <p:spPr>
          <a:xfrm>
            <a:off x="4116984" y="1751046"/>
            <a:ext cx="5487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"/>
          <p:cNvSpPr txBox="1"/>
          <p:nvPr/>
        </p:nvSpPr>
        <p:spPr>
          <a:xfrm>
            <a:off x="4116984" y="2571696"/>
            <a:ext cx="548700" cy="82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"/>
          <p:cNvSpPr txBox="1"/>
          <p:nvPr/>
        </p:nvSpPr>
        <p:spPr>
          <a:xfrm>
            <a:off x="4116984" y="3395346"/>
            <a:ext cx="5487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"/>
          <p:cNvSpPr txBox="1"/>
          <p:nvPr>
            <p:ph type="title"/>
          </p:nvPr>
        </p:nvSpPr>
        <p:spPr>
          <a:xfrm>
            <a:off x="608300" y="797675"/>
            <a:ext cx="3192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1"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"/>
          <p:cNvSpPr txBox="1"/>
          <p:nvPr>
            <p:ph idx="4" type="title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Công việc của IT comtor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"/>
          <p:cNvSpPr txBox="1"/>
          <p:nvPr>
            <p:ph idx="2" type="title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Quy trình phát triển phần mềm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"/>
          <p:cNvSpPr txBox="1"/>
          <p:nvPr>
            <p:ph idx="3" type="title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vai trò chính trong dự án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"/>
          <p:cNvSpPr txBox="1"/>
          <p:nvPr>
            <p:ph idx="5" type="title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Về phiên dịch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"/>
          <p:cNvSpPr/>
          <p:nvPr/>
        </p:nvSpPr>
        <p:spPr>
          <a:xfrm>
            <a:off x="6324610" y="4677600"/>
            <a:ext cx="25674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5" name="Google Shape;405;p2"/>
          <p:cNvSpPr txBox="1"/>
          <p:nvPr/>
        </p:nvSpPr>
        <p:spPr>
          <a:xfrm>
            <a:off x="6283961" y="4699200"/>
            <a:ext cx="2648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Quỳnh Nga IT - Đồng Hành Cùng Bạn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4c110b9bfa_1_0"/>
          <p:cNvSpPr/>
          <p:nvPr/>
        </p:nvSpPr>
        <p:spPr>
          <a:xfrm>
            <a:off x="6324610" y="4677600"/>
            <a:ext cx="25674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1" name="Google Shape;411;g34c110b9bfa_1_0"/>
          <p:cNvSpPr txBox="1"/>
          <p:nvPr/>
        </p:nvSpPr>
        <p:spPr>
          <a:xfrm>
            <a:off x="6283961" y="4699200"/>
            <a:ext cx="2648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Quỳnh Nga IT - Đồng Hành Cùng Bạn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"/>
          <p:cNvSpPr/>
          <p:nvPr/>
        </p:nvSpPr>
        <p:spPr>
          <a:xfrm rot="-5400000">
            <a:off x="-113100" y="341250"/>
            <a:ext cx="4914900" cy="4460100"/>
          </a:xfrm>
          <a:prstGeom prst="round2SameRect">
            <a:avLst>
              <a:gd fmla="val 3491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"/>
          <p:cNvSpPr txBox="1"/>
          <p:nvPr>
            <p:ph idx="1" type="subTitle"/>
          </p:nvPr>
        </p:nvSpPr>
        <p:spPr>
          <a:xfrm>
            <a:off x="4852050" y="1353050"/>
            <a:ext cx="38523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Position: IT Comtor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Language: Japanese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From: Quang Ninh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           Hai Phong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"/>
          <p:cNvSpPr txBox="1"/>
          <p:nvPr>
            <p:ph type="title"/>
          </p:nvPr>
        </p:nvSpPr>
        <p:spPr>
          <a:xfrm>
            <a:off x="789750" y="1353050"/>
            <a:ext cx="35727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AutoNum type="arabicPeriod"/>
            </a:pPr>
            <a:r>
              <a:rPr b="1" lang="en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Introduce </a:t>
            </a:r>
            <a:endParaRPr b="1"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myself</a:t>
            </a:r>
            <a:endParaRPr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"/>
          <p:cNvSpPr/>
          <p:nvPr/>
        </p:nvSpPr>
        <p:spPr>
          <a:xfrm rot="5400000">
            <a:off x="3242950" y="207500"/>
            <a:ext cx="2783400" cy="5399400"/>
          </a:xfrm>
          <a:prstGeom prst="round2SameRect">
            <a:avLst>
              <a:gd fmla="val 349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"/>
          <p:cNvSpPr txBox="1"/>
          <p:nvPr>
            <p:ph idx="3" type="body"/>
          </p:nvPr>
        </p:nvSpPr>
        <p:spPr>
          <a:xfrm>
            <a:off x="2215850" y="1905850"/>
            <a:ext cx="5028000" cy="21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"Do what you can, with what you have, where you are."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400"/>
              <a:buNone/>
            </a:pP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 need to wait for perfect conditions to start)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"/>
          <p:cNvSpPr txBox="1"/>
          <p:nvPr>
            <p:ph idx="4294967295" type="title"/>
          </p:nvPr>
        </p:nvSpPr>
        <p:spPr>
          <a:xfrm>
            <a:off x="839055" y="223475"/>
            <a:ext cx="78600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Favorite quote</a:t>
            </a:r>
            <a:endParaRPr b="1"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"/>
          <p:cNvSpPr/>
          <p:nvPr/>
        </p:nvSpPr>
        <p:spPr>
          <a:xfrm>
            <a:off x="6400810" y="4677600"/>
            <a:ext cx="25674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7" name="Google Shape;427;p4"/>
          <p:cNvSpPr txBox="1"/>
          <p:nvPr/>
        </p:nvSpPr>
        <p:spPr>
          <a:xfrm>
            <a:off x="6360161" y="4699200"/>
            <a:ext cx="2648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Quỳnh Nga IT - Đồng Hành Cùng Bạn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"/>
          <p:cNvSpPr txBox="1"/>
          <p:nvPr>
            <p:ph type="title"/>
          </p:nvPr>
        </p:nvSpPr>
        <p:spPr>
          <a:xfrm>
            <a:off x="1494500" y="1557550"/>
            <a:ext cx="6123900" cy="16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b="1" lang="en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Fast document translation process</a:t>
            </a:r>
            <a:endParaRPr b="1"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"/>
          <p:cNvSpPr/>
          <p:nvPr/>
        </p:nvSpPr>
        <p:spPr>
          <a:xfrm>
            <a:off x="6400810" y="4677600"/>
            <a:ext cx="25674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4" name="Google Shape;434;p5"/>
          <p:cNvSpPr txBox="1"/>
          <p:nvPr/>
        </p:nvSpPr>
        <p:spPr>
          <a:xfrm>
            <a:off x="6360161" y="4699200"/>
            <a:ext cx="2648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Quỳnh Nga IT - Đồng Hành Cùng Bạn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"/>
          <p:cNvSpPr/>
          <p:nvPr/>
        </p:nvSpPr>
        <p:spPr>
          <a:xfrm>
            <a:off x="7158725" y="4601400"/>
            <a:ext cx="1354500" cy="318600"/>
          </a:xfrm>
          <a:prstGeom prst="roundRect">
            <a:avLst>
              <a:gd fmla="val 1629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0" name="Google Shape;440;p6"/>
          <p:cNvSpPr txBox="1"/>
          <p:nvPr>
            <p:ph idx="1" type="subTitle"/>
          </p:nvPr>
        </p:nvSpPr>
        <p:spPr>
          <a:xfrm>
            <a:off x="958450" y="1168875"/>
            <a:ext cx="7137900" cy="324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 Word, Excel, PowerPoint, and PDF documents with large volumes take time to process manually, causing delays in development progress.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Translate often misses content, especially in Excel, which frequently encounters errors, and large PDF files cannot be processed.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exagonal icon." id="441" name="Google Shape;441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1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42" name="Google Shape;442;p6"/>
          <p:cNvSpPr txBox="1"/>
          <p:nvPr>
            <p:ph idx="4" type="title"/>
          </p:nvPr>
        </p:nvSpPr>
        <p:spPr>
          <a:xfrm>
            <a:off x="888800" y="282804"/>
            <a:ext cx="71379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6"/>
          <p:cNvSpPr txBox="1"/>
          <p:nvPr>
            <p:ph type="title"/>
          </p:nvPr>
        </p:nvSpPr>
        <p:spPr>
          <a:xfrm>
            <a:off x="7158725" y="4555125"/>
            <a:ext cx="1354500" cy="393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Scuti  AI number 1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9" name="Google Shape;449;p7"/>
          <p:cNvSpPr txBox="1"/>
          <p:nvPr>
            <p:ph idx="1" type="subTitle"/>
          </p:nvPr>
        </p:nvSpPr>
        <p:spPr>
          <a:xfrm>
            <a:off x="941275" y="2422650"/>
            <a:ext cx="77673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 file: Using the Translate function on Google Docs.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※  Note: Convert the format to Google Docs.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7"/>
          <p:cNvSpPr txBox="1"/>
          <p:nvPr>
            <p:ph idx="2" type="title"/>
          </p:nvPr>
        </p:nvSpPr>
        <p:spPr>
          <a:xfrm>
            <a:off x="945775" y="748054"/>
            <a:ext cx="7137900" cy="1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 Solution - Google doc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Hexagonal icon." id="451" name="Google Shape;451;p7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6597" l="0" r="0" t="6588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2" name="Google Shape;452;p7"/>
          <p:cNvSpPr txBox="1"/>
          <p:nvPr>
            <p:ph idx="1" type="subTitle"/>
          </p:nvPr>
        </p:nvSpPr>
        <p:spPr>
          <a:xfrm>
            <a:off x="1062075" y="1531050"/>
            <a:ext cx="4999200" cy="58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Purpose: Everyone can do it themselves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8" name="Google Shape;458;p8"/>
          <p:cNvSpPr txBox="1"/>
          <p:nvPr>
            <p:ph idx="1" type="subTitle"/>
          </p:nvPr>
        </p:nvSpPr>
        <p:spPr>
          <a:xfrm>
            <a:off x="942150" y="2262773"/>
            <a:ext cx="77673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Upload to Google Sheets and run a script.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all file types: Word, Excel, PowerPoint.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PDFs, add one step: convert to Word, then process as usual.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https://smallpdf.com/vi/pdf-to-word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"/>
          <p:cNvSpPr txBox="1"/>
          <p:nvPr>
            <p:ph idx="2" type="title"/>
          </p:nvPr>
        </p:nvSpPr>
        <p:spPr>
          <a:xfrm>
            <a:off x="945775" y="519476"/>
            <a:ext cx="71379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 Solution - Script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exagonal icon." id="460" name="Google Shape;460;p8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6597" l="0" r="0" t="6588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61" name="Google Shape;461;p8"/>
          <p:cNvSpPr txBox="1"/>
          <p:nvPr>
            <p:ph idx="1" type="subTitle"/>
          </p:nvPr>
        </p:nvSpPr>
        <p:spPr>
          <a:xfrm>
            <a:off x="1062075" y="1424575"/>
            <a:ext cx="4999200" cy="58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Purpose: Everyone can do it themselves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"/>
          <p:cNvSpPr txBox="1"/>
          <p:nvPr>
            <p:ph type="title"/>
          </p:nvPr>
        </p:nvSpPr>
        <p:spPr>
          <a:xfrm>
            <a:off x="1248890" y="926050"/>
            <a:ext cx="6123900" cy="14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b="1" lang="en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.Demo</a:t>
            </a:r>
            <a:endParaRPr b="1"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t/>
            </a:r>
            <a:endParaRPr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https://drive.google.com/drive/folders/1M9_VxYQqlrIbF1KOzFMzhMXF_6YN1TkT</a:t>
            </a:r>
            <a:r>
              <a:rPr lang="en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6400810" y="4677600"/>
            <a:ext cx="25674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8" name="Google Shape;468;p9"/>
          <p:cNvSpPr txBox="1"/>
          <p:nvPr/>
        </p:nvSpPr>
        <p:spPr>
          <a:xfrm>
            <a:off x="6360161" y="4699200"/>
            <a:ext cx="2648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Quỳnh Nga IT - Đồng Hành Cùng Bạn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0"/>
          <p:cNvSpPr txBox="1"/>
          <p:nvPr>
            <p:ph type="title"/>
          </p:nvPr>
        </p:nvSpPr>
        <p:spPr>
          <a:xfrm>
            <a:off x="1452801" y="1706450"/>
            <a:ext cx="6634500" cy="147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6400810" y="4677600"/>
            <a:ext cx="25674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5" name="Google Shape;475;p10"/>
          <p:cNvSpPr txBox="1"/>
          <p:nvPr/>
        </p:nvSpPr>
        <p:spPr>
          <a:xfrm>
            <a:off x="6360161" y="4699200"/>
            <a:ext cx="2648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Quỳnh Nga IT - Đồng Hành Cùng Bạn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les Pitch">
  <a:themeElements>
    <a:clrScheme name="Simple Light">
      <a:dk1>
        <a:srgbClr val="08005F"/>
      </a:dk1>
      <a:lt1>
        <a:srgbClr val="FFFFFF"/>
      </a:lt1>
      <a:dk2>
        <a:srgbClr val="000000"/>
      </a:dk2>
      <a:lt2>
        <a:srgbClr val="B1A1FF"/>
      </a:lt2>
      <a:accent1>
        <a:srgbClr val="A1FF5F"/>
      </a:accent1>
      <a:accent2>
        <a:srgbClr val="1BBE90"/>
      </a:accent2>
      <a:accent3>
        <a:srgbClr val="0A485F"/>
      </a:accent3>
      <a:accent4>
        <a:srgbClr val="9ACAE0"/>
      </a:accent4>
      <a:accent5>
        <a:srgbClr val="D1D1EB"/>
      </a:accent5>
      <a:accent6>
        <a:srgbClr val="2837DB"/>
      </a:accent6>
      <a:hlink>
        <a:srgbClr val="2837D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