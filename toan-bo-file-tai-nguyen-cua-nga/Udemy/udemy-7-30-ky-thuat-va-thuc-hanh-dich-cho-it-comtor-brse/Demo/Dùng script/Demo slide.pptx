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0"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Lst>
  <p:sldSz cy="6858000" cx="12192000"/>
  <p:notesSz cx="6858000" cy="9144000"/>
  <p:embeddedFontLst>
    <p:embeddedFont>
      <p:font typeface="Lato"/>
      <p:regular r:id="rId14"/>
      <p:bold r:id="rId15"/>
      <p:italic r:id="rId16"/>
      <p:boldItalic r:id="rId17"/>
    </p:embeddedFont>
    <p:embeddedFont>
      <p:font typeface="Manrope ExtraBold"/>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ihCRnLsALQNicrRLktW2DC7KWG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4.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15" Type="http://schemas.openxmlformats.org/officeDocument/2006/relationships/font" Target="fonts/Lato-bold.fntdata"/><Relationship Id="rId14" Type="http://schemas.openxmlformats.org/officeDocument/2006/relationships/font" Target="fonts/Lato-regular.fntdata"/><Relationship Id="rId17" Type="http://schemas.openxmlformats.org/officeDocument/2006/relationships/font" Target="fonts/Lato-boldItalic.fntdata"/><Relationship Id="rId16" Type="http://schemas.openxmlformats.org/officeDocument/2006/relationships/font" Target="fonts/Lato-italic.fntdata"/><Relationship Id="rId5" Type="http://schemas.openxmlformats.org/officeDocument/2006/relationships/slideMaster" Target="slideMasters/slideMaster3.xml"/><Relationship Id="rId19" Type="http://customschemas.google.com/relationships/presentationmetadata" Target="metadata"/><Relationship Id="rId6" Type="http://schemas.openxmlformats.org/officeDocument/2006/relationships/notesMaster" Target="notesMasters/notesMaster1.xml"/><Relationship Id="rId18" Type="http://schemas.openxmlformats.org/officeDocument/2006/relationships/font" Target="fonts/ManropeExtraBold-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Hiểu đơn giản là: hỏi khách hàng muốn gì → Thiết kế lên hình ảnh cho khách hàng nhìn thấy sản phẩm về mặt hình ảnh → Thực hiện xây dựng sản phẩm → Kiểm tra sản phẩm → Triển khai sản phẩm cho khách → Bảo trì bảo dưỡng, hỗ trợ khách hàng.</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Một dự án phát triển đầy đủ sẽ bao gồm rất nhiều vai trò: PO, SM, DevOps, Các Stakeholder liên quan... Ở đây mình chỉ giới thiệu vai trò “tiêu biểu” thường gặp trong dự án phát triển mà comtor sẽ tham gia. </a:t>
            </a:r>
            <a:endParaRPr/>
          </a:p>
          <a:p>
            <a:pPr indent="0" lvl="0" marL="0" rtl="0" algn="l">
              <a:spcBef>
                <a:spcPts val="0"/>
              </a:spcBef>
              <a:spcAft>
                <a:spcPts val="0"/>
              </a:spcAft>
              <a:buNone/>
            </a:pPr>
            <a:r>
              <a:rPr lang="en-US"/>
              <a:t>Ở đây chỉ giới thiệu các vai trò tiêu biểu. Ngoài ra sẽ có các vai trò khác như PO Product Owner (Chủ sản phẩm), SM Scrum Master (Người hỗ trợ Scrum) Đảm bảo nhóm làm việc theo đúng quy trình Agile/Scrum, technical leader, UI/UX Designer, các stakeholder liên quan.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Kỹ năng bắt buộc chính là điều kiện tiền đề bạn phải có khi chọn nghề IT Comtor, đó là khả năng sử dụng tiếng ngoại ngữ của bạn.</a:t>
            </a:r>
            <a:endParaRPr/>
          </a:p>
          <a:p>
            <a:pPr indent="0" lvl="0" marL="0" rtl="0" algn="l">
              <a:spcBef>
                <a:spcPts val="0"/>
              </a:spcBef>
              <a:spcAft>
                <a:spcPts val="0"/>
              </a:spcAft>
              <a:buNone/>
            </a:pPr>
            <a:r>
              <a:rPr lang="en-US"/>
              <a:t>Vì không có quy chuẩn chung, nên mình nói theo tiêu chuẩn bằng cấp. Với tiếng Nhật là khoảng N2. </a:t>
            </a:r>
            <a:endParaRPr/>
          </a:p>
          <a:p>
            <a:pPr indent="0" lvl="0" marL="0" rtl="0" algn="l">
              <a:spcBef>
                <a:spcPts val="0"/>
              </a:spcBef>
              <a:spcAft>
                <a:spcPts val="0"/>
              </a:spcAft>
              <a:buNone/>
            </a:pPr>
            <a:r>
              <a:rPr lang="en-US"/>
              <a:t>Thật ra trong quá trình làm việc, các bạn N1 vẫn không pass phỏng vấn, và các bạn N3 vẫn làm được việc. </a:t>
            </a:r>
            <a:endParaRPr/>
          </a:p>
          <a:p>
            <a:pPr indent="0" lvl="0" marL="0" rtl="0" algn="l">
              <a:spcBef>
                <a:spcPts val="0"/>
              </a:spcBef>
              <a:spcAft>
                <a:spcPts val="0"/>
              </a:spcAft>
              <a:buNone/>
            </a:pPr>
            <a:r>
              <a:rPr lang="en-US"/>
              <a:t>Nó ko phụ thuộc vào bằng cấp, nó phụ thuộc vào năng lực thực tế của các bạn.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Comtor thuộc đội support. Hỗ trợ truyền đạt ngôn ngữ trong tất cả quá trình phát triển phần mềm. </a:t>
            </a:r>
            <a:endParaRPr/>
          </a:p>
          <a:p>
            <a:pPr indent="0" lvl="0" marL="0" rtl="0" algn="l">
              <a:spcBef>
                <a:spcPts val="0"/>
              </a:spcBef>
              <a:spcAft>
                <a:spcPts val="0"/>
              </a:spcAft>
              <a:buNone/>
            </a:pPr>
            <a:r>
              <a:rPr lang="en-US"/>
              <a:t>IT Comtor nằm trong tất cả các công đoạn phát triển. Cụ thể như sau:</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Quản lý tiến độ dự án, báo cáo với quản lý hai bên (cùng PM hoặc không cùng PM tùy tính chất dự án)</a:t>
            </a:r>
            <a:endParaRPr/>
          </a:p>
          <a:p>
            <a:pPr indent="0" lvl="0" marL="0" rtl="0" algn="l">
              <a:spcBef>
                <a:spcPts val="0"/>
              </a:spcBef>
              <a:spcAft>
                <a:spcPts val="0"/>
              </a:spcAft>
              <a:buNone/>
            </a:pPr>
            <a:r>
              <a:t/>
            </a:r>
            <a:endParaRPr/>
          </a:p>
        </p:txBody>
      </p:sp>
      <p:sp>
        <p:nvSpPr>
          <p:cNvPr id="255" name="Google Shape;25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Chuẩn bị chung cho cả Meeting online, meeting offline.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Nắm được nội dung, mục đích của meeting? là gì? báo cáo tình hình, Q&amp;A, check tài liệu, nội dung họp, lên plan cuộc họp.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nội dung gồm các phần gì, nếu có QA&amp; từ team thì thu thập trước danh sách Q&amp;A và chuẩn bị trước trong đầu là cần nói nội dung gì trước, cách đặt câu sao cho dễ hiểu, không mất thời gian. Vào họp comtor điều hành luôn, không mất thời gian thông qua PM, team…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Để điều hành cuộc họp cho phù hợp, ví dụ: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Xác nhận yêu cầu: *“Chúng tôi cần xác nhận rằng...”*</a:t>
            </a:r>
            <a:endParaRPr/>
          </a:p>
          <a:p>
            <a:pPr indent="0" lvl="0" marL="0" rtl="0" algn="l">
              <a:spcBef>
                <a:spcPts val="0"/>
              </a:spcBef>
              <a:spcAft>
                <a:spcPts val="0"/>
              </a:spcAft>
              <a:buNone/>
            </a:pPr>
            <a:r>
              <a:rPr lang="en-US"/>
              <a:t>- Trình bày tiến độ: *“Hiện tại, tiến độ đã đạt được là...”*</a:t>
            </a:r>
            <a:endParaRPr/>
          </a:p>
          <a:p>
            <a:pPr indent="0" lvl="0" marL="0" rtl="0" algn="l">
              <a:spcBef>
                <a:spcPts val="0"/>
              </a:spcBef>
              <a:spcAft>
                <a:spcPts val="0"/>
              </a:spcAft>
              <a:buNone/>
            </a:pPr>
            <a:r>
              <a:rPr lang="en-US"/>
              <a:t>- Thảo luận lỗi: *“Đây là nguyên nhân của lỗi...”*</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Nếu có tài liệu liên quan: đọc trước để nắm được nội dung, kiểm tra trước tài liệu, làm rõ những phần không chắc chắn, chuẩn bị trước nội dung bản thân chưa hiểu, từ vựng, kỹ thuật…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Xác định chủ trì phiên họp là ai? Bên mình hay bên khách, để nắm thế chủ động khi trình bày.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Nếu là team VN chủ trì cuộc họp thì comtor chính là người điều hành và dẫn dắt cuộc họp. Chủ động vào đề luôn.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Nếu là khách hành chủ trì thì chào hỏi và nhờ khách hàng vào đề, giải thích.</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p:cSld name="仅标题">
    <p:spTree>
      <p:nvGrpSpPr>
        <p:cNvPr id="18" name="Shape 18"/>
        <p:cNvGrpSpPr/>
        <p:nvPr/>
      </p:nvGrpSpPr>
      <p:grpSpPr>
        <a:xfrm>
          <a:off x="0" y="0"/>
          <a:ext cx="0" cy="0"/>
          <a:chOff x="0" y="0"/>
          <a:chExt cx="0" cy="0"/>
        </a:xfrm>
      </p:grpSpPr>
      <p:sp>
        <p:nvSpPr>
          <p:cNvPr id="19" name="Google Shape;19;p9"/>
          <p:cNvSpPr txBox="1"/>
          <p:nvPr>
            <p:ph type="title"/>
          </p:nvPr>
        </p:nvSpPr>
        <p:spPr>
          <a:xfrm>
            <a:off x="696000" y="392965"/>
            <a:ext cx="10800000" cy="705600"/>
          </a:xfrm>
          <a:prstGeom prst="rect">
            <a:avLst/>
          </a:prstGeom>
          <a:noFill/>
          <a:ln>
            <a:noFill/>
          </a:ln>
        </p:spPr>
        <p:txBody>
          <a:bodyPr anchorCtr="0" anchor="ctr" bIns="0" lIns="0" spcFirstLastPara="1" rIns="0" wrap="square" tIns="0">
            <a:normAutofit/>
          </a:bodyPr>
          <a:lstStyle>
            <a:lvl1pPr lvl="0" algn="ctr">
              <a:lnSpc>
                <a:spcPct val="100000"/>
              </a:lnSpc>
              <a:spcBef>
                <a:spcPts val="0"/>
              </a:spcBef>
              <a:spcAft>
                <a:spcPts val="0"/>
              </a:spcAft>
              <a:buClr>
                <a:schemeClr val="lt1"/>
              </a:buClr>
              <a:buSzPts val="3200"/>
              <a:buFont typeface="Manrope ExtraBold"/>
              <a:buNone/>
              <a:defRPr sz="3200">
                <a:solidFill>
                  <a:schemeClr val="lt1"/>
                </a:solidFill>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9"/>
          <p:cNvSpPr txBox="1"/>
          <p:nvPr>
            <p:ph idx="10" type="dt"/>
          </p:nvPr>
        </p:nvSpPr>
        <p:spPr>
          <a:xfrm>
            <a:off x="695960" y="6356350"/>
            <a:ext cx="2743200"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9"/>
          <p:cNvSpPr txBox="1"/>
          <p:nvPr>
            <p:ph idx="12" type="sldNum"/>
          </p:nvPr>
        </p:nvSpPr>
        <p:spPr>
          <a:xfrm>
            <a:off x="8753983" y="6356350"/>
            <a:ext cx="2743200"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talog Slide" showMasterSp="0">
  <p:cSld name="Catalog Slide">
    <p:spTree>
      <p:nvGrpSpPr>
        <p:cNvPr id="32" name="Shape 32"/>
        <p:cNvGrpSpPr/>
        <p:nvPr/>
      </p:nvGrpSpPr>
      <p:grpSpPr>
        <a:xfrm>
          <a:off x="0" y="0"/>
          <a:ext cx="0" cy="0"/>
          <a:chOff x="0" y="0"/>
          <a:chExt cx="0" cy="0"/>
        </a:xfrm>
      </p:grpSpPr>
      <p:sp>
        <p:nvSpPr>
          <p:cNvPr id="33" name="Google Shape;33;p11"/>
          <p:cNvSpPr/>
          <p:nvPr/>
        </p:nvSpPr>
        <p:spPr>
          <a:xfrm>
            <a:off x="0" y="4377915"/>
            <a:ext cx="2484932" cy="2480085"/>
          </a:xfrm>
          <a:custGeom>
            <a:rect b="b" l="l" r="r" t="t"/>
            <a:pathLst>
              <a:path extrusionOk="0" h="2480085" w="2484932">
                <a:moveTo>
                  <a:pt x="309827" y="0"/>
                </a:moveTo>
                <a:cubicBezTo>
                  <a:pt x="1511104" y="0"/>
                  <a:pt x="2484932" y="974408"/>
                  <a:pt x="2484932" y="2176401"/>
                </a:cubicBezTo>
                <a:cubicBezTo>
                  <a:pt x="2484932" y="2251526"/>
                  <a:pt x="2481128" y="2325761"/>
                  <a:pt x="2473703" y="2398926"/>
                </a:cubicBezTo>
                <a:lnTo>
                  <a:pt x="2461324" y="2480085"/>
                </a:lnTo>
                <a:lnTo>
                  <a:pt x="0" y="2480085"/>
                </a:lnTo>
                <a:lnTo>
                  <a:pt x="0" y="24589"/>
                </a:lnTo>
                <a:lnTo>
                  <a:pt x="87435" y="11237"/>
                </a:lnTo>
                <a:cubicBezTo>
                  <a:pt x="160556" y="3807"/>
                  <a:pt x="234747" y="0"/>
                  <a:pt x="309827" y="0"/>
                </a:cubicBezTo>
                <a:close/>
              </a:path>
            </a:pathLst>
          </a:custGeom>
          <a:solidFill>
            <a:srgbClr val="FED48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ato"/>
              <a:ea typeface="Lato"/>
              <a:cs typeface="Lato"/>
              <a:sym typeface="Lato"/>
            </a:endParaRPr>
          </a:p>
        </p:txBody>
      </p:sp>
      <p:pic>
        <p:nvPicPr>
          <p:cNvPr id="34" name="Google Shape;34;p11"/>
          <p:cNvPicPr preferRelativeResize="0"/>
          <p:nvPr/>
        </p:nvPicPr>
        <p:blipFill rotWithShape="1">
          <a:blip r:embed="rId2">
            <a:alphaModFix/>
          </a:blip>
          <a:srcRect b="0" l="0" r="0" t="0"/>
          <a:stretch/>
        </p:blipFill>
        <p:spPr>
          <a:xfrm>
            <a:off x="1207008" y="4114800"/>
            <a:ext cx="2139696" cy="2139696"/>
          </a:xfrm>
          <a:prstGeom prst="rect">
            <a:avLst/>
          </a:prstGeom>
          <a:noFill/>
          <a:ln>
            <a:noFill/>
          </a:ln>
        </p:spPr>
      </p:pic>
      <p:sp>
        <p:nvSpPr>
          <p:cNvPr id="35" name="Google Shape;35;p11"/>
          <p:cNvSpPr txBox="1"/>
          <p:nvPr>
            <p:ph type="title"/>
          </p:nvPr>
        </p:nvSpPr>
        <p:spPr>
          <a:xfrm>
            <a:off x="1783080" y="1830705"/>
            <a:ext cx="3350895" cy="332359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lt1"/>
              </a:buClr>
              <a:buSzPts val="4600"/>
              <a:buFont typeface="Manrope ExtraBold"/>
              <a:buNone/>
              <a:defRPr b="1" sz="4600">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1"/>
          <p:cNvSpPr/>
          <p:nvPr/>
        </p:nvSpPr>
        <p:spPr>
          <a:xfrm>
            <a:off x="2576796" y="5869392"/>
            <a:ext cx="203060" cy="988608"/>
          </a:xfrm>
          <a:custGeom>
            <a:rect b="b" l="l" r="r" t="t"/>
            <a:pathLst>
              <a:path extrusionOk="0" h="988608" w="203060">
                <a:moveTo>
                  <a:pt x="42778" y="0"/>
                </a:moveTo>
                <a:cubicBezTo>
                  <a:pt x="66188" y="0"/>
                  <a:pt x="85165" y="18977"/>
                  <a:pt x="85165" y="42387"/>
                </a:cubicBezTo>
                <a:lnTo>
                  <a:pt x="84788" y="43297"/>
                </a:lnTo>
                <a:lnTo>
                  <a:pt x="86463" y="43297"/>
                </a:lnTo>
                <a:lnTo>
                  <a:pt x="138259" y="244742"/>
                </a:lnTo>
                <a:cubicBezTo>
                  <a:pt x="180747" y="452376"/>
                  <a:pt x="203060" y="667360"/>
                  <a:pt x="203060" y="887555"/>
                </a:cubicBezTo>
                <a:lnTo>
                  <a:pt x="197958" y="988608"/>
                </a:lnTo>
                <a:lnTo>
                  <a:pt x="114136" y="988608"/>
                </a:lnTo>
                <a:lnTo>
                  <a:pt x="119238" y="887555"/>
                </a:lnTo>
                <a:cubicBezTo>
                  <a:pt x="119238" y="673147"/>
                  <a:pt x="97512" y="463813"/>
                  <a:pt x="56140" y="261635"/>
                </a:cubicBezTo>
                <a:lnTo>
                  <a:pt x="0" y="43297"/>
                </a:lnTo>
                <a:lnTo>
                  <a:pt x="768" y="43297"/>
                </a:lnTo>
                <a:lnTo>
                  <a:pt x="391" y="42387"/>
                </a:lnTo>
                <a:cubicBezTo>
                  <a:pt x="391" y="18977"/>
                  <a:pt x="19368" y="0"/>
                  <a:pt x="42778" y="0"/>
                </a:cubicBezTo>
                <a:close/>
              </a:path>
            </a:pathLst>
          </a:custGeom>
          <a:solidFill>
            <a:srgbClr val="FFD48A">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 name="Google Shape;37;p11"/>
          <p:cNvSpPr/>
          <p:nvPr/>
        </p:nvSpPr>
        <p:spPr>
          <a:xfrm>
            <a:off x="0" y="4054524"/>
            <a:ext cx="1556088" cy="464839"/>
          </a:xfrm>
          <a:custGeom>
            <a:rect b="b" l="l" r="r" t="t"/>
            <a:pathLst>
              <a:path extrusionOk="0" h="464839" w="1556088">
                <a:moveTo>
                  <a:pt x="138304" y="0"/>
                </a:moveTo>
                <a:cubicBezTo>
                  <a:pt x="609550" y="0"/>
                  <a:pt x="1052913" y="119382"/>
                  <a:pt x="1439800" y="329551"/>
                </a:cubicBezTo>
                <a:lnTo>
                  <a:pt x="1530165" y="384449"/>
                </a:lnTo>
                <a:lnTo>
                  <a:pt x="1529608" y="385365"/>
                </a:lnTo>
                <a:lnTo>
                  <a:pt x="1543435" y="391092"/>
                </a:lnTo>
                <a:cubicBezTo>
                  <a:pt x="1551253" y="398910"/>
                  <a:pt x="1556088" y="409710"/>
                  <a:pt x="1556088" y="421639"/>
                </a:cubicBezTo>
                <a:cubicBezTo>
                  <a:pt x="1556088" y="445498"/>
                  <a:pt x="1536747" y="464839"/>
                  <a:pt x="1512888" y="464839"/>
                </a:cubicBezTo>
                <a:cubicBezTo>
                  <a:pt x="1500959" y="464839"/>
                  <a:pt x="1490159" y="460004"/>
                  <a:pt x="1482341" y="452186"/>
                </a:cubicBezTo>
                <a:lnTo>
                  <a:pt x="1481940" y="451219"/>
                </a:lnTo>
                <a:lnTo>
                  <a:pt x="1400624" y="401819"/>
                </a:lnTo>
                <a:cubicBezTo>
                  <a:pt x="1025383" y="197975"/>
                  <a:pt x="595365" y="82187"/>
                  <a:pt x="138304" y="82187"/>
                </a:cubicBezTo>
                <a:lnTo>
                  <a:pt x="0" y="89171"/>
                </a:lnTo>
                <a:lnTo>
                  <a:pt x="0" y="6984"/>
                </a:lnTo>
                <a:close/>
              </a:path>
            </a:pathLst>
          </a:custGeom>
          <a:solidFill>
            <a:srgbClr val="FFD48A">
              <a:alpha val="3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 name="Google Shape;38;p11"/>
          <p:cNvSpPr txBox="1"/>
          <p:nvPr>
            <p:ph idx="10" type="dt"/>
          </p:nvPr>
        </p:nvSpPr>
        <p:spPr>
          <a:xfrm>
            <a:off x="69596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1"/>
          <p:cNvSpPr txBox="1"/>
          <p:nvPr>
            <p:ph idx="12" type="sldNum"/>
          </p:nvPr>
        </p:nvSpPr>
        <p:spPr>
          <a:xfrm>
            <a:off x="875398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1" name="Shape 41"/>
        <p:cNvGrpSpPr/>
        <p:nvPr/>
      </p:nvGrpSpPr>
      <p:grpSpPr>
        <a:xfrm>
          <a:off x="0" y="0"/>
          <a:ext cx="0" cy="0"/>
          <a:chOff x="0" y="0"/>
          <a:chExt cx="0" cy="0"/>
        </a:xfrm>
      </p:grpSpPr>
      <p:sp>
        <p:nvSpPr>
          <p:cNvPr id="42" name="Google Shape;42;p14"/>
          <p:cNvSpPr txBox="1"/>
          <p:nvPr>
            <p:ph idx="1" type="body"/>
          </p:nvPr>
        </p:nvSpPr>
        <p:spPr>
          <a:xfrm>
            <a:off x="695960" y="1301749"/>
            <a:ext cx="10800000" cy="4873625"/>
          </a:xfrm>
          <a:prstGeom prst="rect">
            <a:avLst/>
          </a:prstGeom>
          <a:noFill/>
          <a:ln>
            <a:noFill/>
          </a:ln>
        </p:spPr>
        <p:txBody>
          <a:bodyPr anchorCtr="0" anchor="t" bIns="0" lIns="0" spcFirstLastPara="1" rIns="0" wrap="square" tIns="0">
            <a:normAutofit/>
          </a:bodyPr>
          <a:lstStyle>
            <a:lvl1pPr indent="-330200" lvl="0" marL="457200" algn="l">
              <a:lnSpc>
                <a:spcPct val="130000"/>
              </a:lnSpc>
              <a:spcBef>
                <a:spcPts val="1000"/>
              </a:spcBef>
              <a:spcAft>
                <a:spcPts val="0"/>
              </a:spcAft>
              <a:buClr>
                <a:schemeClr val="lt1"/>
              </a:buClr>
              <a:buSzPts val="1600"/>
              <a:buChar char="•"/>
              <a:defRPr b="0">
                <a:latin typeface="Lato"/>
                <a:ea typeface="Lato"/>
                <a:cs typeface="Lato"/>
                <a:sym typeface="Lato"/>
              </a:defRPr>
            </a:lvl1pPr>
            <a:lvl2pPr indent="-317500" lvl="1" marL="914400" algn="l">
              <a:lnSpc>
                <a:spcPct val="130000"/>
              </a:lnSpc>
              <a:spcBef>
                <a:spcPts val="0"/>
              </a:spcBef>
              <a:spcAft>
                <a:spcPts val="0"/>
              </a:spcAft>
              <a:buClr>
                <a:srgbClr val="FEFEFE"/>
              </a:buClr>
              <a:buSzPts val="1400"/>
              <a:buChar char="•"/>
              <a:defRPr b="0">
                <a:latin typeface="Lato"/>
                <a:ea typeface="Lato"/>
                <a:cs typeface="Lato"/>
                <a:sym typeface="Lato"/>
              </a:defRPr>
            </a:lvl2pPr>
            <a:lvl3pPr indent="-304800" lvl="2" marL="1371600" algn="l">
              <a:lnSpc>
                <a:spcPct val="130000"/>
              </a:lnSpc>
              <a:spcBef>
                <a:spcPts val="0"/>
              </a:spcBef>
              <a:spcAft>
                <a:spcPts val="0"/>
              </a:spcAft>
              <a:buClr>
                <a:srgbClr val="FEFEFE"/>
              </a:buClr>
              <a:buSzPts val="1200"/>
              <a:buChar char="•"/>
              <a:defRPr b="0">
                <a:latin typeface="Lato"/>
                <a:ea typeface="Lato"/>
                <a:cs typeface="Lato"/>
                <a:sym typeface="Lato"/>
              </a:defRPr>
            </a:lvl3pPr>
            <a:lvl4pPr indent="-298450" lvl="3" marL="1828800" algn="l">
              <a:lnSpc>
                <a:spcPct val="130000"/>
              </a:lnSpc>
              <a:spcBef>
                <a:spcPts val="0"/>
              </a:spcBef>
              <a:spcAft>
                <a:spcPts val="0"/>
              </a:spcAft>
              <a:buClr>
                <a:srgbClr val="FEFEFE"/>
              </a:buClr>
              <a:buSzPts val="1100"/>
              <a:buChar char="•"/>
              <a:defRPr b="0">
                <a:latin typeface="Lato"/>
                <a:ea typeface="Lato"/>
                <a:cs typeface="Lato"/>
                <a:sym typeface="Lato"/>
              </a:defRPr>
            </a:lvl4pPr>
            <a:lvl5pPr indent="-295275" lvl="4" marL="2286000" algn="l">
              <a:lnSpc>
                <a:spcPct val="130000"/>
              </a:lnSpc>
              <a:spcBef>
                <a:spcPts val="0"/>
              </a:spcBef>
              <a:spcAft>
                <a:spcPts val="0"/>
              </a:spcAft>
              <a:buClr>
                <a:srgbClr val="FEFEFE"/>
              </a:buClr>
              <a:buSzPts val="1050"/>
              <a:buChar char="•"/>
              <a:defRPr b="0">
                <a:latin typeface="Lato"/>
                <a:ea typeface="Lato"/>
                <a:cs typeface="Lato"/>
                <a:sym typeface="Lato"/>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3" name="Google Shape;43;p14"/>
          <p:cNvSpPr txBox="1"/>
          <p:nvPr>
            <p:ph idx="10" type="dt"/>
          </p:nvPr>
        </p:nvSpPr>
        <p:spPr>
          <a:xfrm>
            <a:off x="69596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4"/>
          <p:cNvSpPr txBox="1"/>
          <p:nvPr>
            <p:ph idx="12" type="sldNum"/>
          </p:nvPr>
        </p:nvSpPr>
        <p:spPr>
          <a:xfrm>
            <a:off x="875398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14"/>
          <p:cNvSpPr txBox="1"/>
          <p:nvPr>
            <p:ph type="title"/>
          </p:nvPr>
        </p:nvSpPr>
        <p:spPr>
          <a:xfrm>
            <a:off x="695960" y="360000"/>
            <a:ext cx="10800000" cy="7200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Clr>
                <a:schemeClr val="lt1"/>
              </a:buClr>
              <a:buSzPts val="3200"/>
              <a:buFont typeface="Manrope ExtraBold"/>
              <a:buNone/>
              <a:defRPr>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47" name="Shape 47"/>
        <p:cNvGrpSpPr/>
        <p:nvPr/>
      </p:nvGrpSpPr>
      <p:grpSpPr>
        <a:xfrm>
          <a:off x="0" y="0"/>
          <a:ext cx="0" cy="0"/>
          <a:chOff x="0" y="0"/>
          <a:chExt cx="0" cy="0"/>
        </a:xfrm>
      </p:grpSpPr>
      <p:pic>
        <p:nvPicPr>
          <p:cNvPr id="48" name="Google Shape;48;p15"/>
          <p:cNvPicPr preferRelativeResize="0"/>
          <p:nvPr/>
        </p:nvPicPr>
        <p:blipFill rotWithShape="1">
          <a:blip r:embed="rId2">
            <a:alphaModFix/>
          </a:blip>
          <a:srcRect b="0" l="0" r="0" t="0"/>
          <a:stretch/>
        </p:blipFill>
        <p:spPr>
          <a:xfrm>
            <a:off x="0" y="0"/>
            <a:ext cx="12188952" cy="6858000"/>
          </a:xfrm>
          <a:prstGeom prst="rect">
            <a:avLst/>
          </a:prstGeom>
          <a:noFill/>
          <a:ln>
            <a:noFill/>
          </a:ln>
        </p:spPr>
      </p:pic>
      <p:sp>
        <p:nvSpPr>
          <p:cNvPr id="49" name="Google Shape;49;p15"/>
          <p:cNvSpPr/>
          <p:nvPr/>
        </p:nvSpPr>
        <p:spPr>
          <a:xfrm>
            <a:off x="5990942" y="2002247"/>
            <a:ext cx="6201058" cy="4855755"/>
          </a:xfrm>
          <a:custGeom>
            <a:rect b="b" l="l" r="r" t="t"/>
            <a:pathLst>
              <a:path extrusionOk="0" h="4855755" w="6201058">
                <a:moveTo>
                  <a:pt x="129723" y="3092831"/>
                </a:moveTo>
                <a:cubicBezTo>
                  <a:pt x="155028" y="3092831"/>
                  <a:pt x="175541" y="3113344"/>
                  <a:pt x="175541" y="3138649"/>
                </a:cubicBezTo>
                <a:lnTo>
                  <a:pt x="171375" y="3148709"/>
                </a:lnTo>
                <a:lnTo>
                  <a:pt x="173771" y="3150724"/>
                </a:lnTo>
                <a:lnTo>
                  <a:pt x="167113" y="3176619"/>
                </a:lnTo>
                <a:cubicBezTo>
                  <a:pt x="115594" y="3428386"/>
                  <a:pt x="88538" y="3689064"/>
                  <a:pt x="88538" y="3956060"/>
                </a:cubicBezTo>
                <a:cubicBezTo>
                  <a:pt x="88538" y="4223057"/>
                  <a:pt x="115593" y="4483735"/>
                  <a:pt x="167112" y="4735501"/>
                </a:cubicBezTo>
                <a:lnTo>
                  <a:pt x="198032" y="4855755"/>
                </a:lnTo>
                <a:lnTo>
                  <a:pt x="106706" y="4855755"/>
                </a:lnTo>
                <a:lnTo>
                  <a:pt x="80373" y="4753344"/>
                </a:lnTo>
                <a:cubicBezTo>
                  <a:pt x="27675" y="4495814"/>
                  <a:pt x="0" y="4229169"/>
                  <a:pt x="0" y="3956060"/>
                </a:cubicBezTo>
                <a:cubicBezTo>
                  <a:pt x="0" y="3682951"/>
                  <a:pt x="27675" y="3416306"/>
                  <a:pt x="80373" y="3158776"/>
                </a:cubicBezTo>
                <a:lnTo>
                  <a:pt x="84919" y="3141097"/>
                </a:lnTo>
                <a:lnTo>
                  <a:pt x="83905" y="3138649"/>
                </a:lnTo>
                <a:lnTo>
                  <a:pt x="88240" y="3128185"/>
                </a:lnTo>
                <a:lnTo>
                  <a:pt x="91842" y="3114175"/>
                </a:lnTo>
                <a:lnTo>
                  <a:pt x="93789" y="3114788"/>
                </a:lnTo>
                <a:lnTo>
                  <a:pt x="97325" y="3106251"/>
                </a:lnTo>
                <a:cubicBezTo>
                  <a:pt x="105616" y="3097960"/>
                  <a:pt x="117071" y="3092831"/>
                  <a:pt x="129723" y="3092831"/>
                </a:cubicBezTo>
                <a:close/>
                <a:moveTo>
                  <a:pt x="3956060" y="0"/>
                </a:moveTo>
                <a:cubicBezTo>
                  <a:pt x="4775387" y="0"/>
                  <a:pt x="5536540" y="249074"/>
                  <a:pt x="6167931" y="675633"/>
                </a:cubicBezTo>
                <a:lnTo>
                  <a:pt x="6201058" y="700405"/>
                </a:lnTo>
                <a:lnTo>
                  <a:pt x="6201058" y="810838"/>
                </a:lnTo>
                <a:lnTo>
                  <a:pt x="6118429" y="749049"/>
                </a:lnTo>
                <a:cubicBezTo>
                  <a:pt x="5501168" y="332036"/>
                  <a:pt x="4757050" y="88537"/>
                  <a:pt x="3956060" y="88537"/>
                </a:cubicBezTo>
                <a:cubicBezTo>
                  <a:pt x="2754575" y="88537"/>
                  <a:pt x="1681053" y="636410"/>
                  <a:pt x="971692" y="1495956"/>
                </a:cubicBezTo>
                <a:lnTo>
                  <a:pt x="782534" y="1748915"/>
                </a:lnTo>
                <a:lnTo>
                  <a:pt x="782185" y="1748621"/>
                </a:lnTo>
                <a:lnTo>
                  <a:pt x="778587" y="1757309"/>
                </a:lnTo>
                <a:cubicBezTo>
                  <a:pt x="770295" y="1765600"/>
                  <a:pt x="758841" y="1770728"/>
                  <a:pt x="746188" y="1770728"/>
                </a:cubicBezTo>
                <a:cubicBezTo>
                  <a:pt x="720883" y="1770728"/>
                  <a:pt x="700370" y="1750215"/>
                  <a:pt x="700370" y="1724910"/>
                </a:cubicBezTo>
                <a:cubicBezTo>
                  <a:pt x="700370" y="1712258"/>
                  <a:pt x="705499" y="1700803"/>
                  <a:pt x="713790" y="1692512"/>
                </a:cubicBezTo>
                <a:lnTo>
                  <a:pt x="714773" y="1691849"/>
                </a:lnTo>
                <a:lnTo>
                  <a:pt x="903372" y="1439638"/>
                </a:lnTo>
                <a:cubicBezTo>
                  <a:pt x="1628972" y="560415"/>
                  <a:pt x="2727070" y="0"/>
                  <a:pt x="3956060" y="0"/>
                </a:cubicBezTo>
                <a:close/>
              </a:path>
            </a:pathLst>
          </a:custGeom>
          <a:solidFill>
            <a:srgbClr val="FFD48A">
              <a:alpha val="36862"/>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ato"/>
              <a:ea typeface="Lato"/>
              <a:cs typeface="Lato"/>
              <a:sym typeface="Lato"/>
            </a:endParaRPr>
          </a:p>
        </p:txBody>
      </p:sp>
      <p:sp>
        <p:nvSpPr>
          <p:cNvPr id="50" name="Google Shape;50;p15"/>
          <p:cNvSpPr txBox="1"/>
          <p:nvPr>
            <p:ph idx="1" type="body"/>
          </p:nvPr>
        </p:nvSpPr>
        <p:spPr>
          <a:xfrm>
            <a:off x="842010" y="4935220"/>
            <a:ext cx="4225290" cy="1305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000"/>
              </a:spcBef>
              <a:spcAft>
                <a:spcPts val="0"/>
              </a:spcAft>
              <a:buClr>
                <a:schemeClr val="lt1"/>
              </a:buClr>
              <a:buSzPts val="1800"/>
              <a:buNone/>
              <a:defRPr b="0" sz="1800">
                <a:latin typeface="Lato"/>
                <a:ea typeface="Lato"/>
                <a:cs typeface="Lato"/>
                <a:sym typeface="Lato"/>
              </a:defRPr>
            </a:lvl1pPr>
            <a:lvl2pPr indent="-342900" lvl="1" marL="914400" algn="l">
              <a:lnSpc>
                <a:spcPct val="130000"/>
              </a:lnSpc>
              <a:spcBef>
                <a:spcPts val="0"/>
              </a:spcBef>
              <a:spcAft>
                <a:spcPts val="0"/>
              </a:spcAft>
              <a:buClr>
                <a:srgbClr val="FEFEFE"/>
              </a:buClr>
              <a:buSzPts val="1800"/>
              <a:buChar char="•"/>
              <a:defRPr/>
            </a:lvl2pPr>
            <a:lvl3pPr indent="-342900" lvl="2" marL="1371600" algn="l">
              <a:lnSpc>
                <a:spcPct val="130000"/>
              </a:lnSpc>
              <a:spcBef>
                <a:spcPts val="0"/>
              </a:spcBef>
              <a:spcAft>
                <a:spcPts val="0"/>
              </a:spcAft>
              <a:buClr>
                <a:srgbClr val="FEFEFE"/>
              </a:buClr>
              <a:buSzPts val="1800"/>
              <a:buChar char="•"/>
              <a:defRPr/>
            </a:lvl3pPr>
            <a:lvl4pPr indent="-342900" lvl="3" marL="1828800" algn="l">
              <a:lnSpc>
                <a:spcPct val="130000"/>
              </a:lnSpc>
              <a:spcBef>
                <a:spcPts val="0"/>
              </a:spcBef>
              <a:spcAft>
                <a:spcPts val="0"/>
              </a:spcAft>
              <a:buClr>
                <a:srgbClr val="FEFEFE"/>
              </a:buClr>
              <a:buSzPts val="1800"/>
              <a:buChar char="•"/>
              <a:defRPr/>
            </a:lvl4pPr>
            <a:lvl5pPr indent="-342900" lvl="4" marL="2286000" algn="l">
              <a:lnSpc>
                <a:spcPct val="130000"/>
              </a:lnSpc>
              <a:spcBef>
                <a:spcPts val="0"/>
              </a:spcBef>
              <a:spcAft>
                <a:spcPts val="0"/>
              </a:spcAft>
              <a:buClr>
                <a:srgbClr val="FEFEFE"/>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51" name="Google Shape;51;p15"/>
          <p:cNvSpPr/>
          <p:nvPr/>
        </p:nvSpPr>
        <p:spPr>
          <a:xfrm>
            <a:off x="6338317" y="2322576"/>
            <a:ext cx="5853683" cy="4535424"/>
          </a:xfrm>
          <a:custGeom>
            <a:rect b="b" l="l" r="r" t="t"/>
            <a:pathLst>
              <a:path extrusionOk="0" h="4535424" w="5853683">
                <a:moveTo>
                  <a:pt x="3649665" y="0"/>
                </a:moveTo>
                <a:cubicBezTo>
                  <a:pt x="4405536" y="0"/>
                  <a:pt x="5107738" y="229960"/>
                  <a:pt x="5690228" y="623786"/>
                </a:cubicBezTo>
                <a:lnTo>
                  <a:pt x="5853683" y="746110"/>
                </a:lnTo>
                <a:lnTo>
                  <a:pt x="5853683" y="4535424"/>
                </a:lnTo>
                <a:lnTo>
                  <a:pt x="111876" y="4535424"/>
                </a:lnTo>
                <a:lnTo>
                  <a:pt x="74148" y="4388579"/>
                </a:lnTo>
                <a:cubicBezTo>
                  <a:pt x="25531" y="4150811"/>
                  <a:pt x="0" y="3904628"/>
                  <a:pt x="0" y="3652477"/>
                </a:cubicBezTo>
                <a:cubicBezTo>
                  <a:pt x="0" y="1635270"/>
                  <a:pt x="1634010" y="0"/>
                  <a:pt x="3649665" y="0"/>
                </a:cubicBezTo>
                <a:close/>
              </a:path>
            </a:pathLst>
          </a:custGeom>
          <a:solidFill>
            <a:srgbClr val="FFD4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FFD48A"/>
              </a:solidFill>
              <a:latin typeface="Lato"/>
              <a:ea typeface="Lato"/>
              <a:cs typeface="Lato"/>
              <a:sym typeface="Lato"/>
            </a:endParaRPr>
          </a:p>
        </p:txBody>
      </p:sp>
      <p:sp>
        <p:nvSpPr>
          <p:cNvPr id="52" name="Google Shape;52;p15"/>
          <p:cNvSpPr/>
          <p:nvPr/>
        </p:nvSpPr>
        <p:spPr>
          <a:xfrm>
            <a:off x="1087341" y="0"/>
            <a:ext cx="1074486" cy="341267"/>
          </a:xfrm>
          <a:custGeom>
            <a:rect b="b" l="l" r="r" t="t"/>
            <a:pathLst>
              <a:path extrusionOk="0" h="341267" w="1074486">
                <a:moveTo>
                  <a:pt x="0" y="0"/>
                </a:moveTo>
                <a:lnTo>
                  <a:pt x="1074486" y="0"/>
                </a:lnTo>
                <a:lnTo>
                  <a:pt x="1026305" y="86851"/>
                </a:lnTo>
                <a:cubicBezTo>
                  <a:pt x="920316" y="240348"/>
                  <a:pt x="740825" y="341267"/>
                  <a:pt x="537243" y="341267"/>
                </a:cubicBezTo>
                <a:cubicBezTo>
                  <a:pt x="333661" y="341267"/>
                  <a:pt x="154171" y="240348"/>
                  <a:pt x="48182" y="86851"/>
                </a:cubicBezTo>
                <a:close/>
              </a:path>
            </a:pathLst>
          </a:custGeom>
          <a:solidFill>
            <a:srgbClr val="FFD4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ato"/>
              <a:ea typeface="Lato"/>
              <a:cs typeface="Lato"/>
              <a:sym typeface="Lato"/>
            </a:endParaRPr>
          </a:p>
        </p:txBody>
      </p:sp>
      <p:pic>
        <p:nvPicPr>
          <p:cNvPr id="53" name="Google Shape;53;p15"/>
          <p:cNvPicPr preferRelativeResize="0"/>
          <p:nvPr/>
        </p:nvPicPr>
        <p:blipFill rotWithShape="1">
          <a:blip r:embed="rId3">
            <a:alphaModFix/>
          </a:blip>
          <a:srcRect b="0" l="0" r="0" t="0"/>
          <a:stretch/>
        </p:blipFill>
        <p:spPr>
          <a:xfrm>
            <a:off x="11486388" y="1088136"/>
            <a:ext cx="704088" cy="1042416"/>
          </a:xfrm>
          <a:prstGeom prst="rect">
            <a:avLst/>
          </a:prstGeom>
          <a:noFill/>
          <a:ln>
            <a:noFill/>
          </a:ln>
        </p:spPr>
      </p:pic>
      <p:pic>
        <p:nvPicPr>
          <p:cNvPr id="54" name="Google Shape;54;p15"/>
          <p:cNvPicPr preferRelativeResize="0"/>
          <p:nvPr/>
        </p:nvPicPr>
        <p:blipFill rotWithShape="1">
          <a:blip r:embed="rId4">
            <a:alphaModFix/>
          </a:blip>
          <a:srcRect b="0" l="0" r="0" t="0"/>
          <a:stretch/>
        </p:blipFill>
        <p:spPr>
          <a:xfrm>
            <a:off x="6100572" y="1088136"/>
            <a:ext cx="5724144" cy="5769864"/>
          </a:xfrm>
          <a:prstGeom prst="rect">
            <a:avLst/>
          </a:prstGeom>
          <a:noFill/>
          <a:ln>
            <a:noFill/>
          </a:ln>
        </p:spPr>
      </p:pic>
      <p:pic>
        <p:nvPicPr>
          <p:cNvPr id="55" name="Google Shape;55;p15"/>
          <p:cNvPicPr preferRelativeResize="0"/>
          <p:nvPr/>
        </p:nvPicPr>
        <p:blipFill rotWithShape="1">
          <a:blip r:embed="rId5">
            <a:alphaModFix/>
          </a:blip>
          <a:srcRect b="0" l="0" r="0" t="0"/>
          <a:stretch/>
        </p:blipFill>
        <p:spPr>
          <a:xfrm>
            <a:off x="4957572" y="4773168"/>
            <a:ext cx="987552" cy="987552"/>
          </a:xfrm>
          <a:prstGeom prst="rect">
            <a:avLst/>
          </a:prstGeom>
          <a:noFill/>
          <a:ln>
            <a:noFill/>
          </a:ln>
        </p:spPr>
      </p:pic>
      <p:sp>
        <p:nvSpPr>
          <p:cNvPr id="56" name="Google Shape;56;p15"/>
          <p:cNvSpPr txBox="1"/>
          <p:nvPr>
            <p:ph type="ctrTitle"/>
          </p:nvPr>
        </p:nvSpPr>
        <p:spPr>
          <a:xfrm>
            <a:off x="853440" y="1675130"/>
            <a:ext cx="6402705" cy="3098165"/>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lt1"/>
              </a:buClr>
              <a:buSzPts val="4800"/>
              <a:buFont typeface="Manrope ExtraBold"/>
              <a:buNone/>
              <a:defRPr b="1" sz="4800">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5"/>
          <p:cNvSpPr txBox="1"/>
          <p:nvPr>
            <p:ph idx="2" type="subTitle"/>
          </p:nvPr>
        </p:nvSpPr>
        <p:spPr>
          <a:xfrm>
            <a:off x="853440" y="510845"/>
            <a:ext cx="5852160" cy="972000"/>
          </a:xfrm>
          <a:prstGeom prst="rect">
            <a:avLst/>
          </a:prstGeom>
          <a:noFill/>
          <a:ln>
            <a:noFill/>
          </a:ln>
        </p:spPr>
        <p:txBody>
          <a:bodyPr anchorCtr="0" anchor="b" bIns="0" lIns="0" spcFirstLastPara="1" rIns="0" wrap="square" tIns="0">
            <a:normAutofit/>
          </a:bodyPr>
          <a:lstStyle>
            <a:lvl1pPr lvl="0" algn="l">
              <a:lnSpc>
                <a:spcPct val="100000"/>
              </a:lnSpc>
              <a:spcBef>
                <a:spcPts val="1000"/>
              </a:spcBef>
              <a:spcAft>
                <a:spcPts val="0"/>
              </a:spcAft>
              <a:buClr>
                <a:srgbClr val="FFD48A"/>
              </a:buClr>
              <a:buSzPts val="2400"/>
              <a:buNone/>
              <a:defRPr b="0" sz="2400">
                <a:solidFill>
                  <a:srgbClr val="FFD48A"/>
                </a:solidFill>
                <a:latin typeface="Manrope ExtraBold"/>
                <a:ea typeface="Manrope ExtraBold"/>
                <a:cs typeface="Manrope ExtraBold"/>
                <a:sym typeface="Manrope ExtraBold"/>
              </a:defRPr>
            </a:lvl1pPr>
            <a:lvl2pPr lvl="1" algn="ctr">
              <a:lnSpc>
                <a:spcPct val="130000"/>
              </a:lnSpc>
              <a:spcBef>
                <a:spcPts val="0"/>
              </a:spcBef>
              <a:spcAft>
                <a:spcPts val="0"/>
              </a:spcAft>
              <a:buClr>
                <a:srgbClr val="FEFEFE"/>
              </a:buClr>
              <a:buSzPts val="2000"/>
              <a:buNone/>
              <a:defRPr sz="2000">
                <a:latin typeface="Manrope ExtraBold"/>
                <a:ea typeface="Manrope ExtraBold"/>
                <a:cs typeface="Manrope ExtraBold"/>
                <a:sym typeface="Manrope ExtraBold"/>
              </a:defRPr>
            </a:lvl2pPr>
            <a:lvl3pPr lvl="2" algn="ctr">
              <a:lnSpc>
                <a:spcPct val="130000"/>
              </a:lnSpc>
              <a:spcBef>
                <a:spcPts val="0"/>
              </a:spcBef>
              <a:spcAft>
                <a:spcPts val="0"/>
              </a:spcAft>
              <a:buClr>
                <a:srgbClr val="FEFEFE"/>
              </a:buClr>
              <a:buSzPts val="1800"/>
              <a:buNone/>
              <a:defRPr sz="1800">
                <a:latin typeface="Manrope ExtraBold"/>
                <a:ea typeface="Manrope ExtraBold"/>
                <a:cs typeface="Manrope ExtraBold"/>
                <a:sym typeface="Manrope ExtraBold"/>
              </a:defRPr>
            </a:lvl3pPr>
            <a:lvl4pPr lvl="3" algn="ctr">
              <a:lnSpc>
                <a:spcPct val="130000"/>
              </a:lnSpc>
              <a:spcBef>
                <a:spcPts val="0"/>
              </a:spcBef>
              <a:spcAft>
                <a:spcPts val="0"/>
              </a:spcAft>
              <a:buClr>
                <a:srgbClr val="FEFEFE"/>
              </a:buClr>
              <a:buSzPts val="1600"/>
              <a:buNone/>
              <a:defRPr sz="1600">
                <a:latin typeface="Manrope ExtraBold"/>
                <a:ea typeface="Manrope ExtraBold"/>
                <a:cs typeface="Manrope ExtraBold"/>
                <a:sym typeface="Manrope ExtraBold"/>
              </a:defRPr>
            </a:lvl4pPr>
            <a:lvl5pPr lvl="4" algn="ctr">
              <a:lnSpc>
                <a:spcPct val="130000"/>
              </a:lnSpc>
              <a:spcBef>
                <a:spcPts val="0"/>
              </a:spcBef>
              <a:spcAft>
                <a:spcPts val="0"/>
              </a:spcAft>
              <a:buClr>
                <a:srgbClr val="FEFEFE"/>
              </a:buClr>
              <a:buSzPts val="1600"/>
              <a:buNone/>
              <a:defRPr sz="1600">
                <a:latin typeface="Manrope ExtraBold"/>
                <a:ea typeface="Manrope ExtraBold"/>
                <a:cs typeface="Manrope ExtraBold"/>
                <a:sym typeface="Manrope ExtraBold"/>
              </a:defRPr>
            </a:lvl5pPr>
            <a:lvl6pPr lvl="5" algn="ctr">
              <a:lnSpc>
                <a:spcPct val="90000"/>
              </a:lnSpc>
              <a:spcBef>
                <a:spcPts val="500"/>
              </a:spcBef>
              <a:spcAft>
                <a:spcPts val="0"/>
              </a:spcAft>
              <a:buClr>
                <a:schemeClr val="lt1"/>
              </a:buClr>
              <a:buSzPts val="1600"/>
              <a:buNone/>
              <a:defRPr sz="1600">
                <a:latin typeface="Manrope ExtraBold"/>
                <a:ea typeface="Manrope ExtraBold"/>
                <a:cs typeface="Manrope ExtraBold"/>
                <a:sym typeface="Manrope ExtraBold"/>
              </a:defRPr>
            </a:lvl6pPr>
            <a:lvl7pPr lvl="6" algn="ctr">
              <a:lnSpc>
                <a:spcPct val="90000"/>
              </a:lnSpc>
              <a:spcBef>
                <a:spcPts val="500"/>
              </a:spcBef>
              <a:spcAft>
                <a:spcPts val="0"/>
              </a:spcAft>
              <a:buClr>
                <a:schemeClr val="lt1"/>
              </a:buClr>
              <a:buSzPts val="1600"/>
              <a:buNone/>
              <a:defRPr sz="1600">
                <a:latin typeface="Manrope ExtraBold"/>
                <a:ea typeface="Manrope ExtraBold"/>
                <a:cs typeface="Manrope ExtraBold"/>
                <a:sym typeface="Manrope ExtraBold"/>
              </a:defRPr>
            </a:lvl7pPr>
            <a:lvl8pPr lvl="7" algn="ctr">
              <a:lnSpc>
                <a:spcPct val="90000"/>
              </a:lnSpc>
              <a:spcBef>
                <a:spcPts val="500"/>
              </a:spcBef>
              <a:spcAft>
                <a:spcPts val="0"/>
              </a:spcAft>
              <a:buClr>
                <a:schemeClr val="lt1"/>
              </a:buClr>
              <a:buSzPts val="1600"/>
              <a:buNone/>
              <a:defRPr sz="1600">
                <a:latin typeface="Manrope ExtraBold"/>
                <a:ea typeface="Manrope ExtraBold"/>
                <a:cs typeface="Manrope ExtraBold"/>
                <a:sym typeface="Manrope ExtraBold"/>
              </a:defRPr>
            </a:lvl8pPr>
            <a:lvl9pPr lvl="8" algn="ctr">
              <a:lnSpc>
                <a:spcPct val="90000"/>
              </a:lnSpc>
              <a:spcBef>
                <a:spcPts val="500"/>
              </a:spcBef>
              <a:spcAft>
                <a:spcPts val="0"/>
              </a:spcAft>
              <a:buClr>
                <a:schemeClr val="lt1"/>
              </a:buClr>
              <a:buSzPts val="1600"/>
              <a:buNone/>
              <a:defRPr sz="1600">
                <a:latin typeface="Manrope ExtraBold"/>
                <a:ea typeface="Manrope ExtraBold"/>
                <a:cs typeface="Manrope ExtraBold"/>
                <a:sym typeface="Manrope ExtraBold"/>
              </a:defRPr>
            </a:lvl9pPr>
          </a:lstStyle>
          <a:p/>
        </p:txBody>
      </p:sp>
      <p:sp>
        <p:nvSpPr>
          <p:cNvPr id="58" name="Google Shape;58;p15"/>
          <p:cNvSpPr txBox="1"/>
          <p:nvPr>
            <p:ph idx="10" type="dt"/>
          </p:nvPr>
        </p:nvSpPr>
        <p:spPr>
          <a:xfrm>
            <a:off x="69596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5"/>
          <p:cNvSpPr txBox="1"/>
          <p:nvPr>
            <p:ph idx="12" type="sldNum"/>
          </p:nvPr>
        </p:nvSpPr>
        <p:spPr>
          <a:xfrm>
            <a:off x="875398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spTree>
      <p:nvGrpSpPr>
        <p:cNvPr id="61" name="Shape 61"/>
        <p:cNvGrpSpPr/>
        <p:nvPr/>
      </p:nvGrpSpPr>
      <p:grpSpPr>
        <a:xfrm>
          <a:off x="0" y="0"/>
          <a:ext cx="0" cy="0"/>
          <a:chOff x="0" y="0"/>
          <a:chExt cx="0" cy="0"/>
        </a:xfrm>
      </p:grpSpPr>
      <p:sp>
        <p:nvSpPr>
          <p:cNvPr id="62" name="Google Shape;62;p16"/>
          <p:cNvSpPr/>
          <p:nvPr/>
        </p:nvSpPr>
        <p:spPr>
          <a:xfrm flipH="1">
            <a:off x="0" y="3958483"/>
            <a:ext cx="3353197" cy="2899517"/>
          </a:xfrm>
          <a:custGeom>
            <a:rect b="b" l="l" r="r" t="t"/>
            <a:pathLst>
              <a:path extrusionOk="0" h="2899517" w="3353197">
                <a:moveTo>
                  <a:pt x="2900150" y="0"/>
                </a:moveTo>
                <a:cubicBezTo>
                  <a:pt x="1398344" y="0"/>
                  <a:pt x="163118" y="1144032"/>
                  <a:pt x="14582" y="2610069"/>
                </a:cubicBezTo>
                <a:lnTo>
                  <a:pt x="0" y="2899517"/>
                </a:lnTo>
                <a:lnTo>
                  <a:pt x="3353197" y="2899517"/>
                </a:lnTo>
                <a:lnTo>
                  <a:pt x="3353197" y="38949"/>
                </a:lnTo>
                <a:lnTo>
                  <a:pt x="3196713" y="15011"/>
                </a:lnTo>
                <a:cubicBezTo>
                  <a:pt x="3099206" y="5085"/>
                  <a:pt x="3000270" y="0"/>
                  <a:pt x="2900150" y="0"/>
                </a:cubicBezTo>
                <a:close/>
              </a:path>
            </a:pathLst>
          </a:custGeom>
          <a:solidFill>
            <a:srgbClr val="FFD4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ato"/>
              <a:ea typeface="Lato"/>
              <a:cs typeface="Lato"/>
              <a:sym typeface="Lato"/>
            </a:endParaRPr>
          </a:p>
        </p:txBody>
      </p:sp>
      <p:sp>
        <p:nvSpPr>
          <p:cNvPr id="63" name="Google Shape;63;p16"/>
          <p:cNvSpPr/>
          <p:nvPr/>
        </p:nvSpPr>
        <p:spPr>
          <a:xfrm>
            <a:off x="11804952" y="945310"/>
            <a:ext cx="387049" cy="1099467"/>
          </a:xfrm>
          <a:custGeom>
            <a:rect b="b" l="l" r="r" t="t"/>
            <a:pathLst>
              <a:path extrusionOk="0" h="1099467" w="387049">
                <a:moveTo>
                  <a:pt x="387049" y="0"/>
                </a:moveTo>
                <a:lnTo>
                  <a:pt x="387049" y="1099467"/>
                </a:lnTo>
                <a:lnTo>
                  <a:pt x="348959" y="1087392"/>
                </a:lnTo>
                <a:cubicBezTo>
                  <a:pt x="143890" y="998810"/>
                  <a:pt x="0" y="791433"/>
                  <a:pt x="0" y="549734"/>
                </a:cubicBezTo>
                <a:cubicBezTo>
                  <a:pt x="0" y="308035"/>
                  <a:pt x="143890" y="100658"/>
                  <a:pt x="348959" y="12075"/>
                </a:cubicBezTo>
                <a:close/>
              </a:path>
            </a:pathLst>
          </a:custGeom>
          <a:solidFill>
            <a:srgbClr val="FFD4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ato"/>
              <a:ea typeface="Lato"/>
              <a:cs typeface="Lato"/>
              <a:sym typeface="Lato"/>
            </a:endParaRPr>
          </a:p>
        </p:txBody>
      </p:sp>
      <p:sp>
        <p:nvSpPr>
          <p:cNvPr id="64" name="Google Shape;64;p16"/>
          <p:cNvSpPr txBox="1"/>
          <p:nvPr>
            <p:ph type="title"/>
          </p:nvPr>
        </p:nvSpPr>
        <p:spPr>
          <a:xfrm>
            <a:off x="2574925" y="3445510"/>
            <a:ext cx="8335010" cy="2221230"/>
          </a:xfrm>
          <a:prstGeom prst="rect">
            <a:avLst/>
          </a:prstGeom>
          <a:noFill/>
          <a:ln>
            <a:noFill/>
          </a:ln>
        </p:spPr>
        <p:txBody>
          <a:bodyPr anchorCtr="0" anchor="t" bIns="0" lIns="0" spcFirstLastPara="1" rIns="0" wrap="square" tIns="0">
            <a:normAutofit/>
          </a:bodyPr>
          <a:lstStyle>
            <a:lvl1pPr lvl="0" algn="r">
              <a:lnSpc>
                <a:spcPct val="100000"/>
              </a:lnSpc>
              <a:spcBef>
                <a:spcPts val="0"/>
              </a:spcBef>
              <a:spcAft>
                <a:spcPts val="0"/>
              </a:spcAft>
              <a:buClr>
                <a:schemeClr val="lt1"/>
              </a:buClr>
              <a:buSzPts val="4400"/>
              <a:buFont typeface="Manrope ExtraBold"/>
              <a:buNone/>
              <a:defRPr b="1" sz="4400">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6"/>
          <p:cNvSpPr txBox="1"/>
          <p:nvPr>
            <p:ph idx="1" type="body"/>
          </p:nvPr>
        </p:nvSpPr>
        <p:spPr>
          <a:xfrm>
            <a:off x="2574925" y="1257935"/>
            <a:ext cx="8335010" cy="2075815"/>
          </a:xfrm>
          <a:prstGeom prst="rect">
            <a:avLst/>
          </a:prstGeom>
          <a:noFill/>
          <a:ln>
            <a:noFill/>
          </a:ln>
        </p:spPr>
        <p:txBody>
          <a:bodyPr anchorCtr="0" anchor="b" bIns="0" lIns="0" spcFirstLastPara="1" rIns="0" wrap="square" tIns="0">
            <a:normAutofit/>
          </a:bodyPr>
          <a:lstStyle>
            <a:lvl1pPr indent="-228600" lvl="0" marL="457200" algn="r">
              <a:lnSpc>
                <a:spcPct val="130000"/>
              </a:lnSpc>
              <a:spcBef>
                <a:spcPts val="1000"/>
              </a:spcBef>
              <a:spcAft>
                <a:spcPts val="0"/>
              </a:spcAft>
              <a:buClr>
                <a:schemeClr val="lt1"/>
              </a:buClr>
              <a:buSzPts val="8800"/>
              <a:buNone/>
              <a:defRPr b="1" sz="8800">
                <a:latin typeface="Lato"/>
                <a:ea typeface="Lato"/>
                <a:cs typeface="Lato"/>
                <a:sym typeface="Lato"/>
              </a:defRPr>
            </a:lvl1pPr>
            <a:lvl2pPr indent="-342900" lvl="1" marL="914400" algn="l">
              <a:lnSpc>
                <a:spcPct val="130000"/>
              </a:lnSpc>
              <a:spcBef>
                <a:spcPts val="0"/>
              </a:spcBef>
              <a:spcAft>
                <a:spcPts val="0"/>
              </a:spcAft>
              <a:buClr>
                <a:srgbClr val="FEFEFE"/>
              </a:buClr>
              <a:buSzPts val="1800"/>
              <a:buChar char="•"/>
              <a:defRPr/>
            </a:lvl2pPr>
            <a:lvl3pPr indent="-342900" lvl="2" marL="1371600" algn="l">
              <a:lnSpc>
                <a:spcPct val="130000"/>
              </a:lnSpc>
              <a:spcBef>
                <a:spcPts val="0"/>
              </a:spcBef>
              <a:spcAft>
                <a:spcPts val="0"/>
              </a:spcAft>
              <a:buClr>
                <a:srgbClr val="FEFEFE"/>
              </a:buClr>
              <a:buSzPts val="1800"/>
              <a:buChar char="•"/>
              <a:defRPr/>
            </a:lvl3pPr>
            <a:lvl4pPr indent="-342900" lvl="3" marL="1828800" algn="l">
              <a:lnSpc>
                <a:spcPct val="130000"/>
              </a:lnSpc>
              <a:spcBef>
                <a:spcPts val="0"/>
              </a:spcBef>
              <a:spcAft>
                <a:spcPts val="0"/>
              </a:spcAft>
              <a:buClr>
                <a:srgbClr val="FEFEFE"/>
              </a:buClr>
              <a:buSzPts val="1800"/>
              <a:buChar char="•"/>
              <a:defRPr/>
            </a:lvl4pPr>
            <a:lvl5pPr indent="-342900" lvl="4" marL="2286000" algn="l">
              <a:lnSpc>
                <a:spcPct val="130000"/>
              </a:lnSpc>
              <a:spcBef>
                <a:spcPts val="0"/>
              </a:spcBef>
              <a:spcAft>
                <a:spcPts val="0"/>
              </a:spcAft>
              <a:buClr>
                <a:srgbClr val="FEFEFE"/>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6" name="Google Shape;66;p16"/>
          <p:cNvSpPr/>
          <p:nvPr/>
        </p:nvSpPr>
        <p:spPr>
          <a:xfrm>
            <a:off x="0" y="3557269"/>
            <a:ext cx="3776293" cy="3300731"/>
          </a:xfrm>
          <a:custGeom>
            <a:rect b="b" l="l" r="r" t="t"/>
            <a:pathLst>
              <a:path extrusionOk="0" h="3300731" w="3776293">
                <a:moveTo>
                  <a:pt x="3616350" y="2387276"/>
                </a:moveTo>
                <a:cubicBezTo>
                  <a:pt x="3639760" y="2387276"/>
                  <a:pt x="3658737" y="2406956"/>
                  <a:pt x="3658737" y="2431233"/>
                </a:cubicBezTo>
                <a:lnTo>
                  <a:pt x="3658360" y="2432177"/>
                </a:lnTo>
                <a:lnTo>
                  <a:pt x="3660035" y="2432177"/>
                </a:lnTo>
                <a:lnTo>
                  <a:pt x="3711831" y="2641081"/>
                </a:lnTo>
                <a:cubicBezTo>
                  <a:pt x="3733075" y="2748742"/>
                  <a:pt x="3749275" y="2858309"/>
                  <a:pt x="3760165" y="2969504"/>
                </a:cubicBezTo>
                <a:lnTo>
                  <a:pt x="3776293" y="3300731"/>
                </a:lnTo>
                <a:lnTo>
                  <a:pt x="3692471" y="3300731"/>
                </a:lnTo>
                <a:lnTo>
                  <a:pt x="3676776" y="2978392"/>
                </a:lnTo>
                <a:cubicBezTo>
                  <a:pt x="3666173" y="2870119"/>
                  <a:pt x="3650398" y="2763431"/>
                  <a:pt x="3629712" y="2658599"/>
                </a:cubicBezTo>
                <a:lnTo>
                  <a:pt x="3573572" y="2432177"/>
                </a:lnTo>
                <a:lnTo>
                  <a:pt x="3574340" y="2432177"/>
                </a:lnTo>
                <a:lnTo>
                  <a:pt x="3573963" y="2431233"/>
                </a:lnTo>
                <a:cubicBezTo>
                  <a:pt x="3573963" y="2406956"/>
                  <a:pt x="3592940" y="2387276"/>
                  <a:pt x="3616350" y="2387276"/>
                </a:cubicBezTo>
                <a:close/>
                <a:moveTo>
                  <a:pt x="587042" y="0"/>
                </a:moveTo>
                <a:cubicBezTo>
                  <a:pt x="1467823" y="0"/>
                  <a:pt x="2265221" y="370227"/>
                  <a:pt x="2842423" y="968802"/>
                </a:cubicBezTo>
                <a:lnTo>
                  <a:pt x="2864891" y="994440"/>
                </a:lnTo>
                <a:lnTo>
                  <a:pt x="2864666" y="994704"/>
                </a:lnTo>
                <a:lnTo>
                  <a:pt x="2868619" y="996401"/>
                </a:lnTo>
                <a:cubicBezTo>
                  <a:pt x="2876461" y="1004535"/>
                  <a:pt x="2881312" y="1015771"/>
                  <a:pt x="2881312" y="1028181"/>
                </a:cubicBezTo>
                <a:cubicBezTo>
                  <a:pt x="2881312" y="1053002"/>
                  <a:pt x="2861909" y="1073125"/>
                  <a:pt x="2837974" y="1073125"/>
                </a:cubicBezTo>
                <a:cubicBezTo>
                  <a:pt x="2826007" y="1073125"/>
                  <a:pt x="2815172" y="1068094"/>
                  <a:pt x="2807330" y="1059961"/>
                </a:cubicBezTo>
                <a:lnTo>
                  <a:pt x="2805784" y="1056093"/>
                </a:lnTo>
                <a:lnTo>
                  <a:pt x="2783152" y="1030268"/>
                </a:lnTo>
                <a:cubicBezTo>
                  <a:pt x="2221118" y="447423"/>
                  <a:pt x="1444676" y="86926"/>
                  <a:pt x="587042" y="86926"/>
                </a:cubicBezTo>
                <a:cubicBezTo>
                  <a:pt x="426236" y="86926"/>
                  <a:pt x="268284" y="99599"/>
                  <a:pt x="114064" y="124037"/>
                </a:cubicBezTo>
                <a:lnTo>
                  <a:pt x="0" y="145160"/>
                </a:lnTo>
                <a:lnTo>
                  <a:pt x="0" y="56873"/>
                </a:lnTo>
                <a:lnTo>
                  <a:pt x="101299" y="38113"/>
                </a:lnTo>
                <a:cubicBezTo>
                  <a:pt x="259681" y="13016"/>
                  <a:pt x="421896" y="0"/>
                  <a:pt x="587042" y="0"/>
                </a:cubicBezTo>
                <a:close/>
              </a:path>
            </a:pathLst>
          </a:custGeom>
          <a:solidFill>
            <a:srgbClr val="FFD48A">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67" name="Google Shape;67;p16"/>
          <p:cNvPicPr preferRelativeResize="0"/>
          <p:nvPr/>
        </p:nvPicPr>
        <p:blipFill rotWithShape="1">
          <a:blip r:embed="rId2">
            <a:alphaModFix/>
          </a:blip>
          <a:srcRect b="0" l="0" r="0" t="0"/>
          <a:stretch/>
        </p:blipFill>
        <p:spPr>
          <a:xfrm>
            <a:off x="-1" y="2980944"/>
            <a:ext cx="3438144" cy="3877056"/>
          </a:xfrm>
          <a:prstGeom prst="rect">
            <a:avLst/>
          </a:prstGeom>
          <a:noFill/>
          <a:ln>
            <a:noFill/>
          </a:ln>
        </p:spPr>
      </p:pic>
      <p:sp>
        <p:nvSpPr>
          <p:cNvPr id="68" name="Google Shape;68;p16"/>
          <p:cNvSpPr txBox="1"/>
          <p:nvPr>
            <p:ph idx="10" type="dt"/>
          </p:nvPr>
        </p:nvSpPr>
        <p:spPr>
          <a:xfrm>
            <a:off x="69596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p:nvPr>
            <p:ph idx="12" type="sldNum"/>
          </p:nvPr>
        </p:nvSpPr>
        <p:spPr>
          <a:xfrm>
            <a:off x="875398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17"/>
          <p:cNvSpPr txBox="1"/>
          <p:nvPr>
            <p:ph type="title"/>
          </p:nvPr>
        </p:nvSpPr>
        <p:spPr>
          <a:xfrm>
            <a:off x="695960" y="360000"/>
            <a:ext cx="10800000" cy="7200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Clr>
                <a:schemeClr val="lt1"/>
              </a:buClr>
              <a:buSzPts val="3200"/>
              <a:buFont typeface="Manrope ExtraBold"/>
              <a:buNone/>
              <a:defRPr>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7"/>
          <p:cNvSpPr txBox="1"/>
          <p:nvPr>
            <p:ph idx="1" type="body"/>
          </p:nvPr>
        </p:nvSpPr>
        <p:spPr>
          <a:xfrm>
            <a:off x="695960" y="1301750"/>
            <a:ext cx="5323840" cy="4875850"/>
          </a:xfrm>
          <a:prstGeom prst="rect">
            <a:avLst/>
          </a:prstGeom>
          <a:noFill/>
          <a:ln>
            <a:noFill/>
          </a:ln>
        </p:spPr>
        <p:txBody>
          <a:bodyPr anchorCtr="0" anchor="t" bIns="0" lIns="0" spcFirstLastPara="1" rIns="0" wrap="square" tIns="0">
            <a:normAutofit/>
          </a:bodyPr>
          <a:lstStyle>
            <a:lvl1pPr indent="-342900" lvl="0" marL="457200" algn="l">
              <a:lnSpc>
                <a:spcPct val="130000"/>
              </a:lnSpc>
              <a:spcBef>
                <a:spcPts val="1000"/>
              </a:spcBef>
              <a:spcAft>
                <a:spcPts val="0"/>
              </a:spcAft>
              <a:buClr>
                <a:schemeClr val="lt1"/>
              </a:buClr>
              <a:buSzPts val="1800"/>
              <a:buChar char="•"/>
              <a:defRPr/>
            </a:lvl1pPr>
            <a:lvl2pPr indent="-342900" lvl="1" marL="914400" algn="l">
              <a:lnSpc>
                <a:spcPct val="130000"/>
              </a:lnSpc>
              <a:spcBef>
                <a:spcPts val="0"/>
              </a:spcBef>
              <a:spcAft>
                <a:spcPts val="0"/>
              </a:spcAft>
              <a:buClr>
                <a:srgbClr val="FEFEFE"/>
              </a:buClr>
              <a:buSzPts val="1800"/>
              <a:buChar char="•"/>
              <a:defRPr/>
            </a:lvl2pPr>
            <a:lvl3pPr indent="-342900" lvl="2" marL="1371600" algn="l">
              <a:lnSpc>
                <a:spcPct val="130000"/>
              </a:lnSpc>
              <a:spcBef>
                <a:spcPts val="0"/>
              </a:spcBef>
              <a:spcAft>
                <a:spcPts val="0"/>
              </a:spcAft>
              <a:buClr>
                <a:srgbClr val="FEFEFE"/>
              </a:buClr>
              <a:buSzPts val="1800"/>
              <a:buChar char="•"/>
              <a:defRPr/>
            </a:lvl3pPr>
            <a:lvl4pPr indent="-342900" lvl="3" marL="1828800" algn="l">
              <a:lnSpc>
                <a:spcPct val="130000"/>
              </a:lnSpc>
              <a:spcBef>
                <a:spcPts val="0"/>
              </a:spcBef>
              <a:spcAft>
                <a:spcPts val="0"/>
              </a:spcAft>
              <a:buClr>
                <a:srgbClr val="FEFEFE"/>
              </a:buClr>
              <a:buSzPts val="1800"/>
              <a:buChar char="•"/>
              <a:defRPr/>
            </a:lvl4pPr>
            <a:lvl5pPr indent="-342900" lvl="4" marL="2286000" algn="l">
              <a:lnSpc>
                <a:spcPct val="130000"/>
              </a:lnSpc>
              <a:spcBef>
                <a:spcPts val="0"/>
              </a:spcBef>
              <a:spcAft>
                <a:spcPts val="0"/>
              </a:spcAft>
              <a:buClr>
                <a:srgbClr val="FEFEFE"/>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4" name="Google Shape;74;p17"/>
          <p:cNvSpPr txBox="1"/>
          <p:nvPr>
            <p:ph idx="2" type="body"/>
          </p:nvPr>
        </p:nvSpPr>
        <p:spPr>
          <a:xfrm>
            <a:off x="6172200" y="1301750"/>
            <a:ext cx="5323840" cy="4875850"/>
          </a:xfrm>
          <a:prstGeom prst="rect">
            <a:avLst/>
          </a:prstGeom>
          <a:noFill/>
          <a:ln>
            <a:noFill/>
          </a:ln>
        </p:spPr>
        <p:txBody>
          <a:bodyPr anchorCtr="0" anchor="t" bIns="0" lIns="0" spcFirstLastPara="1" rIns="0" wrap="square" tIns="0">
            <a:normAutofit/>
          </a:bodyPr>
          <a:lstStyle>
            <a:lvl1pPr indent="-342900" lvl="0" marL="457200" algn="l">
              <a:lnSpc>
                <a:spcPct val="130000"/>
              </a:lnSpc>
              <a:spcBef>
                <a:spcPts val="1000"/>
              </a:spcBef>
              <a:spcAft>
                <a:spcPts val="0"/>
              </a:spcAft>
              <a:buClr>
                <a:schemeClr val="lt1"/>
              </a:buClr>
              <a:buSzPts val="1800"/>
              <a:buChar char="•"/>
              <a:defRPr/>
            </a:lvl1pPr>
            <a:lvl2pPr indent="-342900" lvl="1" marL="914400" algn="l">
              <a:lnSpc>
                <a:spcPct val="130000"/>
              </a:lnSpc>
              <a:spcBef>
                <a:spcPts val="0"/>
              </a:spcBef>
              <a:spcAft>
                <a:spcPts val="0"/>
              </a:spcAft>
              <a:buClr>
                <a:srgbClr val="FEFEFE"/>
              </a:buClr>
              <a:buSzPts val="1800"/>
              <a:buChar char="•"/>
              <a:defRPr/>
            </a:lvl2pPr>
            <a:lvl3pPr indent="-342900" lvl="2" marL="1371600" algn="l">
              <a:lnSpc>
                <a:spcPct val="130000"/>
              </a:lnSpc>
              <a:spcBef>
                <a:spcPts val="0"/>
              </a:spcBef>
              <a:spcAft>
                <a:spcPts val="0"/>
              </a:spcAft>
              <a:buClr>
                <a:srgbClr val="FEFEFE"/>
              </a:buClr>
              <a:buSzPts val="1800"/>
              <a:buChar char="•"/>
              <a:defRPr/>
            </a:lvl3pPr>
            <a:lvl4pPr indent="-342900" lvl="3" marL="1828800" algn="l">
              <a:lnSpc>
                <a:spcPct val="130000"/>
              </a:lnSpc>
              <a:spcBef>
                <a:spcPts val="0"/>
              </a:spcBef>
              <a:spcAft>
                <a:spcPts val="0"/>
              </a:spcAft>
              <a:buClr>
                <a:srgbClr val="FEFEFE"/>
              </a:buClr>
              <a:buSzPts val="1800"/>
              <a:buChar char="•"/>
              <a:defRPr/>
            </a:lvl4pPr>
            <a:lvl5pPr indent="-342900" lvl="4" marL="2286000" algn="l">
              <a:lnSpc>
                <a:spcPct val="130000"/>
              </a:lnSpc>
              <a:spcBef>
                <a:spcPts val="0"/>
              </a:spcBef>
              <a:spcAft>
                <a:spcPts val="0"/>
              </a:spcAft>
              <a:buClr>
                <a:srgbClr val="FEFEFE"/>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5" name="Google Shape;75;p17"/>
          <p:cNvSpPr txBox="1"/>
          <p:nvPr>
            <p:ph idx="10" type="dt"/>
          </p:nvPr>
        </p:nvSpPr>
        <p:spPr>
          <a:xfrm>
            <a:off x="69596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
          <p:cNvSpPr txBox="1"/>
          <p:nvPr>
            <p:ph idx="12" type="sldNum"/>
          </p:nvPr>
        </p:nvSpPr>
        <p:spPr>
          <a:xfrm>
            <a:off x="875398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8" name="Shape 78"/>
        <p:cNvGrpSpPr/>
        <p:nvPr/>
      </p:nvGrpSpPr>
      <p:grpSpPr>
        <a:xfrm>
          <a:off x="0" y="0"/>
          <a:ext cx="0" cy="0"/>
          <a:chOff x="0" y="0"/>
          <a:chExt cx="0" cy="0"/>
        </a:xfrm>
      </p:grpSpPr>
      <p:sp>
        <p:nvSpPr>
          <p:cNvPr id="79" name="Google Shape;79;p18"/>
          <p:cNvSpPr txBox="1"/>
          <p:nvPr>
            <p:ph type="title"/>
          </p:nvPr>
        </p:nvSpPr>
        <p:spPr>
          <a:xfrm>
            <a:off x="696595" y="360045"/>
            <a:ext cx="10799445" cy="864235"/>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Clr>
                <a:schemeClr val="lt1"/>
              </a:buClr>
              <a:buSzPts val="3200"/>
              <a:buFont typeface="Manrope ExtraBold"/>
              <a:buNone/>
              <a:defRPr>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8"/>
          <p:cNvSpPr txBox="1"/>
          <p:nvPr>
            <p:ph idx="1" type="body"/>
          </p:nvPr>
        </p:nvSpPr>
        <p:spPr>
          <a:xfrm>
            <a:off x="695960" y="1301750"/>
            <a:ext cx="5323840" cy="411303"/>
          </a:xfrm>
          <a:prstGeom prst="rect">
            <a:avLst/>
          </a:prstGeom>
          <a:noFill/>
          <a:ln>
            <a:noFill/>
          </a:ln>
        </p:spPr>
        <p:txBody>
          <a:bodyPr anchorCtr="0" anchor="b" bIns="0" lIns="0" spcFirstLastPara="1" rIns="0" wrap="square" tIns="0">
            <a:normAutofit/>
          </a:bodyPr>
          <a:lstStyle>
            <a:lvl1pPr indent="-228600" lvl="0" marL="457200" algn="l">
              <a:lnSpc>
                <a:spcPct val="130000"/>
              </a:lnSpc>
              <a:spcBef>
                <a:spcPts val="1000"/>
              </a:spcBef>
              <a:spcAft>
                <a:spcPts val="0"/>
              </a:spcAft>
              <a:buClr>
                <a:schemeClr val="lt1"/>
              </a:buClr>
              <a:buSzPts val="2000"/>
              <a:buNone/>
              <a:defRPr b="1" sz="2000">
                <a:latin typeface="Manrope ExtraBold"/>
                <a:ea typeface="Manrope ExtraBold"/>
                <a:cs typeface="Manrope ExtraBold"/>
                <a:sym typeface="Manrope ExtraBold"/>
              </a:defRPr>
            </a:lvl1pPr>
            <a:lvl2pPr indent="-228600" lvl="1" marL="914400" algn="l">
              <a:lnSpc>
                <a:spcPct val="130000"/>
              </a:lnSpc>
              <a:spcBef>
                <a:spcPts val="0"/>
              </a:spcBef>
              <a:spcAft>
                <a:spcPts val="0"/>
              </a:spcAft>
              <a:buClr>
                <a:srgbClr val="FEFEFE"/>
              </a:buClr>
              <a:buSzPts val="2000"/>
              <a:buNone/>
              <a:defRPr b="1" sz="2000">
                <a:latin typeface="Manrope ExtraBold"/>
                <a:ea typeface="Manrope ExtraBold"/>
                <a:cs typeface="Manrope ExtraBold"/>
                <a:sym typeface="Manrope ExtraBold"/>
              </a:defRPr>
            </a:lvl2pPr>
            <a:lvl3pPr indent="-228600" lvl="2" marL="1371600" algn="l">
              <a:lnSpc>
                <a:spcPct val="130000"/>
              </a:lnSpc>
              <a:spcBef>
                <a:spcPts val="0"/>
              </a:spcBef>
              <a:spcAft>
                <a:spcPts val="0"/>
              </a:spcAft>
              <a:buClr>
                <a:srgbClr val="FEFEFE"/>
              </a:buClr>
              <a:buSzPts val="1800"/>
              <a:buNone/>
              <a:defRPr b="1" sz="1800">
                <a:latin typeface="Manrope ExtraBold"/>
                <a:ea typeface="Manrope ExtraBold"/>
                <a:cs typeface="Manrope ExtraBold"/>
                <a:sym typeface="Manrope ExtraBold"/>
              </a:defRPr>
            </a:lvl3pPr>
            <a:lvl4pPr indent="-228600" lvl="3" marL="1828800" algn="l">
              <a:lnSpc>
                <a:spcPct val="130000"/>
              </a:lnSpc>
              <a:spcBef>
                <a:spcPts val="0"/>
              </a:spcBef>
              <a:spcAft>
                <a:spcPts val="0"/>
              </a:spcAft>
              <a:buClr>
                <a:srgbClr val="FEFEFE"/>
              </a:buClr>
              <a:buSzPts val="1600"/>
              <a:buNone/>
              <a:defRPr b="1" sz="1600">
                <a:latin typeface="Manrope ExtraBold"/>
                <a:ea typeface="Manrope ExtraBold"/>
                <a:cs typeface="Manrope ExtraBold"/>
                <a:sym typeface="Manrope ExtraBold"/>
              </a:defRPr>
            </a:lvl4pPr>
            <a:lvl5pPr indent="-228600" lvl="4" marL="2286000" algn="l">
              <a:lnSpc>
                <a:spcPct val="130000"/>
              </a:lnSpc>
              <a:spcBef>
                <a:spcPts val="0"/>
              </a:spcBef>
              <a:spcAft>
                <a:spcPts val="0"/>
              </a:spcAft>
              <a:buClr>
                <a:srgbClr val="FEFEFE"/>
              </a:buClr>
              <a:buSzPts val="1600"/>
              <a:buNone/>
              <a:defRPr b="1" sz="1600">
                <a:latin typeface="Manrope ExtraBold"/>
                <a:ea typeface="Manrope ExtraBold"/>
                <a:cs typeface="Manrope ExtraBold"/>
                <a:sym typeface="Manrope ExtraBold"/>
              </a:defRPr>
            </a:lvl5pPr>
            <a:lvl6pPr indent="-228600" lvl="5" marL="2743200" algn="l">
              <a:lnSpc>
                <a:spcPct val="90000"/>
              </a:lnSpc>
              <a:spcBef>
                <a:spcPts val="500"/>
              </a:spcBef>
              <a:spcAft>
                <a:spcPts val="0"/>
              </a:spcAft>
              <a:buClr>
                <a:schemeClr val="lt1"/>
              </a:buClr>
              <a:buSzPts val="1600"/>
              <a:buNone/>
              <a:defRPr b="1" sz="1600">
                <a:latin typeface="Manrope ExtraBold"/>
                <a:ea typeface="Manrope ExtraBold"/>
                <a:cs typeface="Manrope ExtraBold"/>
                <a:sym typeface="Manrope ExtraBold"/>
              </a:defRPr>
            </a:lvl6pPr>
            <a:lvl7pPr indent="-228600" lvl="6" marL="3200400" algn="l">
              <a:lnSpc>
                <a:spcPct val="90000"/>
              </a:lnSpc>
              <a:spcBef>
                <a:spcPts val="500"/>
              </a:spcBef>
              <a:spcAft>
                <a:spcPts val="0"/>
              </a:spcAft>
              <a:buClr>
                <a:schemeClr val="lt1"/>
              </a:buClr>
              <a:buSzPts val="1600"/>
              <a:buNone/>
              <a:defRPr b="1" sz="1600">
                <a:latin typeface="Manrope ExtraBold"/>
                <a:ea typeface="Manrope ExtraBold"/>
                <a:cs typeface="Manrope ExtraBold"/>
                <a:sym typeface="Manrope ExtraBold"/>
              </a:defRPr>
            </a:lvl7pPr>
            <a:lvl8pPr indent="-228600" lvl="7" marL="3657600" algn="l">
              <a:lnSpc>
                <a:spcPct val="90000"/>
              </a:lnSpc>
              <a:spcBef>
                <a:spcPts val="500"/>
              </a:spcBef>
              <a:spcAft>
                <a:spcPts val="0"/>
              </a:spcAft>
              <a:buClr>
                <a:schemeClr val="lt1"/>
              </a:buClr>
              <a:buSzPts val="1600"/>
              <a:buNone/>
              <a:defRPr b="1" sz="1600">
                <a:latin typeface="Manrope ExtraBold"/>
                <a:ea typeface="Manrope ExtraBold"/>
                <a:cs typeface="Manrope ExtraBold"/>
                <a:sym typeface="Manrope ExtraBold"/>
              </a:defRPr>
            </a:lvl8pPr>
            <a:lvl9pPr indent="-228600" lvl="8" marL="4114800" algn="l">
              <a:lnSpc>
                <a:spcPct val="90000"/>
              </a:lnSpc>
              <a:spcBef>
                <a:spcPts val="500"/>
              </a:spcBef>
              <a:spcAft>
                <a:spcPts val="0"/>
              </a:spcAft>
              <a:buClr>
                <a:schemeClr val="lt1"/>
              </a:buClr>
              <a:buSzPts val="1600"/>
              <a:buNone/>
              <a:defRPr b="1" sz="1600">
                <a:latin typeface="Manrope ExtraBold"/>
                <a:ea typeface="Manrope ExtraBold"/>
                <a:cs typeface="Manrope ExtraBold"/>
                <a:sym typeface="Manrope ExtraBold"/>
              </a:defRPr>
            </a:lvl9pPr>
          </a:lstStyle>
          <a:p/>
        </p:txBody>
      </p:sp>
      <p:sp>
        <p:nvSpPr>
          <p:cNvPr id="81" name="Google Shape;81;p18"/>
          <p:cNvSpPr txBox="1"/>
          <p:nvPr>
            <p:ph idx="2" type="body"/>
          </p:nvPr>
        </p:nvSpPr>
        <p:spPr>
          <a:xfrm>
            <a:off x="695960" y="1875099"/>
            <a:ext cx="5323840" cy="4300276"/>
          </a:xfrm>
          <a:prstGeom prst="rect">
            <a:avLst/>
          </a:prstGeom>
          <a:noFill/>
          <a:ln>
            <a:noFill/>
          </a:ln>
        </p:spPr>
        <p:txBody>
          <a:bodyPr anchorCtr="0" anchor="t" bIns="0" lIns="0" spcFirstLastPara="1" rIns="0" wrap="square" tIns="0">
            <a:normAutofit/>
          </a:bodyPr>
          <a:lstStyle>
            <a:lvl1pPr indent="-342900" lvl="0" marL="457200" algn="l">
              <a:lnSpc>
                <a:spcPct val="130000"/>
              </a:lnSpc>
              <a:spcBef>
                <a:spcPts val="1000"/>
              </a:spcBef>
              <a:spcAft>
                <a:spcPts val="0"/>
              </a:spcAft>
              <a:buClr>
                <a:schemeClr val="lt1"/>
              </a:buClr>
              <a:buSzPts val="1800"/>
              <a:buChar char="•"/>
              <a:defRPr/>
            </a:lvl1pPr>
            <a:lvl2pPr indent="-342900" lvl="1" marL="914400" algn="l">
              <a:lnSpc>
                <a:spcPct val="130000"/>
              </a:lnSpc>
              <a:spcBef>
                <a:spcPts val="0"/>
              </a:spcBef>
              <a:spcAft>
                <a:spcPts val="0"/>
              </a:spcAft>
              <a:buClr>
                <a:srgbClr val="FEFEFE"/>
              </a:buClr>
              <a:buSzPts val="1800"/>
              <a:buChar char="•"/>
              <a:defRPr/>
            </a:lvl2pPr>
            <a:lvl3pPr indent="-342900" lvl="2" marL="1371600" algn="l">
              <a:lnSpc>
                <a:spcPct val="130000"/>
              </a:lnSpc>
              <a:spcBef>
                <a:spcPts val="0"/>
              </a:spcBef>
              <a:spcAft>
                <a:spcPts val="0"/>
              </a:spcAft>
              <a:buClr>
                <a:srgbClr val="FEFEFE"/>
              </a:buClr>
              <a:buSzPts val="1800"/>
              <a:buChar char="•"/>
              <a:defRPr/>
            </a:lvl3pPr>
            <a:lvl4pPr indent="-342900" lvl="3" marL="1828800" algn="l">
              <a:lnSpc>
                <a:spcPct val="130000"/>
              </a:lnSpc>
              <a:spcBef>
                <a:spcPts val="0"/>
              </a:spcBef>
              <a:spcAft>
                <a:spcPts val="0"/>
              </a:spcAft>
              <a:buClr>
                <a:srgbClr val="FEFEFE"/>
              </a:buClr>
              <a:buSzPts val="1800"/>
              <a:buChar char="•"/>
              <a:defRPr/>
            </a:lvl4pPr>
            <a:lvl5pPr indent="-342900" lvl="4" marL="2286000" algn="l">
              <a:lnSpc>
                <a:spcPct val="130000"/>
              </a:lnSpc>
              <a:spcBef>
                <a:spcPts val="0"/>
              </a:spcBef>
              <a:spcAft>
                <a:spcPts val="0"/>
              </a:spcAft>
              <a:buClr>
                <a:srgbClr val="FEFEFE"/>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2" name="Google Shape;82;p18"/>
          <p:cNvSpPr txBox="1"/>
          <p:nvPr>
            <p:ph idx="3" type="body"/>
          </p:nvPr>
        </p:nvSpPr>
        <p:spPr>
          <a:xfrm>
            <a:off x="6172200" y="1301750"/>
            <a:ext cx="5323840" cy="411303"/>
          </a:xfrm>
          <a:prstGeom prst="rect">
            <a:avLst/>
          </a:prstGeom>
          <a:noFill/>
          <a:ln>
            <a:noFill/>
          </a:ln>
        </p:spPr>
        <p:txBody>
          <a:bodyPr anchorCtr="0" anchor="b" bIns="0" lIns="0" spcFirstLastPara="1" rIns="0" wrap="square" tIns="0">
            <a:normAutofit/>
          </a:bodyPr>
          <a:lstStyle>
            <a:lvl1pPr indent="-228600" lvl="0" marL="457200" algn="l">
              <a:lnSpc>
                <a:spcPct val="130000"/>
              </a:lnSpc>
              <a:spcBef>
                <a:spcPts val="1000"/>
              </a:spcBef>
              <a:spcAft>
                <a:spcPts val="0"/>
              </a:spcAft>
              <a:buClr>
                <a:schemeClr val="lt1"/>
              </a:buClr>
              <a:buSzPts val="2000"/>
              <a:buNone/>
              <a:defRPr b="1" sz="2000">
                <a:latin typeface="Manrope ExtraBold"/>
                <a:ea typeface="Manrope ExtraBold"/>
                <a:cs typeface="Manrope ExtraBold"/>
                <a:sym typeface="Manrope ExtraBold"/>
              </a:defRPr>
            </a:lvl1pPr>
            <a:lvl2pPr indent="-228600" lvl="1" marL="914400" algn="l">
              <a:lnSpc>
                <a:spcPct val="130000"/>
              </a:lnSpc>
              <a:spcBef>
                <a:spcPts val="0"/>
              </a:spcBef>
              <a:spcAft>
                <a:spcPts val="0"/>
              </a:spcAft>
              <a:buClr>
                <a:srgbClr val="FEFEFE"/>
              </a:buClr>
              <a:buSzPts val="2000"/>
              <a:buNone/>
              <a:defRPr b="1" sz="2000">
                <a:latin typeface="Manrope ExtraBold"/>
                <a:ea typeface="Manrope ExtraBold"/>
                <a:cs typeface="Manrope ExtraBold"/>
                <a:sym typeface="Manrope ExtraBold"/>
              </a:defRPr>
            </a:lvl2pPr>
            <a:lvl3pPr indent="-228600" lvl="2" marL="1371600" algn="l">
              <a:lnSpc>
                <a:spcPct val="130000"/>
              </a:lnSpc>
              <a:spcBef>
                <a:spcPts val="0"/>
              </a:spcBef>
              <a:spcAft>
                <a:spcPts val="0"/>
              </a:spcAft>
              <a:buClr>
                <a:srgbClr val="FEFEFE"/>
              </a:buClr>
              <a:buSzPts val="1800"/>
              <a:buNone/>
              <a:defRPr b="1" sz="1800">
                <a:latin typeface="Manrope ExtraBold"/>
                <a:ea typeface="Manrope ExtraBold"/>
                <a:cs typeface="Manrope ExtraBold"/>
                <a:sym typeface="Manrope ExtraBold"/>
              </a:defRPr>
            </a:lvl3pPr>
            <a:lvl4pPr indent="-228600" lvl="3" marL="1828800" algn="l">
              <a:lnSpc>
                <a:spcPct val="130000"/>
              </a:lnSpc>
              <a:spcBef>
                <a:spcPts val="0"/>
              </a:spcBef>
              <a:spcAft>
                <a:spcPts val="0"/>
              </a:spcAft>
              <a:buClr>
                <a:srgbClr val="FEFEFE"/>
              </a:buClr>
              <a:buSzPts val="1600"/>
              <a:buNone/>
              <a:defRPr b="1" sz="1600">
                <a:latin typeface="Manrope ExtraBold"/>
                <a:ea typeface="Manrope ExtraBold"/>
                <a:cs typeface="Manrope ExtraBold"/>
                <a:sym typeface="Manrope ExtraBold"/>
              </a:defRPr>
            </a:lvl4pPr>
            <a:lvl5pPr indent="-228600" lvl="4" marL="2286000" algn="l">
              <a:lnSpc>
                <a:spcPct val="130000"/>
              </a:lnSpc>
              <a:spcBef>
                <a:spcPts val="0"/>
              </a:spcBef>
              <a:spcAft>
                <a:spcPts val="0"/>
              </a:spcAft>
              <a:buClr>
                <a:srgbClr val="FEFEFE"/>
              </a:buClr>
              <a:buSzPts val="1600"/>
              <a:buNone/>
              <a:defRPr b="1" sz="1600">
                <a:latin typeface="Manrope ExtraBold"/>
                <a:ea typeface="Manrope ExtraBold"/>
                <a:cs typeface="Manrope ExtraBold"/>
                <a:sym typeface="Manrope ExtraBold"/>
              </a:defRPr>
            </a:lvl5pPr>
            <a:lvl6pPr indent="-228600" lvl="5" marL="2743200" algn="l">
              <a:lnSpc>
                <a:spcPct val="90000"/>
              </a:lnSpc>
              <a:spcBef>
                <a:spcPts val="500"/>
              </a:spcBef>
              <a:spcAft>
                <a:spcPts val="0"/>
              </a:spcAft>
              <a:buClr>
                <a:schemeClr val="lt1"/>
              </a:buClr>
              <a:buSzPts val="1600"/>
              <a:buNone/>
              <a:defRPr b="1" sz="1600">
                <a:latin typeface="Manrope ExtraBold"/>
                <a:ea typeface="Manrope ExtraBold"/>
                <a:cs typeface="Manrope ExtraBold"/>
                <a:sym typeface="Manrope ExtraBold"/>
              </a:defRPr>
            </a:lvl6pPr>
            <a:lvl7pPr indent="-228600" lvl="6" marL="3200400" algn="l">
              <a:lnSpc>
                <a:spcPct val="90000"/>
              </a:lnSpc>
              <a:spcBef>
                <a:spcPts val="500"/>
              </a:spcBef>
              <a:spcAft>
                <a:spcPts val="0"/>
              </a:spcAft>
              <a:buClr>
                <a:schemeClr val="lt1"/>
              </a:buClr>
              <a:buSzPts val="1600"/>
              <a:buNone/>
              <a:defRPr b="1" sz="1600">
                <a:latin typeface="Manrope ExtraBold"/>
                <a:ea typeface="Manrope ExtraBold"/>
                <a:cs typeface="Manrope ExtraBold"/>
                <a:sym typeface="Manrope ExtraBold"/>
              </a:defRPr>
            </a:lvl7pPr>
            <a:lvl8pPr indent="-228600" lvl="7" marL="3657600" algn="l">
              <a:lnSpc>
                <a:spcPct val="90000"/>
              </a:lnSpc>
              <a:spcBef>
                <a:spcPts val="500"/>
              </a:spcBef>
              <a:spcAft>
                <a:spcPts val="0"/>
              </a:spcAft>
              <a:buClr>
                <a:schemeClr val="lt1"/>
              </a:buClr>
              <a:buSzPts val="1600"/>
              <a:buNone/>
              <a:defRPr b="1" sz="1600">
                <a:latin typeface="Manrope ExtraBold"/>
                <a:ea typeface="Manrope ExtraBold"/>
                <a:cs typeface="Manrope ExtraBold"/>
                <a:sym typeface="Manrope ExtraBold"/>
              </a:defRPr>
            </a:lvl8pPr>
            <a:lvl9pPr indent="-228600" lvl="8" marL="4114800" algn="l">
              <a:lnSpc>
                <a:spcPct val="90000"/>
              </a:lnSpc>
              <a:spcBef>
                <a:spcPts val="500"/>
              </a:spcBef>
              <a:spcAft>
                <a:spcPts val="0"/>
              </a:spcAft>
              <a:buClr>
                <a:schemeClr val="lt1"/>
              </a:buClr>
              <a:buSzPts val="1600"/>
              <a:buNone/>
              <a:defRPr b="1" sz="1600">
                <a:latin typeface="Manrope ExtraBold"/>
                <a:ea typeface="Manrope ExtraBold"/>
                <a:cs typeface="Manrope ExtraBold"/>
                <a:sym typeface="Manrope ExtraBold"/>
              </a:defRPr>
            </a:lvl9pPr>
          </a:lstStyle>
          <a:p/>
        </p:txBody>
      </p:sp>
      <p:sp>
        <p:nvSpPr>
          <p:cNvPr id="83" name="Google Shape;83;p18"/>
          <p:cNvSpPr txBox="1"/>
          <p:nvPr>
            <p:ph idx="4" type="body"/>
          </p:nvPr>
        </p:nvSpPr>
        <p:spPr>
          <a:xfrm>
            <a:off x="6172200" y="1875099"/>
            <a:ext cx="5323840" cy="4300276"/>
          </a:xfrm>
          <a:prstGeom prst="rect">
            <a:avLst/>
          </a:prstGeom>
          <a:noFill/>
          <a:ln>
            <a:noFill/>
          </a:ln>
        </p:spPr>
        <p:txBody>
          <a:bodyPr anchorCtr="0" anchor="t" bIns="0" lIns="0" spcFirstLastPara="1" rIns="0" wrap="square" tIns="0">
            <a:normAutofit/>
          </a:bodyPr>
          <a:lstStyle>
            <a:lvl1pPr indent="-342900" lvl="0" marL="457200" algn="l">
              <a:lnSpc>
                <a:spcPct val="130000"/>
              </a:lnSpc>
              <a:spcBef>
                <a:spcPts val="1000"/>
              </a:spcBef>
              <a:spcAft>
                <a:spcPts val="0"/>
              </a:spcAft>
              <a:buClr>
                <a:schemeClr val="lt1"/>
              </a:buClr>
              <a:buSzPts val="1800"/>
              <a:buChar char="•"/>
              <a:defRPr/>
            </a:lvl1pPr>
            <a:lvl2pPr indent="-342900" lvl="1" marL="914400" algn="l">
              <a:lnSpc>
                <a:spcPct val="130000"/>
              </a:lnSpc>
              <a:spcBef>
                <a:spcPts val="0"/>
              </a:spcBef>
              <a:spcAft>
                <a:spcPts val="0"/>
              </a:spcAft>
              <a:buClr>
                <a:srgbClr val="FEFEFE"/>
              </a:buClr>
              <a:buSzPts val="1800"/>
              <a:buChar char="•"/>
              <a:defRPr/>
            </a:lvl2pPr>
            <a:lvl3pPr indent="-342900" lvl="2" marL="1371600" algn="l">
              <a:lnSpc>
                <a:spcPct val="130000"/>
              </a:lnSpc>
              <a:spcBef>
                <a:spcPts val="0"/>
              </a:spcBef>
              <a:spcAft>
                <a:spcPts val="0"/>
              </a:spcAft>
              <a:buClr>
                <a:srgbClr val="FEFEFE"/>
              </a:buClr>
              <a:buSzPts val="1800"/>
              <a:buChar char="•"/>
              <a:defRPr/>
            </a:lvl3pPr>
            <a:lvl4pPr indent="-342900" lvl="3" marL="1828800" algn="l">
              <a:lnSpc>
                <a:spcPct val="130000"/>
              </a:lnSpc>
              <a:spcBef>
                <a:spcPts val="0"/>
              </a:spcBef>
              <a:spcAft>
                <a:spcPts val="0"/>
              </a:spcAft>
              <a:buClr>
                <a:srgbClr val="FEFEFE"/>
              </a:buClr>
              <a:buSzPts val="1800"/>
              <a:buChar char="•"/>
              <a:defRPr/>
            </a:lvl4pPr>
            <a:lvl5pPr indent="-342900" lvl="4" marL="2286000" algn="l">
              <a:lnSpc>
                <a:spcPct val="130000"/>
              </a:lnSpc>
              <a:spcBef>
                <a:spcPts val="0"/>
              </a:spcBef>
              <a:spcAft>
                <a:spcPts val="0"/>
              </a:spcAft>
              <a:buClr>
                <a:srgbClr val="FEFEFE"/>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4" name="Google Shape;84;p18"/>
          <p:cNvSpPr txBox="1"/>
          <p:nvPr>
            <p:ph idx="10" type="dt"/>
          </p:nvPr>
        </p:nvSpPr>
        <p:spPr>
          <a:xfrm>
            <a:off x="69596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8"/>
          <p:cNvSpPr txBox="1"/>
          <p:nvPr>
            <p:ph idx="12" type="sldNum"/>
          </p:nvPr>
        </p:nvSpPr>
        <p:spPr>
          <a:xfrm>
            <a:off x="875398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7" name="Shape 87"/>
        <p:cNvGrpSpPr/>
        <p:nvPr/>
      </p:nvGrpSpPr>
      <p:grpSpPr>
        <a:xfrm>
          <a:off x="0" y="0"/>
          <a:ext cx="0" cy="0"/>
          <a:chOff x="0" y="0"/>
          <a:chExt cx="0" cy="0"/>
        </a:xfrm>
      </p:grpSpPr>
      <p:sp>
        <p:nvSpPr>
          <p:cNvPr id="88" name="Google Shape;88;p19"/>
          <p:cNvSpPr txBox="1"/>
          <p:nvPr>
            <p:ph type="title"/>
          </p:nvPr>
        </p:nvSpPr>
        <p:spPr>
          <a:xfrm>
            <a:off x="695960" y="360000"/>
            <a:ext cx="10800000" cy="7200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19"/>
          <p:cNvSpPr txBox="1"/>
          <p:nvPr>
            <p:ph idx="10" type="dt"/>
          </p:nvPr>
        </p:nvSpPr>
        <p:spPr>
          <a:xfrm>
            <a:off x="69596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9"/>
          <p:cNvSpPr txBox="1"/>
          <p:nvPr>
            <p:ph idx="12" type="sldNum"/>
          </p:nvPr>
        </p:nvSpPr>
        <p:spPr>
          <a:xfrm>
            <a:off x="875398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2" name="Shape 92"/>
        <p:cNvGrpSpPr/>
        <p:nvPr/>
      </p:nvGrpSpPr>
      <p:grpSpPr>
        <a:xfrm>
          <a:off x="0" y="0"/>
          <a:ext cx="0" cy="0"/>
          <a:chOff x="0" y="0"/>
          <a:chExt cx="0" cy="0"/>
        </a:xfrm>
      </p:grpSpPr>
      <p:sp>
        <p:nvSpPr>
          <p:cNvPr id="93" name="Google Shape;93;p20"/>
          <p:cNvSpPr txBox="1"/>
          <p:nvPr>
            <p:ph idx="10" type="dt"/>
          </p:nvPr>
        </p:nvSpPr>
        <p:spPr>
          <a:xfrm>
            <a:off x="69596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0"/>
          <p:cNvSpPr txBox="1"/>
          <p:nvPr>
            <p:ph idx="12" type="sldNum"/>
          </p:nvPr>
        </p:nvSpPr>
        <p:spPr>
          <a:xfrm>
            <a:off x="875398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nly">
  <p:cSld name="Content Only">
    <p:spTree>
      <p:nvGrpSpPr>
        <p:cNvPr id="96" name="Shape 96"/>
        <p:cNvGrpSpPr/>
        <p:nvPr/>
      </p:nvGrpSpPr>
      <p:grpSpPr>
        <a:xfrm>
          <a:off x="0" y="0"/>
          <a:ext cx="0" cy="0"/>
          <a:chOff x="0" y="0"/>
          <a:chExt cx="0" cy="0"/>
        </a:xfrm>
      </p:grpSpPr>
      <p:sp>
        <p:nvSpPr>
          <p:cNvPr id="97" name="Google Shape;97;p21"/>
          <p:cNvSpPr txBox="1"/>
          <p:nvPr>
            <p:ph idx="1" type="body"/>
          </p:nvPr>
        </p:nvSpPr>
        <p:spPr>
          <a:xfrm>
            <a:off x="695960" y="360045"/>
            <a:ext cx="10801985" cy="5817870"/>
          </a:xfrm>
          <a:prstGeom prst="rect">
            <a:avLst/>
          </a:prstGeom>
          <a:noFill/>
          <a:ln>
            <a:noFill/>
          </a:ln>
        </p:spPr>
        <p:txBody>
          <a:bodyPr anchorCtr="0" anchor="t" bIns="0" lIns="0" spcFirstLastPara="1" rIns="0" wrap="square" tIns="0">
            <a:normAutofit/>
          </a:bodyPr>
          <a:lstStyle>
            <a:lvl1pPr indent="-342900" lvl="0" marL="457200" algn="l">
              <a:lnSpc>
                <a:spcPct val="130000"/>
              </a:lnSpc>
              <a:spcBef>
                <a:spcPts val="1000"/>
              </a:spcBef>
              <a:spcAft>
                <a:spcPts val="0"/>
              </a:spcAft>
              <a:buClr>
                <a:schemeClr val="lt1"/>
              </a:buClr>
              <a:buSzPts val="1800"/>
              <a:buChar char="•"/>
              <a:defRPr/>
            </a:lvl1pPr>
            <a:lvl2pPr indent="-342900" lvl="1" marL="914400" algn="l">
              <a:lnSpc>
                <a:spcPct val="130000"/>
              </a:lnSpc>
              <a:spcBef>
                <a:spcPts val="0"/>
              </a:spcBef>
              <a:spcAft>
                <a:spcPts val="0"/>
              </a:spcAft>
              <a:buClr>
                <a:srgbClr val="FEFEFE"/>
              </a:buClr>
              <a:buSzPts val="1800"/>
              <a:buChar char="•"/>
              <a:defRPr/>
            </a:lvl2pPr>
            <a:lvl3pPr indent="-342900" lvl="2" marL="1371600" algn="l">
              <a:lnSpc>
                <a:spcPct val="130000"/>
              </a:lnSpc>
              <a:spcBef>
                <a:spcPts val="0"/>
              </a:spcBef>
              <a:spcAft>
                <a:spcPts val="0"/>
              </a:spcAft>
              <a:buClr>
                <a:srgbClr val="FEFEFE"/>
              </a:buClr>
              <a:buSzPts val="1800"/>
              <a:buChar char="•"/>
              <a:defRPr/>
            </a:lvl3pPr>
            <a:lvl4pPr indent="-342900" lvl="3" marL="1828800" algn="l">
              <a:lnSpc>
                <a:spcPct val="130000"/>
              </a:lnSpc>
              <a:spcBef>
                <a:spcPts val="0"/>
              </a:spcBef>
              <a:spcAft>
                <a:spcPts val="0"/>
              </a:spcAft>
              <a:buClr>
                <a:srgbClr val="FEFEFE"/>
              </a:buClr>
              <a:buSzPts val="1800"/>
              <a:buChar char="•"/>
              <a:defRPr/>
            </a:lvl4pPr>
            <a:lvl5pPr indent="-342900" lvl="4" marL="2286000" algn="l">
              <a:lnSpc>
                <a:spcPct val="130000"/>
              </a:lnSpc>
              <a:spcBef>
                <a:spcPts val="0"/>
              </a:spcBef>
              <a:spcAft>
                <a:spcPts val="0"/>
              </a:spcAft>
              <a:buClr>
                <a:srgbClr val="FEFEFE"/>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8" name="Google Shape;98;p21"/>
          <p:cNvSpPr txBox="1"/>
          <p:nvPr>
            <p:ph idx="10" type="dt"/>
          </p:nvPr>
        </p:nvSpPr>
        <p:spPr>
          <a:xfrm>
            <a:off x="69596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1"/>
          <p:cNvSpPr txBox="1"/>
          <p:nvPr>
            <p:ph idx="12" type="sldNum"/>
          </p:nvPr>
        </p:nvSpPr>
        <p:spPr>
          <a:xfrm>
            <a:off x="875398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Title and Subtitle">
    <p:spTree>
      <p:nvGrpSpPr>
        <p:cNvPr id="101" name="Shape 101"/>
        <p:cNvGrpSpPr/>
        <p:nvPr/>
      </p:nvGrpSpPr>
      <p:grpSpPr>
        <a:xfrm>
          <a:off x="0" y="0"/>
          <a:ext cx="0" cy="0"/>
          <a:chOff x="0" y="0"/>
          <a:chExt cx="0" cy="0"/>
        </a:xfrm>
      </p:grpSpPr>
      <p:sp>
        <p:nvSpPr>
          <p:cNvPr id="102" name="Google Shape;102;p22"/>
          <p:cNvSpPr txBox="1"/>
          <p:nvPr>
            <p:ph type="title"/>
          </p:nvPr>
        </p:nvSpPr>
        <p:spPr>
          <a:xfrm>
            <a:off x="696595" y="360045"/>
            <a:ext cx="10798175" cy="864235"/>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Clr>
                <a:schemeClr val="lt1"/>
              </a:buClr>
              <a:buSzPts val="3200"/>
              <a:buFont typeface="Manrope ExtraBold"/>
              <a:buNone/>
              <a:defRPr b="0">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22"/>
          <p:cNvSpPr txBox="1"/>
          <p:nvPr>
            <p:ph idx="1" type="body"/>
          </p:nvPr>
        </p:nvSpPr>
        <p:spPr>
          <a:xfrm>
            <a:off x="695960" y="1301750"/>
            <a:ext cx="10799088" cy="405553"/>
          </a:xfrm>
          <a:prstGeom prst="rect">
            <a:avLst/>
          </a:prstGeom>
          <a:noFill/>
          <a:ln>
            <a:noFill/>
          </a:ln>
        </p:spPr>
        <p:txBody>
          <a:bodyPr anchorCtr="0" anchor="t" bIns="0" lIns="0" spcFirstLastPara="1" rIns="0" wrap="square" tIns="0">
            <a:normAutofit/>
          </a:bodyPr>
          <a:lstStyle>
            <a:lvl1pPr indent="-228600" lvl="0" marL="457200" algn="l">
              <a:lnSpc>
                <a:spcPct val="130000"/>
              </a:lnSpc>
              <a:spcBef>
                <a:spcPts val="1000"/>
              </a:spcBef>
              <a:spcAft>
                <a:spcPts val="0"/>
              </a:spcAft>
              <a:buClr>
                <a:schemeClr val="lt1"/>
              </a:buClr>
              <a:buSzPts val="2000"/>
              <a:buNone/>
              <a:defRPr b="0" sz="2000">
                <a:latin typeface="Manrope ExtraBold"/>
                <a:ea typeface="Manrope ExtraBold"/>
                <a:cs typeface="Manrope ExtraBold"/>
                <a:sym typeface="Manrope ExtraBold"/>
              </a:defRPr>
            </a:lvl1pPr>
            <a:lvl2pPr indent="-228600" lvl="1" marL="914400" algn="l">
              <a:lnSpc>
                <a:spcPct val="130000"/>
              </a:lnSpc>
              <a:spcBef>
                <a:spcPts val="0"/>
              </a:spcBef>
              <a:spcAft>
                <a:spcPts val="0"/>
              </a:spcAft>
              <a:buClr>
                <a:srgbClr val="FEFEFE"/>
              </a:buClr>
              <a:buSzPts val="2000"/>
              <a:buNone/>
              <a:defRPr b="1" sz="2000">
                <a:latin typeface="Manrope ExtraBold"/>
                <a:ea typeface="Manrope ExtraBold"/>
                <a:cs typeface="Manrope ExtraBold"/>
                <a:sym typeface="Manrope ExtraBold"/>
              </a:defRPr>
            </a:lvl2pPr>
            <a:lvl3pPr indent="-228600" lvl="2" marL="1371600" algn="l">
              <a:lnSpc>
                <a:spcPct val="130000"/>
              </a:lnSpc>
              <a:spcBef>
                <a:spcPts val="0"/>
              </a:spcBef>
              <a:spcAft>
                <a:spcPts val="0"/>
              </a:spcAft>
              <a:buClr>
                <a:srgbClr val="FEFEFE"/>
              </a:buClr>
              <a:buSzPts val="1800"/>
              <a:buNone/>
              <a:defRPr b="1" sz="1800">
                <a:latin typeface="Manrope ExtraBold"/>
                <a:ea typeface="Manrope ExtraBold"/>
                <a:cs typeface="Manrope ExtraBold"/>
                <a:sym typeface="Manrope ExtraBold"/>
              </a:defRPr>
            </a:lvl3pPr>
            <a:lvl4pPr indent="-228600" lvl="3" marL="1828800" algn="l">
              <a:lnSpc>
                <a:spcPct val="130000"/>
              </a:lnSpc>
              <a:spcBef>
                <a:spcPts val="0"/>
              </a:spcBef>
              <a:spcAft>
                <a:spcPts val="0"/>
              </a:spcAft>
              <a:buClr>
                <a:srgbClr val="FEFEFE"/>
              </a:buClr>
              <a:buSzPts val="1600"/>
              <a:buNone/>
              <a:defRPr b="1" sz="1600">
                <a:latin typeface="Manrope ExtraBold"/>
                <a:ea typeface="Manrope ExtraBold"/>
                <a:cs typeface="Manrope ExtraBold"/>
                <a:sym typeface="Manrope ExtraBold"/>
              </a:defRPr>
            </a:lvl4pPr>
            <a:lvl5pPr indent="-228600" lvl="4" marL="2286000" algn="l">
              <a:lnSpc>
                <a:spcPct val="130000"/>
              </a:lnSpc>
              <a:spcBef>
                <a:spcPts val="0"/>
              </a:spcBef>
              <a:spcAft>
                <a:spcPts val="0"/>
              </a:spcAft>
              <a:buClr>
                <a:srgbClr val="FEFEFE"/>
              </a:buClr>
              <a:buSzPts val="1600"/>
              <a:buNone/>
              <a:defRPr b="1" sz="1600">
                <a:latin typeface="Manrope ExtraBold"/>
                <a:ea typeface="Manrope ExtraBold"/>
                <a:cs typeface="Manrope ExtraBold"/>
                <a:sym typeface="Manrope ExtraBold"/>
              </a:defRPr>
            </a:lvl5pPr>
            <a:lvl6pPr indent="-228600" lvl="5" marL="2743200" algn="l">
              <a:lnSpc>
                <a:spcPct val="90000"/>
              </a:lnSpc>
              <a:spcBef>
                <a:spcPts val="500"/>
              </a:spcBef>
              <a:spcAft>
                <a:spcPts val="0"/>
              </a:spcAft>
              <a:buClr>
                <a:schemeClr val="lt1"/>
              </a:buClr>
              <a:buSzPts val="1600"/>
              <a:buNone/>
              <a:defRPr b="1" sz="1600">
                <a:latin typeface="Manrope ExtraBold"/>
                <a:ea typeface="Manrope ExtraBold"/>
                <a:cs typeface="Manrope ExtraBold"/>
                <a:sym typeface="Manrope ExtraBold"/>
              </a:defRPr>
            </a:lvl6pPr>
            <a:lvl7pPr indent="-228600" lvl="6" marL="3200400" algn="l">
              <a:lnSpc>
                <a:spcPct val="90000"/>
              </a:lnSpc>
              <a:spcBef>
                <a:spcPts val="500"/>
              </a:spcBef>
              <a:spcAft>
                <a:spcPts val="0"/>
              </a:spcAft>
              <a:buClr>
                <a:schemeClr val="lt1"/>
              </a:buClr>
              <a:buSzPts val="1600"/>
              <a:buNone/>
              <a:defRPr b="1" sz="1600">
                <a:latin typeface="Manrope ExtraBold"/>
                <a:ea typeface="Manrope ExtraBold"/>
                <a:cs typeface="Manrope ExtraBold"/>
                <a:sym typeface="Manrope ExtraBold"/>
              </a:defRPr>
            </a:lvl7pPr>
            <a:lvl8pPr indent="-228600" lvl="7" marL="3657600" algn="l">
              <a:lnSpc>
                <a:spcPct val="90000"/>
              </a:lnSpc>
              <a:spcBef>
                <a:spcPts val="500"/>
              </a:spcBef>
              <a:spcAft>
                <a:spcPts val="0"/>
              </a:spcAft>
              <a:buClr>
                <a:schemeClr val="lt1"/>
              </a:buClr>
              <a:buSzPts val="1600"/>
              <a:buNone/>
              <a:defRPr b="1" sz="1600">
                <a:latin typeface="Manrope ExtraBold"/>
                <a:ea typeface="Manrope ExtraBold"/>
                <a:cs typeface="Manrope ExtraBold"/>
                <a:sym typeface="Manrope ExtraBold"/>
              </a:defRPr>
            </a:lvl8pPr>
            <a:lvl9pPr indent="-228600" lvl="8" marL="4114800" algn="l">
              <a:lnSpc>
                <a:spcPct val="90000"/>
              </a:lnSpc>
              <a:spcBef>
                <a:spcPts val="500"/>
              </a:spcBef>
              <a:spcAft>
                <a:spcPts val="0"/>
              </a:spcAft>
              <a:buClr>
                <a:schemeClr val="lt1"/>
              </a:buClr>
              <a:buSzPts val="1600"/>
              <a:buNone/>
              <a:defRPr b="1" sz="1600">
                <a:latin typeface="Manrope ExtraBold"/>
                <a:ea typeface="Manrope ExtraBold"/>
                <a:cs typeface="Manrope ExtraBold"/>
                <a:sym typeface="Manrope ExtraBold"/>
              </a:defRPr>
            </a:lvl9pPr>
          </a:lstStyle>
          <a:p/>
        </p:txBody>
      </p:sp>
      <p:sp>
        <p:nvSpPr>
          <p:cNvPr id="104" name="Google Shape;104;p22"/>
          <p:cNvSpPr txBox="1"/>
          <p:nvPr>
            <p:ph idx="10" type="dt"/>
          </p:nvPr>
        </p:nvSpPr>
        <p:spPr>
          <a:xfrm>
            <a:off x="69596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2"/>
          <p:cNvSpPr txBox="1"/>
          <p:nvPr>
            <p:ph idx="12" type="sldNum"/>
          </p:nvPr>
        </p:nvSpPr>
        <p:spPr>
          <a:xfrm>
            <a:off x="875398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showMasterSp="0">
  <p:cSld name="End Slide">
    <p:spTree>
      <p:nvGrpSpPr>
        <p:cNvPr id="107" name="Shape 107"/>
        <p:cNvGrpSpPr/>
        <p:nvPr/>
      </p:nvGrpSpPr>
      <p:grpSpPr>
        <a:xfrm>
          <a:off x="0" y="0"/>
          <a:ext cx="0" cy="0"/>
          <a:chOff x="0" y="0"/>
          <a:chExt cx="0" cy="0"/>
        </a:xfrm>
      </p:grpSpPr>
      <p:sp>
        <p:nvSpPr>
          <p:cNvPr id="108" name="Google Shape;108;p23"/>
          <p:cNvSpPr/>
          <p:nvPr/>
        </p:nvSpPr>
        <p:spPr>
          <a:xfrm flipH="1">
            <a:off x="4366409" y="4651474"/>
            <a:ext cx="7824991" cy="2206526"/>
          </a:xfrm>
          <a:custGeom>
            <a:rect b="b" l="l" r="r" t="t"/>
            <a:pathLst>
              <a:path extrusionOk="0" h="2206526" w="7824991">
                <a:moveTo>
                  <a:pt x="2886067" y="0"/>
                </a:moveTo>
                <a:cubicBezTo>
                  <a:pt x="1858628" y="0"/>
                  <a:pt x="885903" y="233212"/>
                  <a:pt x="18386" y="649365"/>
                </a:cubicBezTo>
                <a:lnTo>
                  <a:pt x="0" y="658740"/>
                </a:lnTo>
                <a:lnTo>
                  <a:pt x="0" y="2206526"/>
                </a:lnTo>
                <a:lnTo>
                  <a:pt x="7824991" y="2206526"/>
                </a:lnTo>
                <a:lnTo>
                  <a:pt x="7782277" y="2157434"/>
                </a:lnTo>
                <a:cubicBezTo>
                  <a:pt x="6572291" y="832077"/>
                  <a:pt x="4826784" y="0"/>
                  <a:pt x="2886067" y="0"/>
                </a:cubicBezTo>
                <a:close/>
              </a:path>
            </a:pathLst>
          </a:custGeom>
          <a:solidFill>
            <a:srgbClr val="FFD4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ato"/>
              <a:ea typeface="Lato"/>
              <a:cs typeface="Lato"/>
              <a:sym typeface="Lato"/>
            </a:endParaRPr>
          </a:p>
        </p:txBody>
      </p:sp>
      <p:pic>
        <p:nvPicPr>
          <p:cNvPr id="109" name="Google Shape;109;p23"/>
          <p:cNvPicPr preferRelativeResize="0"/>
          <p:nvPr/>
        </p:nvPicPr>
        <p:blipFill rotWithShape="1">
          <a:blip r:embed="rId2">
            <a:alphaModFix/>
          </a:blip>
          <a:srcRect b="0" l="0" r="0" t="0"/>
          <a:stretch/>
        </p:blipFill>
        <p:spPr>
          <a:xfrm>
            <a:off x="8926992" y="3054096"/>
            <a:ext cx="3264408" cy="3803904"/>
          </a:xfrm>
          <a:prstGeom prst="rect">
            <a:avLst/>
          </a:prstGeom>
          <a:noFill/>
          <a:ln>
            <a:noFill/>
          </a:ln>
        </p:spPr>
      </p:pic>
      <p:sp>
        <p:nvSpPr>
          <p:cNvPr id="110" name="Google Shape;110;p23"/>
          <p:cNvSpPr/>
          <p:nvPr/>
        </p:nvSpPr>
        <p:spPr>
          <a:xfrm flipH="1">
            <a:off x="3440162" y="-1"/>
            <a:ext cx="715553" cy="227208"/>
          </a:xfrm>
          <a:custGeom>
            <a:rect b="b" l="l" r="r" t="t"/>
            <a:pathLst>
              <a:path extrusionOk="0" h="227208" w="715553">
                <a:moveTo>
                  <a:pt x="715553" y="0"/>
                </a:moveTo>
                <a:lnTo>
                  <a:pt x="0" y="0"/>
                </a:lnTo>
                <a:lnTo>
                  <a:pt x="560" y="1717"/>
                </a:lnTo>
                <a:cubicBezTo>
                  <a:pt x="59414" y="134229"/>
                  <a:pt x="197194" y="227208"/>
                  <a:pt x="357777" y="227208"/>
                </a:cubicBezTo>
                <a:cubicBezTo>
                  <a:pt x="518360" y="227208"/>
                  <a:pt x="656140" y="134229"/>
                  <a:pt x="714993" y="1717"/>
                </a:cubicBezTo>
                <a:close/>
              </a:path>
            </a:pathLst>
          </a:custGeom>
          <a:solidFill>
            <a:srgbClr val="FFD4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ato"/>
              <a:ea typeface="Lato"/>
              <a:cs typeface="Lato"/>
              <a:sym typeface="Lato"/>
            </a:endParaRPr>
          </a:p>
        </p:txBody>
      </p:sp>
      <p:sp>
        <p:nvSpPr>
          <p:cNvPr id="111" name="Google Shape;111;p23"/>
          <p:cNvSpPr txBox="1"/>
          <p:nvPr>
            <p:ph type="ctrTitle"/>
          </p:nvPr>
        </p:nvSpPr>
        <p:spPr>
          <a:xfrm>
            <a:off x="1273464" y="1221168"/>
            <a:ext cx="10515000" cy="2212848"/>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lt1"/>
              </a:buClr>
              <a:buSzPts val="6000"/>
              <a:buFont typeface="Manrope ExtraBold"/>
              <a:buNone/>
              <a:defRPr b="0" sz="6000">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23"/>
          <p:cNvSpPr txBox="1"/>
          <p:nvPr>
            <p:ph idx="1" type="body"/>
          </p:nvPr>
        </p:nvSpPr>
        <p:spPr>
          <a:xfrm>
            <a:off x="1318895" y="4236085"/>
            <a:ext cx="9020175" cy="165989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000"/>
              </a:spcBef>
              <a:spcAft>
                <a:spcPts val="0"/>
              </a:spcAft>
              <a:buClr>
                <a:schemeClr val="lt1"/>
              </a:buClr>
              <a:buSzPts val="2000"/>
              <a:buNone/>
              <a:defRPr sz="2000">
                <a:latin typeface="Lato"/>
                <a:ea typeface="Lato"/>
                <a:cs typeface="Lato"/>
                <a:sym typeface="Lato"/>
              </a:defRPr>
            </a:lvl1pPr>
            <a:lvl2pPr indent="-342900" lvl="1" marL="914400" algn="l">
              <a:lnSpc>
                <a:spcPct val="130000"/>
              </a:lnSpc>
              <a:spcBef>
                <a:spcPts val="0"/>
              </a:spcBef>
              <a:spcAft>
                <a:spcPts val="0"/>
              </a:spcAft>
              <a:buClr>
                <a:srgbClr val="FEFEFE"/>
              </a:buClr>
              <a:buSzPts val="1800"/>
              <a:buChar char="•"/>
              <a:defRPr/>
            </a:lvl2pPr>
            <a:lvl3pPr indent="-342900" lvl="2" marL="1371600" algn="l">
              <a:lnSpc>
                <a:spcPct val="130000"/>
              </a:lnSpc>
              <a:spcBef>
                <a:spcPts val="0"/>
              </a:spcBef>
              <a:spcAft>
                <a:spcPts val="0"/>
              </a:spcAft>
              <a:buClr>
                <a:srgbClr val="FEFEFE"/>
              </a:buClr>
              <a:buSzPts val="1800"/>
              <a:buChar char="•"/>
              <a:defRPr/>
            </a:lvl3pPr>
            <a:lvl4pPr indent="-342900" lvl="3" marL="1828800" algn="l">
              <a:lnSpc>
                <a:spcPct val="130000"/>
              </a:lnSpc>
              <a:spcBef>
                <a:spcPts val="0"/>
              </a:spcBef>
              <a:spcAft>
                <a:spcPts val="0"/>
              </a:spcAft>
              <a:buClr>
                <a:srgbClr val="FEFEFE"/>
              </a:buClr>
              <a:buSzPts val="1800"/>
              <a:buChar char="•"/>
              <a:defRPr/>
            </a:lvl4pPr>
            <a:lvl5pPr indent="-342900" lvl="4" marL="2286000" algn="l">
              <a:lnSpc>
                <a:spcPct val="130000"/>
              </a:lnSpc>
              <a:spcBef>
                <a:spcPts val="0"/>
              </a:spcBef>
              <a:spcAft>
                <a:spcPts val="0"/>
              </a:spcAft>
              <a:buClr>
                <a:srgbClr val="FEFEFE"/>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3" name="Google Shape;113;p23"/>
          <p:cNvSpPr txBox="1"/>
          <p:nvPr>
            <p:ph idx="10" type="dt"/>
          </p:nvPr>
        </p:nvSpPr>
        <p:spPr>
          <a:xfrm>
            <a:off x="69596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23"/>
          <p:cNvSpPr txBox="1"/>
          <p:nvPr>
            <p:ph idx="12" type="sldNum"/>
          </p:nvPr>
        </p:nvSpPr>
        <p:spPr>
          <a:xfrm>
            <a:off x="875398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p:cSld name="仅标题">
    <p:spTree>
      <p:nvGrpSpPr>
        <p:cNvPr id="125" name="Shape 125"/>
        <p:cNvGrpSpPr/>
        <p:nvPr/>
      </p:nvGrpSpPr>
      <p:grpSpPr>
        <a:xfrm>
          <a:off x="0" y="0"/>
          <a:ext cx="0" cy="0"/>
          <a:chOff x="0" y="0"/>
          <a:chExt cx="0" cy="0"/>
        </a:xfrm>
      </p:grpSpPr>
      <p:sp>
        <p:nvSpPr>
          <p:cNvPr id="126" name="Google Shape;126;p13"/>
          <p:cNvSpPr txBox="1"/>
          <p:nvPr>
            <p:ph type="title"/>
          </p:nvPr>
        </p:nvSpPr>
        <p:spPr>
          <a:xfrm>
            <a:off x="696000" y="394405"/>
            <a:ext cx="10800000" cy="792000"/>
          </a:xfrm>
          <a:prstGeom prst="rect">
            <a:avLst/>
          </a:prstGeom>
          <a:noFill/>
          <a:ln>
            <a:noFill/>
          </a:ln>
        </p:spPr>
        <p:txBody>
          <a:bodyPr anchorCtr="0" anchor="ctr" bIns="0" lIns="0" spcFirstLastPara="1" rIns="0" wrap="square" tIns="0">
            <a:normAutofit/>
          </a:bodyPr>
          <a:lstStyle>
            <a:lvl1pPr lvl="0" algn="ctr">
              <a:lnSpc>
                <a:spcPct val="100000"/>
              </a:lnSpc>
              <a:spcBef>
                <a:spcPts val="0"/>
              </a:spcBef>
              <a:spcAft>
                <a:spcPts val="0"/>
              </a:spcAft>
              <a:buClr>
                <a:srgbClr val="FEFEFE"/>
              </a:buClr>
              <a:buSzPts val="3200"/>
              <a:buFont typeface="Manrope ExtraBold"/>
              <a:buNone/>
              <a:defRPr sz="3200">
                <a:solidFill>
                  <a:srgbClr val="FEFEFE"/>
                </a:solidFill>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p13"/>
          <p:cNvSpPr txBox="1"/>
          <p:nvPr>
            <p:ph idx="10" type="dt"/>
          </p:nvPr>
        </p:nvSpPr>
        <p:spPr>
          <a:xfrm>
            <a:off x="69596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13"/>
          <p:cNvSpPr txBox="1"/>
          <p:nvPr>
            <p:ph idx="12" type="sldNum"/>
          </p:nvPr>
        </p:nvSpPr>
        <p:spPr>
          <a:xfrm>
            <a:off x="875398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Arial"/>
                <a:ea typeface="Arial"/>
                <a:cs typeface="Arial"/>
                <a:sym typeface="Arial"/>
              </a:defRPr>
            </a:lvl1pPr>
            <a:lvl2pPr indent="0" lvl="1" marL="0" algn="r">
              <a:spcBef>
                <a:spcPts val="0"/>
              </a:spcBef>
              <a:buNone/>
              <a:defRPr sz="1200">
                <a:solidFill>
                  <a:schemeClr val="lt1"/>
                </a:solidFill>
                <a:latin typeface="Arial"/>
                <a:ea typeface="Arial"/>
                <a:cs typeface="Arial"/>
                <a:sym typeface="Arial"/>
              </a:defRPr>
            </a:lvl2pPr>
            <a:lvl3pPr indent="0" lvl="2" marL="0" algn="r">
              <a:spcBef>
                <a:spcPts val="0"/>
              </a:spcBef>
              <a:buNone/>
              <a:defRPr sz="1200">
                <a:solidFill>
                  <a:schemeClr val="lt1"/>
                </a:solidFill>
                <a:latin typeface="Arial"/>
                <a:ea typeface="Arial"/>
                <a:cs typeface="Arial"/>
                <a:sym typeface="Arial"/>
              </a:defRPr>
            </a:lvl3pPr>
            <a:lvl4pPr indent="0" lvl="3" marL="0" algn="r">
              <a:spcBef>
                <a:spcPts val="0"/>
              </a:spcBef>
              <a:buNone/>
              <a:defRPr sz="1200">
                <a:solidFill>
                  <a:schemeClr val="lt1"/>
                </a:solidFill>
                <a:latin typeface="Arial"/>
                <a:ea typeface="Arial"/>
                <a:cs typeface="Arial"/>
                <a:sym typeface="Arial"/>
              </a:defRPr>
            </a:lvl4pPr>
            <a:lvl5pPr indent="0" lvl="4" marL="0" algn="r">
              <a:spcBef>
                <a:spcPts val="0"/>
              </a:spcBef>
              <a:buNone/>
              <a:defRPr sz="1200">
                <a:solidFill>
                  <a:schemeClr val="lt1"/>
                </a:solidFill>
                <a:latin typeface="Arial"/>
                <a:ea typeface="Arial"/>
                <a:cs typeface="Arial"/>
                <a:sym typeface="Arial"/>
              </a:defRPr>
            </a:lvl5pPr>
            <a:lvl6pPr indent="0" lvl="5" marL="0" algn="r">
              <a:spcBef>
                <a:spcPts val="0"/>
              </a:spcBef>
              <a:buNone/>
              <a:defRPr sz="1200">
                <a:solidFill>
                  <a:schemeClr val="lt1"/>
                </a:solidFill>
                <a:latin typeface="Arial"/>
                <a:ea typeface="Arial"/>
                <a:cs typeface="Arial"/>
                <a:sym typeface="Arial"/>
              </a:defRPr>
            </a:lvl6pPr>
            <a:lvl7pPr indent="0" lvl="6" marL="0" algn="r">
              <a:spcBef>
                <a:spcPts val="0"/>
              </a:spcBef>
              <a:buNone/>
              <a:defRPr sz="1200">
                <a:solidFill>
                  <a:schemeClr val="lt1"/>
                </a:solidFill>
                <a:latin typeface="Arial"/>
                <a:ea typeface="Arial"/>
                <a:cs typeface="Arial"/>
                <a:sym typeface="Arial"/>
              </a:defRPr>
            </a:lvl7pPr>
            <a:lvl8pPr indent="0" lvl="7" marL="0" algn="r">
              <a:spcBef>
                <a:spcPts val="0"/>
              </a:spcBef>
              <a:buNone/>
              <a:defRPr sz="1200">
                <a:solidFill>
                  <a:schemeClr val="lt1"/>
                </a:solidFill>
                <a:latin typeface="Arial"/>
                <a:ea typeface="Arial"/>
                <a:cs typeface="Arial"/>
                <a:sym typeface="Arial"/>
              </a:defRPr>
            </a:lvl8pPr>
            <a:lvl9pPr indent="0" lvl="8" marL="0" algn="r">
              <a:spcBef>
                <a:spcPts val="0"/>
              </a:spcBef>
              <a:buNone/>
              <a:defRPr sz="12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130" name="Shape 130"/>
        <p:cNvGrpSpPr/>
        <p:nvPr/>
      </p:nvGrpSpPr>
      <p:grpSpPr>
        <a:xfrm>
          <a:off x="0" y="0"/>
          <a:ext cx="0" cy="0"/>
          <a:chOff x="0" y="0"/>
          <a:chExt cx="0" cy="0"/>
        </a:xfrm>
      </p:grpSpPr>
      <p:sp>
        <p:nvSpPr>
          <p:cNvPr id="131" name="Google Shape;131;p24"/>
          <p:cNvSpPr txBox="1"/>
          <p:nvPr>
            <p:ph idx="10" type="dt"/>
          </p:nvPr>
        </p:nvSpPr>
        <p:spPr>
          <a:xfrm>
            <a:off x="69596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24"/>
          <p:cNvSpPr txBox="1"/>
          <p:nvPr>
            <p:ph idx="12" type="sldNum"/>
          </p:nvPr>
        </p:nvSpPr>
        <p:spPr>
          <a:xfrm>
            <a:off x="875398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1.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 name="Shape 9"/>
        <p:cNvGrpSpPr/>
        <p:nvPr/>
      </p:nvGrpSpPr>
      <p:grpSpPr>
        <a:xfrm>
          <a:off x="0" y="0"/>
          <a:ext cx="0" cy="0"/>
          <a:chOff x="0" y="0"/>
          <a:chExt cx="0" cy="0"/>
        </a:xfrm>
      </p:grpSpPr>
      <p:sp>
        <p:nvSpPr>
          <p:cNvPr id="10" name="Google Shape;10;p8"/>
          <p:cNvSpPr/>
          <p:nvPr/>
        </p:nvSpPr>
        <p:spPr>
          <a:xfrm flipH="1">
            <a:off x="0" y="2650409"/>
            <a:ext cx="309221" cy="759779"/>
          </a:xfrm>
          <a:custGeom>
            <a:rect b="b" l="l" r="r" t="t"/>
            <a:pathLst>
              <a:path extrusionOk="0" h="759779" w="309221">
                <a:moveTo>
                  <a:pt x="309221" y="0"/>
                </a:moveTo>
                <a:lnTo>
                  <a:pt x="308399" y="84"/>
                </a:lnTo>
                <a:cubicBezTo>
                  <a:pt x="132396" y="36233"/>
                  <a:pt x="0" y="192542"/>
                  <a:pt x="0" y="379889"/>
                </a:cubicBezTo>
                <a:cubicBezTo>
                  <a:pt x="0" y="567236"/>
                  <a:pt x="132396" y="723546"/>
                  <a:pt x="308399" y="759696"/>
                </a:cubicBezTo>
                <a:lnTo>
                  <a:pt x="309221" y="759779"/>
                </a:lnTo>
                <a:close/>
              </a:path>
            </a:pathLst>
          </a:custGeom>
          <a:solidFill>
            <a:srgbClr val="FFD4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1" name="Google Shape;11;p8"/>
          <p:cNvSpPr txBox="1"/>
          <p:nvPr>
            <p:ph type="title"/>
          </p:nvPr>
        </p:nvSpPr>
        <p:spPr>
          <a:xfrm>
            <a:off x="695960" y="360000"/>
            <a:ext cx="10800000" cy="720000"/>
          </a:xfrm>
          <a:prstGeom prst="rect">
            <a:avLst/>
          </a:prstGeom>
          <a:noFill/>
          <a:ln>
            <a:noFill/>
          </a:ln>
        </p:spPr>
        <p:txBody>
          <a:bodyPr anchorCtr="0" anchor="ctr" bIns="0" lIns="0" spcFirstLastPara="1" rIns="0" wrap="square" tIns="0">
            <a:normAutofit/>
          </a:bodyPr>
          <a:lstStyle>
            <a:lvl1pPr lvl="0" marR="0" rtl="0" algn="l">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8"/>
          <p:cNvSpPr txBox="1"/>
          <p:nvPr>
            <p:ph idx="10" type="dt"/>
          </p:nvPr>
        </p:nvSpPr>
        <p:spPr>
          <a:xfrm>
            <a:off x="69596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Lato"/>
                <a:ea typeface="Lato"/>
                <a:cs typeface="Lato"/>
                <a:sym typeface="Lato"/>
              </a:defRPr>
            </a:lvl2pPr>
            <a:lvl3pPr lvl="2" marR="0" rtl="0" algn="l">
              <a:spcBef>
                <a:spcPts val="0"/>
              </a:spcBef>
              <a:spcAft>
                <a:spcPts val="0"/>
              </a:spcAft>
              <a:buSzPts val="1400"/>
              <a:buNone/>
              <a:defRPr b="0" i="0" sz="1800" u="none" cap="none" strike="noStrike">
                <a:solidFill>
                  <a:schemeClr val="lt1"/>
                </a:solidFill>
                <a:latin typeface="Lato"/>
                <a:ea typeface="Lato"/>
                <a:cs typeface="Lato"/>
                <a:sym typeface="Lato"/>
              </a:defRPr>
            </a:lvl3pPr>
            <a:lvl4pPr lvl="3" marR="0" rtl="0" algn="l">
              <a:spcBef>
                <a:spcPts val="0"/>
              </a:spcBef>
              <a:spcAft>
                <a:spcPts val="0"/>
              </a:spcAft>
              <a:buSzPts val="1400"/>
              <a:buNone/>
              <a:defRPr b="0" i="0" sz="1800" u="none" cap="none" strike="noStrike">
                <a:solidFill>
                  <a:schemeClr val="lt1"/>
                </a:solidFill>
                <a:latin typeface="Lato"/>
                <a:ea typeface="Lato"/>
                <a:cs typeface="Lato"/>
                <a:sym typeface="Lato"/>
              </a:defRPr>
            </a:lvl4pPr>
            <a:lvl5pPr lvl="4" marR="0" rtl="0" algn="l">
              <a:spcBef>
                <a:spcPts val="0"/>
              </a:spcBef>
              <a:spcAft>
                <a:spcPts val="0"/>
              </a:spcAft>
              <a:buSzPts val="1400"/>
              <a:buNone/>
              <a:defRPr b="0" i="0" sz="1800" u="none" cap="none" strike="noStrike">
                <a:solidFill>
                  <a:schemeClr val="lt1"/>
                </a:solidFill>
                <a:latin typeface="Lato"/>
                <a:ea typeface="Lato"/>
                <a:cs typeface="Lato"/>
                <a:sym typeface="Lato"/>
              </a:defRPr>
            </a:lvl5pPr>
            <a:lvl6pPr lvl="5" marR="0" rtl="0" algn="l">
              <a:spcBef>
                <a:spcPts val="0"/>
              </a:spcBef>
              <a:spcAft>
                <a:spcPts val="0"/>
              </a:spcAft>
              <a:buSzPts val="1400"/>
              <a:buNone/>
              <a:defRPr b="0" i="0" sz="1800" u="none" cap="none" strike="noStrike">
                <a:solidFill>
                  <a:schemeClr val="lt1"/>
                </a:solidFill>
                <a:latin typeface="Lato"/>
                <a:ea typeface="Lato"/>
                <a:cs typeface="Lato"/>
                <a:sym typeface="Lato"/>
              </a:defRPr>
            </a:lvl6pPr>
            <a:lvl7pPr lvl="6" marR="0" rtl="0" algn="l">
              <a:spcBef>
                <a:spcPts val="0"/>
              </a:spcBef>
              <a:spcAft>
                <a:spcPts val="0"/>
              </a:spcAft>
              <a:buSzPts val="1400"/>
              <a:buNone/>
              <a:defRPr b="0" i="0" sz="1800" u="none" cap="none" strike="noStrike">
                <a:solidFill>
                  <a:schemeClr val="lt1"/>
                </a:solidFill>
                <a:latin typeface="Lato"/>
                <a:ea typeface="Lato"/>
                <a:cs typeface="Lato"/>
                <a:sym typeface="Lato"/>
              </a:defRPr>
            </a:lvl7pPr>
            <a:lvl8pPr lvl="7" marR="0" rtl="0" algn="l">
              <a:spcBef>
                <a:spcPts val="0"/>
              </a:spcBef>
              <a:spcAft>
                <a:spcPts val="0"/>
              </a:spcAft>
              <a:buSzPts val="1400"/>
              <a:buNone/>
              <a:defRPr b="0" i="0" sz="1800" u="none" cap="none" strike="noStrike">
                <a:solidFill>
                  <a:schemeClr val="lt1"/>
                </a:solidFill>
                <a:latin typeface="Lato"/>
                <a:ea typeface="Lato"/>
                <a:cs typeface="Lato"/>
                <a:sym typeface="Lato"/>
              </a:defRPr>
            </a:lvl8pPr>
            <a:lvl9pPr lvl="8" marR="0" rtl="0" algn="l">
              <a:spcBef>
                <a:spcPts val="0"/>
              </a:spcBef>
              <a:spcAft>
                <a:spcPts val="0"/>
              </a:spcAft>
              <a:buSzPts val="1400"/>
              <a:buNone/>
              <a:defRPr b="0" i="0" sz="1800" u="none" cap="none" strike="noStrike">
                <a:solidFill>
                  <a:schemeClr val="lt1"/>
                </a:solidFill>
                <a:latin typeface="Lato"/>
                <a:ea typeface="Lato"/>
                <a:cs typeface="Lato"/>
                <a:sym typeface="Lato"/>
              </a:defRPr>
            </a:lvl9pPr>
          </a:lstStyle>
          <a:p/>
        </p:txBody>
      </p:sp>
      <p:sp>
        <p:nvSpPr>
          <p:cNvPr id="13" name="Google Shape;13;p8"/>
          <p:cNvSpPr/>
          <p:nvPr/>
        </p:nvSpPr>
        <p:spPr>
          <a:xfrm flipH="1">
            <a:off x="11374755" y="6016625"/>
            <a:ext cx="817245" cy="841375"/>
          </a:xfrm>
          <a:custGeom>
            <a:rect b="b" l="l" r="r" t="t"/>
            <a:pathLst>
              <a:path extrusionOk="0" h="1799413" w="1751569">
                <a:moveTo>
                  <a:pt x="396103" y="0"/>
                </a:moveTo>
                <a:cubicBezTo>
                  <a:pt x="302528" y="0"/>
                  <a:pt x="211167" y="9507"/>
                  <a:pt x="122929" y="27610"/>
                </a:cubicBezTo>
                <a:lnTo>
                  <a:pt x="0" y="59302"/>
                </a:lnTo>
                <a:lnTo>
                  <a:pt x="0" y="1799413"/>
                </a:lnTo>
                <a:lnTo>
                  <a:pt x="1677388" y="1799413"/>
                </a:lnTo>
                <a:lnTo>
                  <a:pt x="1690630" y="1763137"/>
                </a:lnTo>
                <a:cubicBezTo>
                  <a:pt x="1730234" y="1635474"/>
                  <a:pt x="1751569" y="1499740"/>
                  <a:pt x="1751569" y="1359010"/>
                </a:cubicBezTo>
                <a:cubicBezTo>
                  <a:pt x="1751569" y="608450"/>
                  <a:pt x="1144707" y="0"/>
                  <a:pt x="396103" y="0"/>
                </a:cubicBezTo>
                <a:close/>
              </a:path>
            </a:pathLst>
          </a:custGeom>
          <a:solidFill>
            <a:srgbClr val="FFD4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4" name="Google Shape;14;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Lato"/>
                <a:ea typeface="Lato"/>
                <a:cs typeface="Lato"/>
                <a:sym typeface="Lato"/>
              </a:defRPr>
            </a:lvl2pPr>
            <a:lvl3pPr lvl="2" marR="0" rtl="0" algn="l">
              <a:spcBef>
                <a:spcPts val="0"/>
              </a:spcBef>
              <a:spcAft>
                <a:spcPts val="0"/>
              </a:spcAft>
              <a:buSzPts val="1400"/>
              <a:buNone/>
              <a:defRPr b="0" i="0" sz="1800" u="none" cap="none" strike="noStrike">
                <a:solidFill>
                  <a:schemeClr val="lt1"/>
                </a:solidFill>
                <a:latin typeface="Lato"/>
                <a:ea typeface="Lato"/>
                <a:cs typeface="Lato"/>
                <a:sym typeface="Lato"/>
              </a:defRPr>
            </a:lvl3pPr>
            <a:lvl4pPr lvl="3" marR="0" rtl="0" algn="l">
              <a:spcBef>
                <a:spcPts val="0"/>
              </a:spcBef>
              <a:spcAft>
                <a:spcPts val="0"/>
              </a:spcAft>
              <a:buSzPts val="1400"/>
              <a:buNone/>
              <a:defRPr b="0" i="0" sz="1800" u="none" cap="none" strike="noStrike">
                <a:solidFill>
                  <a:schemeClr val="lt1"/>
                </a:solidFill>
                <a:latin typeface="Lato"/>
                <a:ea typeface="Lato"/>
                <a:cs typeface="Lato"/>
                <a:sym typeface="Lato"/>
              </a:defRPr>
            </a:lvl4pPr>
            <a:lvl5pPr lvl="4" marR="0" rtl="0" algn="l">
              <a:spcBef>
                <a:spcPts val="0"/>
              </a:spcBef>
              <a:spcAft>
                <a:spcPts val="0"/>
              </a:spcAft>
              <a:buSzPts val="1400"/>
              <a:buNone/>
              <a:defRPr b="0" i="0" sz="1800" u="none" cap="none" strike="noStrike">
                <a:solidFill>
                  <a:schemeClr val="lt1"/>
                </a:solidFill>
                <a:latin typeface="Lato"/>
                <a:ea typeface="Lato"/>
                <a:cs typeface="Lato"/>
                <a:sym typeface="Lato"/>
              </a:defRPr>
            </a:lvl5pPr>
            <a:lvl6pPr lvl="5" marR="0" rtl="0" algn="l">
              <a:spcBef>
                <a:spcPts val="0"/>
              </a:spcBef>
              <a:spcAft>
                <a:spcPts val="0"/>
              </a:spcAft>
              <a:buSzPts val="1400"/>
              <a:buNone/>
              <a:defRPr b="0" i="0" sz="1800" u="none" cap="none" strike="noStrike">
                <a:solidFill>
                  <a:schemeClr val="lt1"/>
                </a:solidFill>
                <a:latin typeface="Lato"/>
                <a:ea typeface="Lato"/>
                <a:cs typeface="Lato"/>
                <a:sym typeface="Lato"/>
              </a:defRPr>
            </a:lvl6pPr>
            <a:lvl7pPr lvl="6" marR="0" rtl="0" algn="l">
              <a:spcBef>
                <a:spcPts val="0"/>
              </a:spcBef>
              <a:spcAft>
                <a:spcPts val="0"/>
              </a:spcAft>
              <a:buSzPts val="1400"/>
              <a:buNone/>
              <a:defRPr b="0" i="0" sz="1800" u="none" cap="none" strike="noStrike">
                <a:solidFill>
                  <a:schemeClr val="lt1"/>
                </a:solidFill>
                <a:latin typeface="Lato"/>
                <a:ea typeface="Lato"/>
                <a:cs typeface="Lato"/>
                <a:sym typeface="Lato"/>
              </a:defRPr>
            </a:lvl7pPr>
            <a:lvl8pPr lvl="7" marR="0" rtl="0" algn="l">
              <a:spcBef>
                <a:spcPts val="0"/>
              </a:spcBef>
              <a:spcAft>
                <a:spcPts val="0"/>
              </a:spcAft>
              <a:buSzPts val="1400"/>
              <a:buNone/>
              <a:defRPr b="0" i="0" sz="1800" u="none" cap="none" strike="noStrike">
                <a:solidFill>
                  <a:schemeClr val="lt1"/>
                </a:solidFill>
                <a:latin typeface="Lato"/>
                <a:ea typeface="Lato"/>
                <a:cs typeface="Lato"/>
                <a:sym typeface="Lato"/>
              </a:defRPr>
            </a:lvl8pPr>
            <a:lvl9pPr lvl="8" marR="0" rtl="0" algn="l">
              <a:spcBef>
                <a:spcPts val="0"/>
              </a:spcBef>
              <a:spcAft>
                <a:spcPts val="0"/>
              </a:spcAft>
              <a:buSzPts val="1400"/>
              <a:buNone/>
              <a:defRPr b="0" i="0" sz="1800" u="none" cap="none" strike="noStrike">
                <a:solidFill>
                  <a:schemeClr val="lt1"/>
                </a:solidFill>
                <a:latin typeface="Lato"/>
                <a:ea typeface="Lato"/>
                <a:cs typeface="Lato"/>
                <a:sym typeface="Lato"/>
              </a:defRPr>
            </a:lvl9pPr>
          </a:lstStyle>
          <a:p/>
        </p:txBody>
      </p:sp>
      <p:sp>
        <p:nvSpPr>
          <p:cNvPr id="15" name="Google Shape;15;p8"/>
          <p:cNvSpPr txBox="1"/>
          <p:nvPr>
            <p:ph idx="12" type="sldNum"/>
          </p:nvPr>
        </p:nvSpPr>
        <p:spPr>
          <a:xfrm>
            <a:off x="8753983"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sz="1200" u="none">
                <a:solidFill>
                  <a:schemeClr val="lt1"/>
                </a:solidFill>
                <a:latin typeface="Arial"/>
                <a:ea typeface="Arial"/>
                <a:cs typeface="Arial"/>
                <a:sym typeface="Arial"/>
              </a:defRPr>
            </a:lvl1pPr>
            <a:lvl2pPr indent="0" lvl="1" marL="0" marR="0" rtl="0" algn="r">
              <a:spcBef>
                <a:spcPts val="0"/>
              </a:spcBef>
              <a:buNone/>
              <a:defRPr b="0" sz="1200" u="none">
                <a:solidFill>
                  <a:schemeClr val="lt1"/>
                </a:solidFill>
                <a:latin typeface="Arial"/>
                <a:ea typeface="Arial"/>
                <a:cs typeface="Arial"/>
                <a:sym typeface="Arial"/>
              </a:defRPr>
            </a:lvl2pPr>
            <a:lvl3pPr indent="0" lvl="2" marL="0" marR="0" rtl="0" algn="r">
              <a:spcBef>
                <a:spcPts val="0"/>
              </a:spcBef>
              <a:buNone/>
              <a:defRPr b="0" sz="1200" u="none">
                <a:solidFill>
                  <a:schemeClr val="lt1"/>
                </a:solidFill>
                <a:latin typeface="Arial"/>
                <a:ea typeface="Arial"/>
                <a:cs typeface="Arial"/>
                <a:sym typeface="Arial"/>
              </a:defRPr>
            </a:lvl3pPr>
            <a:lvl4pPr indent="0" lvl="3" marL="0" marR="0" rtl="0" algn="r">
              <a:spcBef>
                <a:spcPts val="0"/>
              </a:spcBef>
              <a:buNone/>
              <a:defRPr b="0" sz="1200" u="none">
                <a:solidFill>
                  <a:schemeClr val="lt1"/>
                </a:solidFill>
                <a:latin typeface="Arial"/>
                <a:ea typeface="Arial"/>
                <a:cs typeface="Arial"/>
                <a:sym typeface="Arial"/>
              </a:defRPr>
            </a:lvl4pPr>
            <a:lvl5pPr indent="0" lvl="4" marL="0" marR="0" rtl="0" algn="r">
              <a:spcBef>
                <a:spcPts val="0"/>
              </a:spcBef>
              <a:buNone/>
              <a:defRPr b="0" sz="1200" u="none">
                <a:solidFill>
                  <a:schemeClr val="lt1"/>
                </a:solidFill>
                <a:latin typeface="Arial"/>
                <a:ea typeface="Arial"/>
                <a:cs typeface="Arial"/>
                <a:sym typeface="Arial"/>
              </a:defRPr>
            </a:lvl5pPr>
            <a:lvl6pPr indent="0" lvl="5" marL="0" marR="0" rtl="0" algn="r">
              <a:spcBef>
                <a:spcPts val="0"/>
              </a:spcBef>
              <a:buNone/>
              <a:defRPr b="0" sz="1200" u="none">
                <a:solidFill>
                  <a:schemeClr val="lt1"/>
                </a:solidFill>
                <a:latin typeface="Arial"/>
                <a:ea typeface="Arial"/>
                <a:cs typeface="Arial"/>
                <a:sym typeface="Arial"/>
              </a:defRPr>
            </a:lvl6pPr>
            <a:lvl7pPr indent="0" lvl="6" marL="0" marR="0" rtl="0" algn="r">
              <a:spcBef>
                <a:spcPts val="0"/>
              </a:spcBef>
              <a:buNone/>
              <a:defRPr b="0" sz="1200" u="none">
                <a:solidFill>
                  <a:schemeClr val="lt1"/>
                </a:solidFill>
                <a:latin typeface="Arial"/>
                <a:ea typeface="Arial"/>
                <a:cs typeface="Arial"/>
                <a:sym typeface="Arial"/>
              </a:defRPr>
            </a:lvl7pPr>
            <a:lvl8pPr indent="0" lvl="7" marL="0" marR="0" rtl="0" algn="r">
              <a:spcBef>
                <a:spcPts val="0"/>
              </a:spcBef>
              <a:buNone/>
              <a:defRPr b="0" sz="1200" u="none">
                <a:solidFill>
                  <a:schemeClr val="lt1"/>
                </a:solidFill>
                <a:latin typeface="Arial"/>
                <a:ea typeface="Arial"/>
                <a:cs typeface="Arial"/>
                <a:sym typeface="Arial"/>
              </a:defRPr>
            </a:lvl8pPr>
            <a:lvl9pPr indent="0" lvl="8" marL="0" marR="0" rtl="0" algn="r">
              <a:spcBef>
                <a:spcPts val="0"/>
              </a:spcBef>
              <a:buNone/>
              <a:defRPr b="0" sz="12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6" name="Google Shape;16;p8"/>
          <p:cNvSpPr txBox="1"/>
          <p:nvPr>
            <p:ph idx="1" type="body"/>
          </p:nvPr>
        </p:nvSpPr>
        <p:spPr>
          <a:xfrm>
            <a:off x="695960" y="1301749"/>
            <a:ext cx="10800000" cy="4873625"/>
          </a:xfrm>
          <a:prstGeom prst="rect">
            <a:avLst/>
          </a:prstGeom>
          <a:noFill/>
          <a:ln>
            <a:noFill/>
          </a:ln>
        </p:spPr>
        <p:txBody>
          <a:bodyPr anchorCtr="0" anchor="t" bIns="0" lIns="0" spcFirstLastPara="1" rIns="0" wrap="square" tIns="0">
            <a:normAutofit/>
          </a:bodyPr>
          <a:lstStyle>
            <a:lvl1pPr indent="-330200" lvl="0" marL="457200" marR="0" rtl="0" algn="l">
              <a:lnSpc>
                <a:spcPct val="130000"/>
              </a:lnSpc>
              <a:spcBef>
                <a:spcPts val="10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1pPr>
            <a:lvl2pPr indent="-317500" lvl="1" marL="914400" marR="0" rtl="0" algn="l">
              <a:lnSpc>
                <a:spcPct val="130000"/>
              </a:lnSpc>
              <a:spcBef>
                <a:spcPts val="0"/>
              </a:spcBef>
              <a:spcAft>
                <a:spcPts val="0"/>
              </a:spcAft>
              <a:buClr>
                <a:srgbClr val="FEFEFE"/>
              </a:buClr>
              <a:buSzPts val="1400"/>
              <a:buFont typeface="Arial"/>
              <a:buChar char="•"/>
              <a:defRPr b="0" i="0" sz="1400" u="none" cap="none" strike="noStrike">
                <a:solidFill>
                  <a:srgbClr val="FEFEFE"/>
                </a:solidFill>
                <a:latin typeface="Lato"/>
                <a:ea typeface="Lato"/>
                <a:cs typeface="Lato"/>
                <a:sym typeface="Lato"/>
              </a:defRPr>
            </a:lvl2pPr>
            <a:lvl3pPr indent="-304800" lvl="2" marL="1371600" marR="0" rtl="0" algn="l">
              <a:lnSpc>
                <a:spcPct val="130000"/>
              </a:lnSpc>
              <a:spcBef>
                <a:spcPts val="0"/>
              </a:spcBef>
              <a:spcAft>
                <a:spcPts val="0"/>
              </a:spcAft>
              <a:buClr>
                <a:srgbClr val="FEFEFE"/>
              </a:buClr>
              <a:buSzPts val="1200"/>
              <a:buFont typeface="Arial"/>
              <a:buChar char="•"/>
              <a:defRPr b="0" i="0" sz="1200" u="none" cap="none" strike="noStrike">
                <a:solidFill>
                  <a:srgbClr val="FEFEFE"/>
                </a:solidFill>
                <a:latin typeface="Lato"/>
                <a:ea typeface="Lato"/>
                <a:cs typeface="Lato"/>
                <a:sym typeface="Lato"/>
              </a:defRPr>
            </a:lvl3pPr>
            <a:lvl4pPr indent="-298450" lvl="3" marL="1828800" marR="0" rtl="0" algn="l">
              <a:lnSpc>
                <a:spcPct val="130000"/>
              </a:lnSpc>
              <a:spcBef>
                <a:spcPts val="0"/>
              </a:spcBef>
              <a:spcAft>
                <a:spcPts val="0"/>
              </a:spcAft>
              <a:buClr>
                <a:srgbClr val="FEFEFE"/>
              </a:buClr>
              <a:buSzPts val="1100"/>
              <a:buFont typeface="Arial"/>
              <a:buChar char="•"/>
              <a:defRPr b="0" i="0" sz="1100" u="none" cap="none" strike="noStrike">
                <a:solidFill>
                  <a:srgbClr val="FEFEFE"/>
                </a:solidFill>
                <a:latin typeface="Lato"/>
                <a:ea typeface="Lato"/>
                <a:cs typeface="Lato"/>
                <a:sym typeface="Lato"/>
              </a:defRPr>
            </a:lvl4pPr>
            <a:lvl5pPr indent="-295275" lvl="4" marL="2286000" marR="0" rtl="0" algn="l">
              <a:lnSpc>
                <a:spcPct val="130000"/>
              </a:lnSpc>
              <a:spcBef>
                <a:spcPts val="0"/>
              </a:spcBef>
              <a:spcAft>
                <a:spcPts val="0"/>
              </a:spcAft>
              <a:buClr>
                <a:srgbClr val="FEFEFE"/>
              </a:buClr>
              <a:buSzPts val="1050"/>
              <a:buFont typeface="Arial"/>
              <a:buChar char="•"/>
              <a:defRPr b="0" i="0" sz="1050" u="none" cap="none" strike="noStrike">
                <a:solidFill>
                  <a:srgbClr val="FEFEFE"/>
                </a:solidFill>
                <a:latin typeface="Lato"/>
                <a:ea typeface="Lato"/>
                <a:cs typeface="Lato"/>
                <a:sym typeface="Lato"/>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ato"/>
                <a:ea typeface="Lato"/>
                <a:cs typeface="Lato"/>
                <a:sym typeface="Lato"/>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ato"/>
                <a:ea typeface="Lato"/>
                <a:cs typeface="Lato"/>
                <a:sym typeface="Lato"/>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ato"/>
                <a:ea typeface="Lato"/>
                <a:cs typeface="Lato"/>
                <a:sym typeface="Lato"/>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ato"/>
                <a:ea typeface="Lato"/>
                <a:cs typeface="Lato"/>
                <a:sym typeface="Lato"/>
              </a:defRPr>
            </a:lvl9pPr>
          </a:lstStyle>
          <a:p/>
        </p:txBody>
      </p:sp>
      <p:sp>
        <p:nvSpPr>
          <p:cNvPr id="17" name="Google Shape;17;p8"/>
          <p:cNvSpPr/>
          <p:nvPr/>
        </p:nvSpPr>
        <p:spPr>
          <a:xfrm>
            <a:off x="11227435" y="5887085"/>
            <a:ext cx="961390" cy="970915"/>
          </a:xfrm>
          <a:custGeom>
            <a:rect b="b" l="l" r="r" t="t"/>
            <a:pathLst>
              <a:path extrusionOk="0" h="2077480" w="2059866">
                <a:moveTo>
                  <a:pt x="1681060" y="0"/>
                </a:moveTo>
                <a:cubicBezTo>
                  <a:pt x="1797113" y="0"/>
                  <a:pt x="1910419" y="11760"/>
                  <a:pt x="2019852" y="34153"/>
                </a:cubicBezTo>
                <a:lnTo>
                  <a:pt x="2059866" y="44442"/>
                </a:lnTo>
                <a:lnTo>
                  <a:pt x="2059866" y="66811"/>
                </a:lnTo>
                <a:lnTo>
                  <a:pt x="2015482" y="55399"/>
                </a:lnTo>
                <a:cubicBezTo>
                  <a:pt x="1907461" y="33294"/>
                  <a:pt x="1795616" y="21686"/>
                  <a:pt x="1681060" y="21686"/>
                </a:cubicBezTo>
                <a:cubicBezTo>
                  <a:pt x="764613" y="21686"/>
                  <a:pt x="21686" y="764613"/>
                  <a:pt x="21686" y="1681059"/>
                </a:cubicBezTo>
                <a:cubicBezTo>
                  <a:pt x="21686" y="1795615"/>
                  <a:pt x="33294" y="1907460"/>
                  <a:pt x="55399" y="2015481"/>
                </a:cubicBezTo>
                <a:lnTo>
                  <a:pt x="71340" y="2077480"/>
                </a:lnTo>
                <a:lnTo>
                  <a:pt x="48971" y="2077480"/>
                </a:lnTo>
                <a:lnTo>
                  <a:pt x="34153" y="2019851"/>
                </a:lnTo>
                <a:cubicBezTo>
                  <a:pt x="11760" y="1910418"/>
                  <a:pt x="0" y="1797112"/>
                  <a:pt x="0" y="1681059"/>
                </a:cubicBezTo>
                <a:cubicBezTo>
                  <a:pt x="0" y="752636"/>
                  <a:pt x="752636" y="0"/>
                  <a:pt x="1681060" y="0"/>
                </a:cubicBezTo>
                <a:close/>
              </a:path>
            </a:pathLst>
          </a:custGeom>
          <a:solidFill>
            <a:srgbClr val="FFD48A">
              <a:alpha val="0"/>
            </a:srgbClr>
          </a:solidFill>
          <a:ln cap="rnd" cmpd="sng" w="35350">
            <a:solidFill>
              <a:srgbClr val="FED48D">
                <a:alpha val="31764"/>
              </a:srgbClr>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3" name="Shape 23"/>
        <p:cNvGrpSpPr/>
        <p:nvPr/>
      </p:nvGrpSpPr>
      <p:grpSpPr>
        <a:xfrm>
          <a:off x="0" y="0"/>
          <a:ext cx="0" cy="0"/>
          <a:chOff x="0" y="0"/>
          <a:chExt cx="0" cy="0"/>
        </a:xfrm>
      </p:grpSpPr>
      <p:sp>
        <p:nvSpPr>
          <p:cNvPr id="24" name="Google Shape;24;p10"/>
          <p:cNvSpPr/>
          <p:nvPr/>
        </p:nvSpPr>
        <p:spPr>
          <a:xfrm flipH="1">
            <a:off x="0" y="2650409"/>
            <a:ext cx="309221" cy="759779"/>
          </a:xfrm>
          <a:custGeom>
            <a:rect b="b" l="l" r="r" t="t"/>
            <a:pathLst>
              <a:path extrusionOk="0" h="759779" w="309221">
                <a:moveTo>
                  <a:pt x="309221" y="0"/>
                </a:moveTo>
                <a:lnTo>
                  <a:pt x="308399" y="84"/>
                </a:lnTo>
                <a:cubicBezTo>
                  <a:pt x="132396" y="36233"/>
                  <a:pt x="0" y="192542"/>
                  <a:pt x="0" y="379889"/>
                </a:cubicBezTo>
                <a:cubicBezTo>
                  <a:pt x="0" y="567236"/>
                  <a:pt x="132396" y="723546"/>
                  <a:pt x="308399" y="759696"/>
                </a:cubicBezTo>
                <a:lnTo>
                  <a:pt x="309221" y="759779"/>
                </a:lnTo>
                <a:close/>
              </a:path>
            </a:pathLst>
          </a:custGeom>
          <a:solidFill>
            <a:srgbClr val="FFD4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5" name="Google Shape;25;p10"/>
          <p:cNvSpPr txBox="1"/>
          <p:nvPr>
            <p:ph type="title"/>
          </p:nvPr>
        </p:nvSpPr>
        <p:spPr>
          <a:xfrm>
            <a:off x="695960" y="360000"/>
            <a:ext cx="10800000" cy="720000"/>
          </a:xfrm>
          <a:prstGeom prst="rect">
            <a:avLst/>
          </a:prstGeom>
          <a:noFill/>
          <a:ln>
            <a:noFill/>
          </a:ln>
        </p:spPr>
        <p:txBody>
          <a:bodyPr anchorCtr="0" anchor="ctr" bIns="0" lIns="0" spcFirstLastPara="1" rIns="0" wrap="square" tIns="0">
            <a:normAutofit/>
          </a:bodyPr>
          <a:lstStyle>
            <a:lvl1pPr lvl="0" marR="0" rtl="0" algn="l">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10"/>
          <p:cNvSpPr txBox="1"/>
          <p:nvPr>
            <p:ph idx="10" type="dt"/>
          </p:nvPr>
        </p:nvSpPr>
        <p:spPr>
          <a:xfrm>
            <a:off x="69596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Lato"/>
                <a:ea typeface="Lato"/>
                <a:cs typeface="Lato"/>
                <a:sym typeface="Lato"/>
              </a:defRPr>
            </a:lvl2pPr>
            <a:lvl3pPr lvl="2" marR="0" rtl="0" algn="l">
              <a:spcBef>
                <a:spcPts val="0"/>
              </a:spcBef>
              <a:spcAft>
                <a:spcPts val="0"/>
              </a:spcAft>
              <a:buSzPts val="1400"/>
              <a:buNone/>
              <a:defRPr b="0" i="0" sz="1800" u="none" cap="none" strike="noStrike">
                <a:solidFill>
                  <a:schemeClr val="lt1"/>
                </a:solidFill>
                <a:latin typeface="Lato"/>
                <a:ea typeface="Lato"/>
                <a:cs typeface="Lato"/>
                <a:sym typeface="Lato"/>
              </a:defRPr>
            </a:lvl3pPr>
            <a:lvl4pPr lvl="3" marR="0" rtl="0" algn="l">
              <a:spcBef>
                <a:spcPts val="0"/>
              </a:spcBef>
              <a:spcAft>
                <a:spcPts val="0"/>
              </a:spcAft>
              <a:buSzPts val="1400"/>
              <a:buNone/>
              <a:defRPr b="0" i="0" sz="1800" u="none" cap="none" strike="noStrike">
                <a:solidFill>
                  <a:schemeClr val="lt1"/>
                </a:solidFill>
                <a:latin typeface="Lato"/>
                <a:ea typeface="Lato"/>
                <a:cs typeface="Lato"/>
                <a:sym typeface="Lato"/>
              </a:defRPr>
            </a:lvl4pPr>
            <a:lvl5pPr lvl="4" marR="0" rtl="0" algn="l">
              <a:spcBef>
                <a:spcPts val="0"/>
              </a:spcBef>
              <a:spcAft>
                <a:spcPts val="0"/>
              </a:spcAft>
              <a:buSzPts val="1400"/>
              <a:buNone/>
              <a:defRPr b="0" i="0" sz="1800" u="none" cap="none" strike="noStrike">
                <a:solidFill>
                  <a:schemeClr val="lt1"/>
                </a:solidFill>
                <a:latin typeface="Lato"/>
                <a:ea typeface="Lato"/>
                <a:cs typeface="Lato"/>
                <a:sym typeface="Lato"/>
              </a:defRPr>
            </a:lvl5pPr>
            <a:lvl6pPr lvl="5" marR="0" rtl="0" algn="l">
              <a:spcBef>
                <a:spcPts val="0"/>
              </a:spcBef>
              <a:spcAft>
                <a:spcPts val="0"/>
              </a:spcAft>
              <a:buSzPts val="1400"/>
              <a:buNone/>
              <a:defRPr b="0" i="0" sz="1800" u="none" cap="none" strike="noStrike">
                <a:solidFill>
                  <a:schemeClr val="lt1"/>
                </a:solidFill>
                <a:latin typeface="Lato"/>
                <a:ea typeface="Lato"/>
                <a:cs typeface="Lato"/>
                <a:sym typeface="Lato"/>
              </a:defRPr>
            </a:lvl6pPr>
            <a:lvl7pPr lvl="6" marR="0" rtl="0" algn="l">
              <a:spcBef>
                <a:spcPts val="0"/>
              </a:spcBef>
              <a:spcAft>
                <a:spcPts val="0"/>
              </a:spcAft>
              <a:buSzPts val="1400"/>
              <a:buNone/>
              <a:defRPr b="0" i="0" sz="1800" u="none" cap="none" strike="noStrike">
                <a:solidFill>
                  <a:schemeClr val="lt1"/>
                </a:solidFill>
                <a:latin typeface="Lato"/>
                <a:ea typeface="Lato"/>
                <a:cs typeface="Lato"/>
                <a:sym typeface="Lato"/>
              </a:defRPr>
            </a:lvl7pPr>
            <a:lvl8pPr lvl="7" marR="0" rtl="0" algn="l">
              <a:spcBef>
                <a:spcPts val="0"/>
              </a:spcBef>
              <a:spcAft>
                <a:spcPts val="0"/>
              </a:spcAft>
              <a:buSzPts val="1400"/>
              <a:buNone/>
              <a:defRPr b="0" i="0" sz="1800" u="none" cap="none" strike="noStrike">
                <a:solidFill>
                  <a:schemeClr val="lt1"/>
                </a:solidFill>
                <a:latin typeface="Lato"/>
                <a:ea typeface="Lato"/>
                <a:cs typeface="Lato"/>
                <a:sym typeface="Lato"/>
              </a:defRPr>
            </a:lvl8pPr>
            <a:lvl9pPr lvl="8" marR="0" rtl="0" algn="l">
              <a:spcBef>
                <a:spcPts val="0"/>
              </a:spcBef>
              <a:spcAft>
                <a:spcPts val="0"/>
              </a:spcAft>
              <a:buSzPts val="1400"/>
              <a:buNone/>
              <a:defRPr b="0" i="0" sz="1800" u="none" cap="none" strike="noStrike">
                <a:solidFill>
                  <a:schemeClr val="lt1"/>
                </a:solidFill>
                <a:latin typeface="Lato"/>
                <a:ea typeface="Lato"/>
                <a:cs typeface="Lato"/>
                <a:sym typeface="Lato"/>
              </a:defRPr>
            </a:lvl9pPr>
          </a:lstStyle>
          <a:p/>
        </p:txBody>
      </p:sp>
      <p:sp>
        <p:nvSpPr>
          <p:cNvPr id="27" name="Google Shape;27;p10"/>
          <p:cNvSpPr/>
          <p:nvPr/>
        </p:nvSpPr>
        <p:spPr>
          <a:xfrm flipH="1">
            <a:off x="11374755" y="6016625"/>
            <a:ext cx="817245" cy="841375"/>
          </a:xfrm>
          <a:custGeom>
            <a:rect b="b" l="l" r="r" t="t"/>
            <a:pathLst>
              <a:path extrusionOk="0" h="1799413" w="1751569">
                <a:moveTo>
                  <a:pt x="396103" y="0"/>
                </a:moveTo>
                <a:cubicBezTo>
                  <a:pt x="302528" y="0"/>
                  <a:pt x="211167" y="9507"/>
                  <a:pt x="122929" y="27610"/>
                </a:cubicBezTo>
                <a:lnTo>
                  <a:pt x="0" y="59302"/>
                </a:lnTo>
                <a:lnTo>
                  <a:pt x="0" y="1799413"/>
                </a:lnTo>
                <a:lnTo>
                  <a:pt x="1677388" y="1799413"/>
                </a:lnTo>
                <a:lnTo>
                  <a:pt x="1690630" y="1763137"/>
                </a:lnTo>
                <a:cubicBezTo>
                  <a:pt x="1730234" y="1635474"/>
                  <a:pt x="1751569" y="1499740"/>
                  <a:pt x="1751569" y="1359010"/>
                </a:cubicBezTo>
                <a:cubicBezTo>
                  <a:pt x="1751569" y="608450"/>
                  <a:pt x="1144707" y="0"/>
                  <a:pt x="396103" y="0"/>
                </a:cubicBezTo>
                <a:close/>
              </a:path>
            </a:pathLst>
          </a:custGeom>
          <a:solidFill>
            <a:srgbClr val="FFD4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8" name="Google Shape;2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Lato"/>
                <a:ea typeface="Lato"/>
                <a:cs typeface="Lato"/>
                <a:sym typeface="Lato"/>
              </a:defRPr>
            </a:lvl2pPr>
            <a:lvl3pPr lvl="2" marR="0" rtl="0" algn="l">
              <a:spcBef>
                <a:spcPts val="0"/>
              </a:spcBef>
              <a:spcAft>
                <a:spcPts val="0"/>
              </a:spcAft>
              <a:buSzPts val="1400"/>
              <a:buNone/>
              <a:defRPr b="0" i="0" sz="1800" u="none" cap="none" strike="noStrike">
                <a:solidFill>
                  <a:schemeClr val="lt1"/>
                </a:solidFill>
                <a:latin typeface="Lato"/>
                <a:ea typeface="Lato"/>
                <a:cs typeface="Lato"/>
                <a:sym typeface="Lato"/>
              </a:defRPr>
            </a:lvl3pPr>
            <a:lvl4pPr lvl="3" marR="0" rtl="0" algn="l">
              <a:spcBef>
                <a:spcPts val="0"/>
              </a:spcBef>
              <a:spcAft>
                <a:spcPts val="0"/>
              </a:spcAft>
              <a:buSzPts val="1400"/>
              <a:buNone/>
              <a:defRPr b="0" i="0" sz="1800" u="none" cap="none" strike="noStrike">
                <a:solidFill>
                  <a:schemeClr val="lt1"/>
                </a:solidFill>
                <a:latin typeface="Lato"/>
                <a:ea typeface="Lato"/>
                <a:cs typeface="Lato"/>
                <a:sym typeface="Lato"/>
              </a:defRPr>
            </a:lvl4pPr>
            <a:lvl5pPr lvl="4" marR="0" rtl="0" algn="l">
              <a:spcBef>
                <a:spcPts val="0"/>
              </a:spcBef>
              <a:spcAft>
                <a:spcPts val="0"/>
              </a:spcAft>
              <a:buSzPts val="1400"/>
              <a:buNone/>
              <a:defRPr b="0" i="0" sz="1800" u="none" cap="none" strike="noStrike">
                <a:solidFill>
                  <a:schemeClr val="lt1"/>
                </a:solidFill>
                <a:latin typeface="Lato"/>
                <a:ea typeface="Lato"/>
                <a:cs typeface="Lato"/>
                <a:sym typeface="Lato"/>
              </a:defRPr>
            </a:lvl5pPr>
            <a:lvl6pPr lvl="5" marR="0" rtl="0" algn="l">
              <a:spcBef>
                <a:spcPts val="0"/>
              </a:spcBef>
              <a:spcAft>
                <a:spcPts val="0"/>
              </a:spcAft>
              <a:buSzPts val="1400"/>
              <a:buNone/>
              <a:defRPr b="0" i="0" sz="1800" u="none" cap="none" strike="noStrike">
                <a:solidFill>
                  <a:schemeClr val="lt1"/>
                </a:solidFill>
                <a:latin typeface="Lato"/>
                <a:ea typeface="Lato"/>
                <a:cs typeface="Lato"/>
                <a:sym typeface="Lato"/>
              </a:defRPr>
            </a:lvl6pPr>
            <a:lvl7pPr lvl="6" marR="0" rtl="0" algn="l">
              <a:spcBef>
                <a:spcPts val="0"/>
              </a:spcBef>
              <a:spcAft>
                <a:spcPts val="0"/>
              </a:spcAft>
              <a:buSzPts val="1400"/>
              <a:buNone/>
              <a:defRPr b="0" i="0" sz="1800" u="none" cap="none" strike="noStrike">
                <a:solidFill>
                  <a:schemeClr val="lt1"/>
                </a:solidFill>
                <a:latin typeface="Lato"/>
                <a:ea typeface="Lato"/>
                <a:cs typeface="Lato"/>
                <a:sym typeface="Lato"/>
              </a:defRPr>
            </a:lvl7pPr>
            <a:lvl8pPr lvl="7" marR="0" rtl="0" algn="l">
              <a:spcBef>
                <a:spcPts val="0"/>
              </a:spcBef>
              <a:spcAft>
                <a:spcPts val="0"/>
              </a:spcAft>
              <a:buSzPts val="1400"/>
              <a:buNone/>
              <a:defRPr b="0" i="0" sz="1800" u="none" cap="none" strike="noStrike">
                <a:solidFill>
                  <a:schemeClr val="lt1"/>
                </a:solidFill>
                <a:latin typeface="Lato"/>
                <a:ea typeface="Lato"/>
                <a:cs typeface="Lato"/>
                <a:sym typeface="Lato"/>
              </a:defRPr>
            </a:lvl8pPr>
            <a:lvl9pPr lvl="8" marR="0" rtl="0" algn="l">
              <a:spcBef>
                <a:spcPts val="0"/>
              </a:spcBef>
              <a:spcAft>
                <a:spcPts val="0"/>
              </a:spcAft>
              <a:buSzPts val="1400"/>
              <a:buNone/>
              <a:defRPr b="0" i="0" sz="1800" u="none" cap="none" strike="noStrike">
                <a:solidFill>
                  <a:schemeClr val="lt1"/>
                </a:solidFill>
                <a:latin typeface="Lato"/>
                <a:ea typeface="Lato"/>
                <a:cs typeface="Lato"/>
                <a:sym typeface="Lato"/>
              </a:defRPr>
            </a:lvl9pPr>
          </a:lstStyle>
          <a:p/>
        </p:txBody>
      </p:sp>
      <p:sp>
        <p:nvSpPr>
          <p:cNvPr id="29" name="Google Shape;29;p10"/>
          <p:cNvSpPr txBox="1"/>
          <p:nvPr>
            <p:ph idx="12" type="sldNum"/>
          </p:nvPr>
        </p:nvSpPr>
        <p:spPr>
          <a:xfrm>
            <a:off x="8753983"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chemeClr val="lt1"/>
                </a:solidFill>
                <a:latin typeface="Arial"/>
                <a:ea typeface="Arial"/>
                <a:cs typeface="Arial"/>
                <a:sym typeface="Arial"/>
              </a:defRPr>
            </a:lvl1pPr>
            <a:lvl2pPr indent="0" lvl="1" marL="0" marR="0" rtl="0" algn="r">
              <a:spcBef>
                <a:spcPts val="0"/>
              </a:spcBef>
              <a:buNone/>
              <a:defRPr sz="1200">
                <a:solidFill>
                  <a:schemeClr val="lt1"/>
                </a:solidFill>
                <a:latin typeface="Arial"/>
                <a:ea typeface="Arial"/>
                <a:cs typeface="Arial"/>
                <a:sym typeface="Arial"/>
              </a:defRPr>
            </a:lvl2pPr>
            <a:lvl3pPr indent="0" lvl="2" marL="0" marR="0" rtl="0" algn="r">
              <a:spcBef>
                <a:spcPts val="0"/>
              </a:spcBef>
              <a:buNone/>
              <a:defRPr sz="1200">
                <a:solidFill>
                  <a:schemeClr val="lt1"/>
                </a:solidFill>
                <a:latin typeface="Arial"/>
                <a:ea typeface="Arial"/>
                <a:cs typeface="Arial"/>
                <a:sym typeface="Arial"/>
              </a:defRPr>
            </a:lvl3pPr>
            <a:lvl4pPr indent="0" lvl="3" marL="0" marR="0" rtl="0" algn="r">
              <a:spcBef>
                <a:spcPts val="0"/>
              </a:spcBef>
              <a:buNone/>
              <a:defRPr sz="1200">
                <a:solidFill>
                  <a:schemeClr val="lt1"/>
                </a:solidFill>
                <a:latin typeface="Arial"/>
                <a:ea typeface="Arial"/>
                <a:cs typeface="Arial"/>
                <a:sym typeface="Arial"/>
              </a:defRPr>
            </a:lvl4pPr>
            <a:lvl5pPr indent="0" lvl="4" marL="0" marR="0" rtl="0" algn="r">
              <a:spcBef>
                <a:spcPts val="0"/>
              </a:spcBef>
              <a:buNone/>
              <a:defRPr sz="1200">
                <a:solidFill>
                  <a:schemeClr val="lt1"/>
                </a:solidFill>
                <a:latin typeface="Arial"/>
                <a:ea typeface="Arial"/>
                <a:cs typeface="Arial"/>
                <a:sym typeface="Arial"/>
              </a:defRPr>
            </a:lvl5pPr>
            <a:lvl6pPr indent="0" lvl="5" marL="0" marR="0" rtl="0" algn="r">
              <a:spcBef>
                <a:spcPts val="0"/>
              </a:spcBef>
              <a:buNone/>
              <a:defRPr sz="1200">
                <a:solidFill>
                  <a:schemeClr val="lt1"/>
                </a:solidFill>
                <a:latin typeface="Arial"/>
                <a:ea typeface="Arial"/>
                <a:cs typeface="Arial"/>
                <a:sym typeface="Arial"/>
              </a:defRPr>
            </a:lvl6pPr>
            <a:lvl7pPr indent="0" lvl="6" marL="0" marR="0" rtl="0" algn="r">
              <a:spcBef>
                <a:spcPts val="0"/>
              </a:spcBef>
              <a:buNone/>
              <a:defRPr sz="1200">
                <a:solidFill>
                  <a:schemeClr val="lt1"/>
                </a:solidFill>
                <a:latin typeface="Arial"/>
                <a:ea typeface="Arial"/>
                <a:cs typeface="Arial"/>
                <a:sym typeface="Arial"/>
              </a:defRPr>
            </a:lvl7pPr>
            <a:lvl8pPr indent="0" lvl="7" marL="0" marR="0" rtl="0" algn="r">
              <a:spcBef>
                <a:spcPts val="0"/>
              </a:spcBef>
              <a:buNone/>
              <a:defRPr sz="1200">
                <a:solidFill>
                  <a:schemeClr val="lt1"/>
                </a:solidFill>
                <a:latin typeface="Arial"/>
                <a:ea typeface="Arial"/>
                <a:cs typeface="Arial"/>
                <a:sym typeface="Arial"/>
              </a:defRPr>
            </a:lvl8pPr>
            <a:lvl9pPr indent="0" lvl="8" marL="0" marR="0" rtl="0" algn="r">
              <a:spcBef>
                <a:spcPts val="0"/>
              </a:spcBef>
              <a:buNone/>
              <a:defRPr sz="12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0" name="Google Shape;30;p10"/>
          <p:cNvSpPr txBox="1"/>
          <p:nvPr>
            <p:ph idx="1" type="body"/>
          </p:nvPr>
        </p:nvSpPr>
        <p:spPr>
          <a:xfrm>
            <a:off x="695960" y="1301749"/>
            <a:ext cx="10800000" cy="4873625"/>
          </a:xfrm>
          <a:prstGeom prst="rect">
            <a:avLst/>
          </a:prstGeom>
          <a:noFill/>
          <a:ln>
            <a:noFill/>
          </a:ln>
        </p:spPr>
        <p:txBody>
          <a:bodyPr anchorCtr="0" anchor="t" bIns="0" lIns="0" spcFirstLastPara="1" rIns="0" wrap="square" tIns="0">
            <a:normAutofit/>
          </a:bodyPr>
          <a:lstStyle>
            <a:lvl1pPr indent="-330200" lvl="0" marL="457200" marR="0" rtl="0" algn="l">
              <a:lnSpc>
                <a:spcPct val="130000"/>
              </a:lnSpc>
              <a:spcBef>
                <a:spcPts val="10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1pPr>
            <a:lvl2pPr indent="-317500" lvl="1" marL="914400" marR="0" rtl="0" algn="l">
              <a:lnSpc>
                <a:spcPct val="130000"/>
              </a:lnSpc>
              <a:spcBef>
                <a:spcPts val="0"/>
              </a:spcBef>
              <a:spcAft>
                <a:spcPts val="0"/>
              </a:spcAft>
              <a:buClr>
                <a:srgbClr val="FEFEFE"/>
              </a:buClr>
              <a:buSzPts val="1400"/>
              <a:buFont typeface="Arial"/>
              <a:buChar char="•"/>
              <a:defRPr b="0" i="0" sz="1400" u="none" cap="none" strike="noStrike">
                <a:solidFill>
                  <a:srgbClr val="FEFEFE"/>
                </a:solidFill>
                <a:latin typeface="Lato"/>
                <a:ea typeface="Lato"/>
                <a:cs typeface="Lato"/>
                <a:sym typeface="Lato"/>
              </a:defRPr>
            </a:lvl2pPr>
            <a:lvl3pPr indent="-304800" lvl="2" marL="1371600" marR="0" rtl="0" algn="l">
              <a:lnSpc>
                <a:spcPct val="130000"/>
              </a:lnSpc>
              <a:spcBef>
                <a:spcPts val="0"/>
              </a:spcBef>
              <a:spcAft>
                <a:spcPts val="0"/>
              </a:spcAft>
              <a:buClr>
                <a:srgbClr val="FEFEFE"/>
              </a:buClr>
              <a:buSzPts val="1200"/>
              <a:buFont typeface="Arial"/>
              <a:buChar char="•"/>
              <a:defRPr b="0" i="0" sz="1200" u="none" cap="none" strike="noStrike">
                <a:solidFill>
                  <a:srgbClr val="FEFEFE"/>
                </a:solidFill>
                <a:latin typeface="Lato"/>
                <a:ea typeface="Lato"/>
                <a:cs typeface="Lato"/>
                <a:sym typeface="Lato"/>
              </a:defRPr>
            </a:lvl3pPr>
            <a:lvl4pPr indent="-298450" lvl="3" marL="1828800" marR="0" rtl="0" algn="l">
              <a:lnSpc>
                <a:spcPct val="130000"/>
              </a:lnSpc>
              <a:spcBef>
                <a:spcPts val="0"/>
              </a:spcBef>
              <a:spcAft>
                <a:spcPts val="0"/>
              </a:spcAft>
              <a:buClr>
                <a:srgbClr val="FEFEFE"/>
              </a:buClr>
              <a:buSzPts val="1100"/>
              <a:buFont typeface="Arial"/>
              <a:buChar char="•"/>
              <a:defRPr b="0" i="0" sz="1100" u="none" cap="none" strike="noStrike">
                <a:solidFill>
                  <a:srgbClr val="FEFEFE"/>
                </a:solidFill>
                <a:latin typeface="Lato"/>
                <a:ea typeface="Lato"/>
                <a:cs typeface="Lato"/>
                <a:sym typeface="Lato"/>
              </a:defRPr>
            </a:lvl4pPr>
            <a:lvl5pPr indent="-295275" lvl="4" marL="2286000" marR="0" rtl="0" algn="l">
              <a:lnSpc>
                <a:spcPct val="130000"/>
              </a:lnSpc>
              <a:spcBef>
                <a:spcPts val="0"/>
              </a:spcBef>
              <a:spcAft>
                <a:spcPts val="0"/>
              </a:spcAft>
              <a:buClr>
                <a:srgbClr val="FEFEFE"/>
              </a:buClr>
              <a:buSzPts val="1050"/>
              <a:buFont typeface="Arial"/>
              <a:buChar char="•"/>
              <a:defRPr b="0" i="0" sz="1050" u="none" cap="none" strike="noStrike">
                <a:solidFill>
                  <a:srgbClr val="FEFEFE"/>
                </a:solidFill>
                <a:latin typeface="Lato"/>
                <a:ea typeface="Lato"/>
                <a:cs typeface="Lato"/>
                <a:sym typeface="Lato"/>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ato"/>
                <a:ea typeface="Lato"/>
                <a:cs typeface="Lato"/>
                <a:sym typeface="Lato"/>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ato"/>
                <a:ea typeface="Lato"/>
                <a:cs typeface="Lato"/>
                <a:sym typeface="Lato"/>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ato"/>
                <a:ea typeface="Lato"/>
                <a:cs typeface="Lato"/>
                <a:sym typeface="Lato"/>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ato"/>
                <a:ea typeface="Lato"/>
                <a:cs typeface="Lato"/>
                <a:sym typeface="Lato"/>
              </a:defRPr>
            </a:lvl9pPr>
          </a:lstStyle>
          <a:p/>
        </p:txBody>
      </p:sp>
      <p:sp>
        <p:nvSpPr>
          <p:cNvPr id="31" name="Google Shape;31;p10"/>
          <p:cNvSpPr/>
          <p:nvPr/>
        </p:nvSpPr>
        <p:spPr>
          <a:xfrm>
            <a:off x="11227435" y="5887085"/>
            <a:ext cx="961390" cy="970915"/>
          </a:xfrm>
          <a:custGeom>
            <a:rect b="b" l="l" r="r" t="t"/>
            <a:pathLst>
              <a:path extrusionOk="0" h="2077480" w="2059866">
                <a:moveTo>
                  <a:pt x="1681060" y="0"/>
                </a:moveTo>
                <a:cubicBezTo>
                  <a:pt x="1797113" y="0"/>
                  <a:pt x="1910419" y="11760"/>
                  <a:pt x="2019852" y="34153"/>
                </a:cubicBezTo>
                <a:lnTo>
                  <a:pt x="2059866" y="44442"/>
                </a:lnTo>
                <a:lnTo>
                  <a:pt x="2059866" y="66811"/>
                </a:lnTo>
                <a:lnTo>
                  <a:pt x="2015482" y="55399"/>
                </a:lnTo>
                <a:cubicBezTo>
                  <a:pt x="1907461" y="33294"/>
                  <a:pt x="1795616" y="21686"/>
                  <a:pt x="1681060" y="21686"/>
                </a:cubicBezTo>
                <a:cubicBezTo>
                  <a:pt x="764613" y="21686"/>
                  <a:pt x="21686" y="764613"/>
                  <a:pt x="21686" y="1681059"/>
                </a:cubicBezTo>
                <a:cubicBezTo>
                  <a:pt x="21686" y="1795615"/>
                  <a:pt x="33294" y="1907460"/>
                  <a:pt x="55399" y="2015481"/>
                </a:cubicBezTo>
                <a:lnTo>
                  <a:pt x="71340" y="2077480"/>
                </a:lnTo>
                <a:lnTo>
                  <a:pt x="48971" y="2077480"/>
                </a:lnTo>
                <a:lnTo>
                  <a:pt x="34153" y="2019851"/>
                </a:lnTo>
                <a:cubicBezTo>
                  <a:pt x="11760" y="1910418"/>
                  <a:pt x="0" y="1797112"/>
                  <a:pt x="0" y="1681059"/>
                </a:cubicBezTo>
                <a:cubicBezTo>
                  <a:pt x="0" y="752636"/>
                  <a:pt x="752636" y="0"/>
                  <a:pt x="1681060" y="0"/>
                </a:cubicBezTo>
                <a:close/>
              </a:path>
            </a:pathLst>
          </a:custGeom>
          <a:solidFill>
            <a:srgbClr val="FFD48A">
              <a:alpha val="0"/>
            </a:srgbClr>
          </a:solidFill>
          <a:ln cap="rnd" cmpd="sng" w="35350">
            <a:solidFill>
              <a:srgbClr val="FED48D">
                <a:alpha val="31764"/>
              </a:srgbClr>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16" name="Shape 116"/>
        <p:cNvGrpSpPr/>
        <p:nvPr/>
      </p:nvGrpSpPr>
      <p:grpSpPr>
        <a:xfrm>
          <a:off x="0" y="0"/>
          <a:ext cx="0" cy="0"/>
          <a:chOff x="0" y="0"/>
          <a:chExt cx="0" cy="0"/>
        </a:xfrm>
      </p:grpSpPr>
      <p:sp>
        <p:nvSpPr>
          <p:cNvPr id="117" name="Google Shape;117;p12"/>
          <p:cNvSpPr/>
          <p:nvPr/>
        </p:nvSpPr>
        <p:spPr>
          <a:xfrm flipH="1">
            <a:off x="0" y="2650409"/>
            <a:ext cx="309221" cy="759779"/>
          </a:xfrm>
          <a:custGeom>
            <a:rect b="b" l="l" r="r" t="t"/>
            <a:pathLst>
              <a:path extrusionOk="0" h="759779" w="309221">
                <a:moveTo>
                  <a:pt x="309221" y="0"/>
                </a:moveTo>
                <a:lnTo>
                  <a:pt x="308399" y="84"/>
                </a:lnTo>
                <a:cubicBezTo>
                  <a:pt x="132396" y="36233"/>
                  <a:pt x="0" y="192542"/>
                  <a:pt x="0" y="379889"/>
                </a:cubicBezTo>
                <a:cubicBezTo>
                  <a:pt x="0" y="567236"/>
                  <a:pt x="132396" y="723546"/>
                  <a:pt x="308399" y="759696"/>
                </a:cubicBezTo>
                <a:lnTo>
                  <a:pt x="309221" y="759779"/>
                </a:lnTo>
                <a:close/>
              </a:path>
            </a:pathLst>
          </a:custGeom>
          <a:solidFill>
            <a:srgbClr val="FFD4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18" name="Google Shape;118;p12"/>
          <p:cNvSpPr txBox="1"/>
          <p:nvPr>
            <p:ph type="title"/>
          </p:nvPr>
        </p:nvSpPr>
        <p:spPr>
          <a:xfrm>
            <a:off x="695960" y="360000"/>
            <a:ext cx="10800000" cy="720000"/>
          </a:xfrm>
          <a:prstGeom prst="rect">
            <a:avLst/>
          </a:prstGeom>
          <a:noFill/>
          <a:ln>
            <a:noFill/>
          </a:ln>
        </p:spPr>
        <p:txBody>
          <a:bodyPr anchorCtr="0" anchor="ctr" bIns="0" lIns="0" spcFirstLastPara="1" rIns="0" wrap="square" tIns="0">
            <a:normAutofit/>
          </a:bodyPr>
          <a:lstStyle>
            <a:lvl1pPr lvl="0" marR="0" rtl="0" algn="l">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9" name="Google Shape;119;p12"/>
          <p:cNvSpPr txBox="1"/>
          <p:nvPr>
            <p:ph idx="10" type="dt"/>
          </p:nvPr>
        </p:nvSpPr>
        <p:spPr>
          <a:xfrm>
            <a:off x="69596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Lato"/>
                <a:ea typeface="Lato"/>
                <a:cs typeface="Lato"/>
                <a:sym typeface="Lato"/>
              </a:defRPr>
            </a:lvl2pPr>
            <a:lvl3pPr lvl="2" marR="0" rtl="0" algn="l">
              <a:spcBef>
                <a:spcPts val="0"/>
              </a:spcBef>
              <a:spcAft>
                <a:spcPts val="0"/>
              </a:spcAft>
              <a:buSzPts val="1400"/>
              <a:buNone/>
              <a:defRPr b="0" i="0" sz="1800" u="none" cap="none" strike="noStrike">
                <a:solidFill>
                  <a:schemeClr val="lt1"/>
                </a:solidFill>
                <a:latin typeface="Lato"/>
                <a:ea typeface="Lato"/>
                <a:cs typeface="Lato"/>
                <a:sym typeface="Lato"/>
              </a:defRPr>
            </a:lvl3pPr>
            <a:lvl4pPr lvl="3" marR="0" rtl="0" algn="l">
              <a:spcBef>
                <a:spcPts val="0"/>
              </a:spcBef>
              <a:spcAft>
                <a:spcPts val="0"/>
              </a:spcAft>
              <a:buSzPts val="1400"/>
              <a:buNone/>
              <a:defRPr b="0" i="0" sz="1800" u="none" cap="none" strike="noStrike">
                <a:solidFill>
                  <a:schemeClr val="lt1"/>
                </a:solidFill>
                <a:latin typeface="Lato"/>
                <a:ea typeface="Lato"/>
                <a:cs typeface="Lato"/>
                <a:sym typeface="Lato"/>
              </a:defRPr>
            </a:lvl4pPr>
            <a:lvl5pPr lvl="4" marR="0" rtl="0" algn="l">
              <a:spcBef>
                <a:spcPts val="0"/>
              </a:spcBef>
              <a:spcAft>
                <a:spcPts val="0"/>
              </a:spcAft>
              <a:buSzPts val="1400"/>
              <a:buNone/>
              <a:defRPr b="0" i="0" sz="1800" u="none" cap="none" strike="noStrike">
                <a:solidFill>
                  <a:schemeClr val="lt1"/>
                </a:solidFill>
                <a:latin typeface="Lato"/>
                <a:ea typeface="Lato"/>
                <a:cs typeface="Lato"/>
                <a:sym typeface="Lato"/>
              </a:defRPr>
            </a:lvl5pPr>
            <a:lvl6pPr lvl="5" marR="0" rtl="0" algn="l">
              <a:spcBef>
                <a:spcPts val="0"/>
              </a:spcBef>
              <a:spcAft>
                <a:spcPts val="0"/>
              </a:spcAft>
              <a:buSzPts val="1400"/>
              <a:buNone/>
              <a:defRPr b="0" i="0" sz="1800" u="none" cap="none" strike="noStrike">
                <a:solidFill>
                  <a:schemeClr val="lt1"/>
                </a:solidFill>
                <a:latin typeface="Lato"/>
                <a:ea typeface="Lato"/>
                <a:cs typeface="Lato"/>
                <a:sym typeface="Lato"/>
              </a:defRPr>
            </a:lvl6pPr>
            <a:lvl7pPr lvl="6" marR="0" rtl="0" algn="l">
              <a:spcBef>
                <a:spcPts val="0"/>
              </a:spcBef>
              <a:spcAft>
                <a:spcPts val="0"/>
              </a:spcAft>
              <a:buSzPts val="1400"/>
              <a:buNone/>
              <a:defRPr b="0" i="0" sz="1800" u="none" cap="none" strike="noStrike">
                <a:solidFill>
                  <a:schemeClr val="lt1"/>
                </a:solidFill>
                <a:latin typeface="Lato"/>
                <a:ea typeface="Lato"/>
                <a:cs typeface="Lato"/>
                <a:sym typeface="Lato"/>
              </a:defRPr>
            </a:lvl7pPr>
            <a:lvl8pPr lvl="7" marR="0" rtl="0" algn="l">
              <a:spcBef>
                <a:spcPts val="0"/>
              </a:spcBef>
              <a:spcAft>
                <a:spcPts val="0"/>
              </a:spcAft>
              <a:buSzPts val="1400"/>
              <a:buNone/>
              <a:defRPr b="0" i="0" sz="1800" u="none" cap="none" strike="noStrike">
                <a:solidFill>
                  <a:schemeClr val="lt1"/>
                </a:solidFill>
                <a:latin typeface="Lato"/>
                <a:ea typeface="Lato"/>
                <a:cs typeface="Lato"/>
                <a:sym typeface="Lato"/>
              </a:defRPr>
            </a:lvl8pPr>
            <a:lvl9pPr lvl="8" marR="0" rtl="0" algn="l">
              <a:spcBef>
                <a:spcPts val="0"/>
              </a:spcBef>
              <a:spcAft>
                <a:spcPts val="0"/>
              </a:spcAft>
              <a:buSzPts val="1400"/>
              <a:buNone/>
              <a:defRPr b="0" i="0" sz="1800" u="none" cap="none" strike="noStrike">
                <a:solidFill>
                  <a:schemeClr val="lt1"/>
                </a:solidFill>
                <a:latin typeface="Lato"/>
                <a:ea typeface="Lato"/>
                <a:cs typeface="Lato"/>
                <a:sym typeface="Lato"/>
              </a:defRPr>
            </a:lvl9pPr>
          </a:lstStyle>
          <a:p/>
        </p:txBody>
      </p:sp>
      <p:sp>
        <p:nvSpPr>
          <p:cNvPr id="120" name="Google Shape;120;p12"/>
          <p:cNvSpPr/>
          <p:nvPr/>
        </p:nvSpPr>
        <p:spPr>
          <a:xfrm flipH="1">
            <a:off x="11374755" y="6016625"/>
            <a:ext cx="817245" cy="841375"/>
          </a:xfrm>
          <a:custGeom>
            <a:rect b="b" l="l" r="r" t="t"/>
            <a:pathLst>
              <a:path extrusionOk="0" h="1799413" w="1751569">
                <a:moveTo>
                  <a:pt x="396103" y="0"/>
                </a:moveTo>
                <a:cubicBezTo>
                  <a:pt x="302528" y="0"/>
                  <a:pt x="211167" y="9507"/>
                  <a:pt x="122929" y="27610"/>
                </a:cubicBezTo>
                <a:lnTo>
                  <a:pt x="0" y="59302"/>
                </a:lnTo>
                <a:lnTo>
                  <a:pt x="0" y="1799413"/>
                </a:lnTo>
                <a:lnTo>
                  <a:pt x="1677388" y="1799413"/>
                </a:lnTo>
                <a:lnTo>
                  <a:pt x="1690630" y="1763137"/>
                </a:lnTo>
                <a:cubicBezTo>
                  <a:pt x="1730234" y="1635474"/>
                  <a:pt x="1751569" y="1499740"/>
                  <a:pt x="1751569" y="1359010"/>
                </a:cubicBezTo>
                <a:cubicBezTo>
                  <a:pt x="1751569" y="608450"/>
                  <a:pt x="1144707" y="0"/>
                  <a:pt x="396103" y="0"/>
                </a:cubicBezTo>
                <a:close/>
              </a:path>
            </a:pathLst>
          </a:custGeom>
          <a:solidFill>
            <a:srgbClr val="FFD4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21" name="Google Shape;121;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Lato"/>
                <a:ea typeface="Lato"/>
                <a:cs typeface="Lato"/>
                <a:sym typeface="Lato"/>
              </a:defRPr>
            </a:lvl2pPr>
            <a:lvl3pPr lvl="2" marR="0" rtl="0" algn="l">
              <a:spcBef>
                <a:spcPts val="0"/>
              </a:spcBef>
              <a:spcAft>
                <a:spcPts val="0"/>
              </a:spcAft>
              <a:buSzPts val="1400"/>
              <a:buNone/>
              <a:defRPr b="0" i="0" sz="1800" u="none" cap="none" strike="noStrike">
                <a:solidFill>
                  <a:schemeClr val="lt1"/>
                </a:solidFill>
                <a:latin typeface="Lato"/>
                <a:ea typeface="Lato"/>
                <a:cs typeface="Lato"/>
                <a:sym typeface="Lato"/>
              </a:defRPr>
            </a:lvl3pPr>
            <a:lvl4pPr lvl="3" marR="0" rtl="0" algn="l">
              <a:spcBef>
                <a:spcPts val="0"/>
              </a:spcBef>
              <a:spcAft>
                <a:spcPts val="0"/>
              </a:spcAft>
              <a:buSzPts val="1400"/>
              <a:buNone/>
              <a:defRPr b="0" i="0" sz="1800" u="none" cap="none" strike="noStrike">
                <a:solidFill>
                  <a:schemeClr val="lt1"/>
                </a:solidFill>
                <a:latin typeface="Lato"/>
                <a:ea typeface="Lato"/>
                <a:cs typeface="Lato"/>
                <a:sym typeface="Lato"/>
              </a:defRPr>
            </a:lvl4pPr>
            <a:lvl5pPr lvl="4" marR="0" rtl="0" algn="l">
              <a:spcBef>
                <a:spcPts val="0"/>
              </a:spcBef>
              <a:spcAft>
                <a:spcPts val="0"/>
              </a:spcAft>
              <a:buSzPts val="1400"/>
              <a:buNone/>
              <a:defRPr b="0" i="0" sz="1800" u="none" cap="none" strike="noStrike">
                <a:solidFill>
                  <a:schemeClr val="lt1"/>
                </a:solidFill>
                <a:latin typeface="Lato"/>
                <a:ea typeface="Lato"/>
                <a:cs typeface="Lato"/>
                <a:sym typeface="Lato"/>
              </a:defRPr>
            </a:lvl5pPr>
            <a:lvl6pPr lvl="5" marR="0" rtl="0" algn="l">
              <a:spcBef>
                <a:spcPts val="0"/>
              </a:spcBef>
              <a:spcAft>
                <a:spcPts val="0"/>
              </a:spcAft>
              <a:buSzPts val="1400"/>
              <a:buNone/>
              <a:defRPr b="0" i="0" sz="1800" u="none" cap="none" strike="noStrike">
                <a:solidFill>
                  <a:schemeClr val="lt1"/>
                </a:solidFill>
                <a:latin typeface="Lato"/>
                <a:ea typeface="Lato"/>
                <a:cs typeface="Lato"/>
                <a:sym typeface="Lato"/>
              </a:defRPr>
            </a:lvl6pPr>
            <a:lvl7pPr lvl="6" marR="0" rtl="0" algn="l">
              <a:spcBef>
                <a:spcPts val="0"/>
              </a:spcBef>
              <a:spcAft>
                <a:spcPts val="0"/>
              </a:spcAft>
              <a:buSzPts val="1400"/>
              <a:buNone/>
              <a:defRPr b="0" i="0" sz="1800" u="none" cap="none" strike="noStrike">
                <a:solidFill>
                  <a:schemeClr val="lt1"/>
                </a:solidFill>
                <a:latin typeface="Lato"/>
                <a:ea typeface="Lato"/>
                <a:cs typeface="Lato"/>
                <a:sym typeface="Lato"/>
              </a:defRPr>
            </a:lvl7pPr>
            <a:lvl8pPr lvl="7" marR="0" rtl="0" algn="l">
              <a:spcBef>
                <a:spcPts val="0"/>
              </a:spcBef>
              <a:spcAft>
                <a:spcPts val="0"/>
              </a:spcAft>
              <a:buSzPts val="1400"/>
              <a:buNone/>
              <a:defRPr b="0" i="0" sz="1800" u="none" cap="none" strike="noStrike">
                <a:solidFill>
                  <a:schemeClr val="lt1"/>
                </a:solidFill>
                <a:latin typeface="Lato"/>
                <a:ea typeface="Lato"/>
                <a:cs typeface="Lato"/>
                <a:sym typeface="Lato"/>
              </a:defRPr>
            </a:lvl8pPr>
            <a:lvl9pPr lvl="8" marR="0" rtl="0" algn="l">
              <a:spcBef>
                <a:spcPts val="0"/>
              </a:spcBef>
              <a:spcAft>
                <a:spcPts val="0"/>
              </a:spcAft>
              <a:buSzPts val="1400"/>
              <a:buNone/>
              <a:defRPr b="0" i="0" sz="1800" u="none" cap="none" strike="noStrike">
                <a:solidFill>
                  <a:schemeClr val="lt1"/>
                </a:solidFill>
                <a:latin typeface="Lato"/>
                <a:ea typeface="Lato"/>
                <a:cs typeface="Lato"/>
                <a:sym typeface="Lato"/>
              </a:defRPr>
            </a:lvl9pPr>
          </a:lstStyle>
          <a:p/>
        </p:txBody>
      </p:sp>
      <p:sp>
        <p:nvSpPr>
          <p:cNvPr id="122" name="Google Shape;122;p12"/>
          <p:cNvSpPr txBox="1"/>
          <p:nvPr>
            <p:ph idx="12" type="sldNum"/>
          </p:nvPr>
        </p:nvSpPr>
        <p:spPr>
          <a:xfrm>
            <a:off x="8753983"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chemeClr val="lt1"/>
                </a:solidFill>
                <a:latin typeface="Arial"/>
                <a:ea typeface="Arial"/>
                <a:cs typeface="Arial"/>
                <a:sym typeface="Arial"/>
              </a:defRPr>
            </a:lvl1pPr>
            <a:lvl2pPr indent="0" lvl="1" marL="0" marR="0" rtl="0" algn="r">
              <a:spcBef>
                <a:spcPts val="0"/>
              </a:spcBef>
              <a:buNone/>
              <a:defRPr sz="1200">
                <a:solidFill>
                  <a:schemeClr val="lt1"/>
                </a:solidFill>
                <a:latin typeface="Arial"/>
                <a:ea typeface="Arial"/>
                <a:cs typeface="Arial"/>
                <a:sym typeface="Arial"/>
              </a:defRPr>
            </a:lvl2pPr>
            <a:lvl3pPr indent="0" lvl="2" marL="0" marR="0" rtl="0" algn="r">
              <a:spcBef>
                <a:spcPts val="0"/>
              </a:spcBef>
              <a:buNone/>
              <a:defRPr sz="1200">
                <a:solidFill>
                  <a:schemeClr val="lt1"/>
                </a:solidFill>
                <a:latin typeface="Arial"/>
                <a:ea typeface="Arial"/>
                <a:cs typeface="Arial"/>
                <a:sym typeface="Arial"/>
              </a:defRPr>
            </a:lvl3pPr>
            <a:lvl4pPr indent="0" lvl="3" marL="0" marR="0" rtl="0" algn="r">
              <a:spcBef>
                <a:spcPts val="0"/>
              </a:spcBef>
              <a:buNone/>
              <a:defRPr sz="1200">
                <a:solidFill>
                  <a:schemeClr val="lt1"/>
                </a:solidFill>
                <a:latin typeface="Arial"/>
                <a:ea typeface="Arial"/>
                <a:cs typeface="Arial"/>
                <a:sym typeface="Arial"/>
              </a:defRPr>
            </a:lvl4pPr>
            <a:lvl5pPr indent="0" lvl="4" marL="0" marR="0" rtl="0" algn="r">
              <a:spcBef>
                <a:spcPts val="0"/>
              </a:spcBef>
              <a:buNone/>
              <a:defRPr sz="1200">
                <a:solidFill>
                  <a:schemeClr val="lt1"/>
                </a:solidFill>
                <a:latin typeface="Arial"/>
                <a:ea typeface="Arial"/>
                <a:cs typeface="Arial"/>
                <a:sym typeface="Arial"/>
              </a:defRPr>
            </a:lvl5pPr>
            <a:lvl6pPr indent="0" lvl="5" marL="0" marR="0" rtl="0" algn="r">
              <a:spcBef>
                <a:spcPts val="0"/>
              </a:spcBef>
              <a:buNone/>
              <a:defRPr sz="1200">
                <a:solidFill>
                  <a:schemeClr val="lt1"/>
                </a:solidFill>
                <a:latin typeface="Arial"/>
                <a:ea typeface="Arial"/>
                <a:cs typeface="Arial"/>
                <a:sym typeface="Arial"/>
              </a:defRPr>
            </a:lvl6pPr>
            <a:lvl7pPr indent="0" lvl="6" marL="0" marR="0" rtl="0" algn="r">
              <a:spcBef>
                <a:spcPts val="0"/>
              </a:spcBef>
              <a:buNone/>
              <a:defRPr sz="1200">
                <a:solidFill>
                  <a:schemeClr val="lt1"/>
                </a:solidFill>
                <a:latin typeface="Arial"/>
                <a:ea typeface="Arial"/>
                <a:cs typeface="Arial"/>
                <a:sym typeface="Arial"/>
              </a:defRPr>
            </a:lvl7pPr>
            <a:lvl8pPr indent="0" lvl="7" marL="0" marR="0" rtl="0" algn="r">
              <a:spcBef>
                <a:spcPts val="0"/>
              </a:spcBef>
              <a:buNone/>
              <a:defRPr sz="1200">
                <a:solidFill>
                  <a:schemeClr val="lt1"/>
                </a:solidFill>
                <a:latin typeface="Arial"/>
                <a:ea typeface="Arial"/>
                <a:cs typeface="Arial"/>
                <a:sym typeface="Arial"/>
              </a:defRPr>
            </a:lvl8pPr>
            <a:lvl9pPr indent="0" lvl="8" marL="0" marR="0" rtl="0" algn="r">
              <a:spcBef>
                <a:spcPts val="0"/>
              </a:spcBef>
              <a:buNone/>
              <a:defRPr sz="12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23" name="Google Shape;123;p12"/>
          <p:cNvSpPr txBox="1"/>
          <p:nvPr>
            <p:ph idx="1" type="body"/>
          </p:nvPr>
        </p:nvSpPr>
        <p:spPr>
          <a:xfrm>
            <a:off x="695960" y="1301749"/>
            <a:ext cx="10800000" cy="4873625"/>
          </a:xfrm>
          <a:prstGeom prst="rect">
            <a:avLst/>
          </a:prstGeom>
          <a:noFill/>
          <a:ln>
            <a:noFill/>
          </a:ln>
        </p:spPr>
        <p:txBody>
          <a:bodyPr anchorCtr="0" anchor="t" bIns="0" lIns="0" spcFirstLastPara="1" rIns="0" wrap="square" tIns="0">
            <a:normAutofit/>
          </a:bodyPr>
          <a:lstStyle>
            <a:lvl1pPr indent="-330200" lvl="0" marL="457200" marR="0" rtl="0" algn="l">
              <a:lnSpc>
                <a:spcPct val="130000"/>
              </a:lnSpc>
              <a:spcBef>
                <a:spcPts val="10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1pPr>
            <a:lvl2pPr indent="-317500" lvl="1" marL="914400" marR="0" rtl="0" algn="l">
              <a:lnSpc>
                <a:spcPct val="130000"/>
              </a:lnSpc>
              <a:spcBef>
                <a:spcPts val="0"/>
              </a:spcBef>
              <a:spcAft>
                <a:spcPts val="0"/>
              </a:spcAft>
              <a:buClr>
                <a:srgbClr val="FEFEFE"/>
              </a:buClr>
              <a:buSzPts val="1400"/>
              <a:buFont typeface="Arial"/>
              <a:buChar char="•"/>
              <a:defRPr b="0" i="0" sz="1400" u="none" cap="none" strike="noStrike">
                <a:solidFill>
                  <a:srgbClr val="FEFEFE"/>
                </a:solidFill>
                <a:latin typeface="Lato"/>
                <a:ea typeface="Lato"/>
                <a:cs typeface="Lato"/>
                <a:sym typeface="Lato"/>
              </a:defRPr>
            </a:lvl2pPr>
            <a:lvl3pPr indent="-304800" lvl="2" marL="1371600" marR="0" rtl="0" algn="l">
              <a:lnSpc>
                <a:spcPct val="130000"/>
              </a:lnSpc>
              <a:spcBef>
                <a:spcPts val="0"/>
              </a:spcBef>
              <a:spcAft>
                <a:spcPts val="0"/>
              </a:spcAft>
              <a:buClr>
                <a:srgbClr val="FEFEFE"/>
              </a:buClr>
              <a:buSzPts val="1200"/>
              <a:buFont typeface="Arial"/>
              <a:buChar char="•"/>
              <a:defRPr b="0" i="0" sz="1200" u="none" cap="none" strike="noStrike">
                <a:solidFill>
                  <a:srgbClr val="FEFEFE"/>
                </a:solidFill>
                <a:latin typeface="Lato"/>
                <a:ea typeface="Lato"/>
                <a:cs typeface="Lato"/>
                <a:sym typeface="Lato"/>
              </a:defRPr>
            </a:lvl3pPr>
            <a:lvl4pPr indent="-298450" lvl="3" marL="1828800" marR="0" rtl="0" algn="l">
              <a:lnSpc>
                <a:spcPct val="130000"/>
              </a:lnSpc>
              <a:spcBef>
                <a:spcPts val="0"/>
              </a:spcBef>
              <a:spcAft>
                <a:spcPts val="0"/>
              </a:spcAft>
              <a:buClr>
                <a:srgbClr val="FEFEFE"/>
              </a:buClr>
              <a:buSzPts val="1100"/>
              <a:buFont typeface="Arial"/>
              <a:buChar char="•"/>
              <a:defRPr b="0" i="0" sz="1100" u="none" cap="none" strike="noStrike">
                <a:solidFill>
                  <a:srgbClr val="FEFEFE"/>
                </a:solidFill>
                <a:latin typeface="Lato"/>
                <a:ea typeface="Lato"/>
                <a:cs typeface="Lato"/>
                <a:sym typeface="Lato"/>
              </a:defRPr>
            </a:lvl4pPr>
            <a:lvl5pPr indent="-295275" lvl="4" marL="2286000" marR="0" rtl="0" algn="l">
              <a:lnSpc>
                <a:spcPct val="130000"/>
              </a:lnSpc>
              <a:spcBef>
                <a:spcPts val="0"/>
              </a:spcBef>
              <a:spcAft>
                <a:spcPts val="0"/>
              </a:spcAft>
              <a:buClr>
                <a:srgbClr val="FEFEFE"/>
              </a:buClr>
              <a:buSzPts val="1050"/>
              <a:buFont typeface="Arial"/>
              <a:buChar char="•"/>
              <a:defRPr b="0" i="0" sz="1050" u="none" cap="none" strike="noStrike">
                <a:solidFill>
                  <a:srgbClr val="FEFEFE"/>
                </a:solidFill>
                <a:latin typeface="Lato"/>
                <a:ea typeface="Lato"/>
                <a:cs typeface="Lato"/>
                <a:sym typeface="Lato"/>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ato"/>
                <a:ea typeface="Lato"/>
                <a:cs typeface="Lato"/>
                <a:sym typeface="Lato"/>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ato"/>
                <a:ea typeface="Lato"/>
                <a:cs typeface="Lato"/>
                <a:sym typeface="Lato"/>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ato"/>
                <a:ea typeface="Lato"/>
                <a:cs typeface="Lato"/>
                <a:sym typeface="Lato"/>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ato"/>
                <a:ea typeface="Lato"/>
                <a:cs typeface="Lato"/>
                <a:sym typeface="Lato"/>
              </a:defRPr>
            </a:lvl9pPr>
          </a:lstStyle>
          <a:p/>
        </p:txBody>
      </p:sp>
      <p:sp>
        <p:nvSpPr>
          <p:cNvPr id="124" name="Google Shape;124;p12"/>
          <p:cNvSpPr/>
          <p:nvPr/>
        </p:nvSpPr>
        <p:spPr>
          <a:xfrm>
            <a:off x="11227435" y="5887085"/>
            <a:ext cx="961390" cy="970915"/>
          </a:xfrm>
          <a:custGeom>
            <a:rect b="b" l="l" r="r" t="t"/>
            <a:pathLst>
              <a:path extrusionOk="0" h="2077480" w="2059866">
                <a:moveTo>
                  <a:pt x="1681060" y="0"/>
                </a:moveTo>
                <a:cubicBezTo>
                  <a:pt x="1797113" y="0"/>
                  <a:pt x="1910419" y="11760"/>
                  <a:pt x="2019852" y="34153"/>
                </a:cubicBezTo>
                <a:lnTo>
                  <a:pt x="2059866" y="44442"/>
                </a:lnTo>
                <a:lnTo>
                  <a:pt x="2059866" y="66811"/>
                </a:lnTo>
                <a:lnTo>
                  <a:pt x="2015482" y="55399"/>
                </a:lnTo>
                <a:cubicBezTo>
                  <a:pt x="1907461" y="33294"/>
                  <a:pt x="1795616" y="21686"/>
                  <a:pt x="1681060" y="21686"/>
                </a:cubicBezTo>
                <a:cubicBezTo>
                  <a:pt x="764613" y="21686"/>
                  <a:pt x="21686" y="764613"/>
                  <a:pt x="21686" y="1681059"/>
                </a:cubicBezTo>
                <a:cubicBezTo>
                  <a:pt x="21686" y="1795615"/>
                  <a:pt x="33294" y="1907460"/>
                  <a:pt x="55399" y="2015481"/>
                </a:cubicBezTo>
                <a:lnTo>
                  <a:pt x="71340" y="2077480"/>
                </a:lnTo>
                <a:lnTo>
                  <a:pt x="48971" y="2077480"/>
                </a:lnTo>
                <a:lnTo>
                  <a:pt x="34153" y="2019851"/>
                </a:lnTo>
                <a:cubicBezTo>
                  <a:pt x="11760" y="1910418"/>
                  <a:pt x="0" y="1797112"/>
                  <a:pt x="0" y="1681059"/>
                </a:cubicBezTo>
                <a:cubicBezTo>
                  <a:pt x="0" y="752636"/>
                  <a:pt x="752636" y="0"/>
                  <a:pt x="1681060" y="0"/>
                </a:cubicBezTo>
                <a:close/>
              </a:path>
            </a:pathLst>
          </a:custGeom>
          <a:solidFill>
            <a:srgbClr val="FFD48A">
              <a:alpha val="0"/>
            </a:srgbClr>
          </a:solidFill>
          <a:ln cap="rnd" cmpd="sng" w="35350">
            <a:solidFill>
              <a:srgbClr val="FED48D">
                <a:alpha val="31764"/>
              </a:srgbClr>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 name="Shape 138"/>
        <p:cNvGrpSpPr/>
        <p:nvPr/>
      </p:nvGrpSpPr>
      <p:grpSpPr>
        <a:xfrm>
          <a:off x="0" y="0"/>
          <a:ext cx="0" cy="0"/>
          <a:chOff x="0" y="0"/>
          <a:chExt cx="0" cy="0"/>
        </a:xfrm>
      </p:grpSpPr>
      <p:sp>
        <p:nvSpPr>
          <p:cNvPr id="139" name="Google Shape;139;p1"/>
          <p:cNvSpPr/>
          <p:nvPr/>
        </p:nvSpPr>
        <p:spPr>
          <a:xfrm rot="-257900">
            <a:off x="7469116" y="1289275"/>
            <a:ext cx="3626875" cy="4563048"/>
          </a:xfrm>
          <a:custGeom>
            <a:rect b="b" l="l" r="r" t="t"/>
            <a:pathLst>
              <a:path extrusionOk="0" h="4563048" w="3626875">
                <a:moveTo>
                  <a:pt x="51465" y="0"/>
                </a:moveTo>
                <a:lnTo>
                  <a:pt x="3575410" y="0"/>
                </a:lnTo>
                <a:cubicBezTo>
                  <a:pt x="3603833" y="0"/>
                  <a:pt x="3626875" y="23042"/>
                  <a:pt x="3626875" y="51465"/>
                </a:cubicBezTo>
                <a:lnTo>
                  <a:pt x="3626875" y="4511583"/>
                </a:lnTo>
                <a:cubicBezTo>
                  <a:pt x="3626875" y="4540006"/>
                  <a:pt x="3603833" y="4563048"/>
                  <a:pt x="3575410" y="4563048"/>
                </a:cubicBezTo>
                <a:lnTo>
                  <a:pt x="51465" y="4563048"/>
                </a:lnTo>
                <a:cubicBezTo>
                  <a:pt x="23042" y="4563048"/>
                  <a:pt x="0" y="4540006"/>
                  <a:pt x="0" y="4511583"/>
                </a:cubicBezTo>
                <a:lnTo>
                  <a:pt x="0" y="51465"/>
                </a:lnTo>
                <a:cubicBezTo>
                  <a:pt x="0" y="23042"/>
                  <a:pt x="23042" y="0"/>
                  <a:pt x="51465" y="0"/>
                </a:cubicBezTo>
                <a:close/>
                <a:moveTo>
                  <a:pt x="273025" y="339208"/>
                </a:moveTo>
                <a:lnTo>
                  <a:pt x="273025" y="3588875"/>
                </a:lnTo>
                <a:lnTo>
                  <a:pt x="3353850" y="3588875"/>
                </a:lnTo>
                <a:lnTo>
                  <a:pt x="3353850" y="339208"/>
                </a:lnTo>
                <a:lnTo>
                  <a:pt x="273025" y="339208"/>
                </a:lnTo>
                <a:close/>
              </a:path>
            </a:pathLst>
          </a:custGeom>
          <a:solidFill>
            <a:schemeClr val="lt1"/>
          </a:solidFill>
          <a:ln>
            <a:noFill/>
          </a:ln>
          <a:effectLst>
            <a:outerShdw blurRad="152400" rotWithShape="0" algn="tl" dir="2700000" dist="38100">
              <a:srgbClr val="000000">
                <a:alpha val="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0" name="Google Shape;140;p1"/>
          <p:cNvSpPr txBox="1"/>
          <p:nvPr>
            <p:ph type="title"/>
          </p:nvPr>
        </p:nvSpPr>
        <p:spPr>
          <a:xfrm>
            <a:off x="1103312" y="1165300"/>
            <a:ext cx="5325479" cy="1223570"/>
          </a:xfrm>
          <a:prstGeom prst="rect">
            <a:avLst/>
          </a:prstGeom>
          <a:noFill/>
          <a:ln>
            <a:noFill/>
          </a:ln>
        </p:spPr>
        <p:txBody>
          <a:bodyPr anchorCtr="0" anchor="b" bIns="0" lIns="0" spcFirstLastPara="1" rIns="0" wrap="square" tIns="0">
            <a:normAutofit/>
          </a:bodyPr>
          <a:lstStyle/>
          <a:p>
            <a:pPr indent="0" lvl="0" marL="0" rtl="0" algn="l">
              <a:lnSpc>
                <a:spcPct val="100000"/>
              </a:lnSpc>
              <a:spcBef>
                <a:spcPts val="0"/>
              </a:spcBef>
              <a:spcAft>
                <a:spcPts val="0"/>
              </a:spcAft>
              <a:buClr>
                <a:schemeClr val="lt1"/>
              </a:buClr>
              <a:buSzPts val="3200"/>
              <a:buFont typeface="Arial"/>
              <a:buNone/>
            </a:pPr>
            <a:r>
              <a:rPr b="1" lang="en-US">
                <a:solidFill>
                  <a:srgbClr val="351C75"/>
                </a:solidFill>
                <a:latin typeface="Arial"/>
                <a:ea typeface="Arial"/>
                <a:cs typeface="Arial"/>
                <a:sym typeface="Arial"/>
              </a:rPr>
              <a:t>Đối tượng khóa học</a:t>
            </a:r>
            <a:endParaRPr b="1">
              <a:solidFill>
                <a:srgbClr val="351C75"/>
              </a:solidFill>
              <a:latin typeface="Arial"/>
              <a:ea typeface="Arial"/>
              <a:cs typeface="Arial"/>
              <a:sym typeface="Arial"/>
            </a:endParaRPr>
          </a:p>
        </p:txBody>
      </p:sp>
      <p:sp>
        <p:nvSpPr>
          <p:cNvPr id="141" name="Google Shape;141;p1"/>
          <p:cNvSpPr/>
          <p:nvPr/>
        </p:nvSpPr>
        <p:spPr>
          <a:xfrm rot="157750">
            <a:off x="7469117" y="1359003"/>
            <a:ext cx="3626875" cy="4563048"/>
          </a:xfrm>
          <a:custGeom>
            <a:rect b="b" l="l" r="r" t="t"/>
            <a:pathLst>
              <a:path extrusionOk="0" h="4563048" w="3626875">
                <a:moveTo>
                  <a:pt x="51465" y="0"/>
                </a:moveTo>
                <a:lnTo>
                  <a:pt x="3575410" y="0"/>
                </a:lnTo>
                <a:cubicBezTo>
                  <a:pt x="3603833" y="0"/>
                  <a:pt x="3626875" y="23042"/>
                  <a:pt x="3626875" y="51465"/>
                </a:cubicBezTo>
                <a:lnTo>
                  <a:pt x="3626875" y="4511583"/>
                </a:lnTo>
                <a:cubicBezTo>
                  <a:pt x="3626875" y="4540006"/>
                  <a:pt x="3603833" y="4563048"/>
                  <a:pt x="3575410" y="4563048"/>
                </a:cubicBezTo>
                <a:lnTo>
                  <a:pt x="51465" y="4563048"/>
                </a:lnTo>
                <a:cubicBezTo>
                  <a:pt x="23042" y="4563048"/>
                  <a:pt x="0" y="4540006"/>
                  <a:pt x="0" y="4511583"/>
                </a:cubicBezTo>
                <a:lnTo>
                  <a:pt x="0" y="51465"/>
                </a:lnTo>
                <a:cubicBezTo>
                  <a:pt x="0" y="23042"/>
                  <a:pt x="23042" y="0"/>
                  <a:pt x="51465" y="0"/>
                </a:cubicBezTo>
                <a:close/>
                <a:moveTo>
                  <a:pt x="275535" y="240515"/>
                </a:moveTo>
                <a:cubicBezTo>
                  <a:pt x="275607" y="1478642"/>
                  <a:pt x="279478" y="2646183"/>
                  <a:pt x="279550" y="3884310"/>
                </a:cubicBezTo>
                <a:lnTo>
                  <a:pt x="3353996" y="3898684"/>
                </a:lnTo>
                <a:cubicBezTo>
                  <a:pt x="3351581" y="2660665"/>
                  <a:pt x="3353684" y="1521015"/>
                  <a:pt x="3351269" y="282996"/>
                </a:cubicBezTo>
                <a:lnTo>
                  <a:pt x="275535" y="240515"/>
                </a:lnTo>
                <a:close/>
              </a:path>
            </a:pathLst>
          </a:custGeom>
          <a:solidFill>
            <a:schemeClr val="lt1"/>
          </a:solidFill>
          <a:ln>
            <a:noFill/>
          </a:ln>
          <a:effectLst>
            <a:outerShdw blurRad="152400" rotWithShape="0" algn="tl" dir="2700000" dist="38100">
              <a:srgbClr val="000000">
                <a:alpha val="2392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2" name="Google Shape;142;p1"/>
          <p:cNvSpPr/>
          <p:nvPr/>
        </p:nvSpPr>
        <p:spPr>
          <a:xfrm>
            <a:off x="1200331" y="2788920"/>
            <a:ext cx="5035818" cy="475329"/>
          </a:xfrm>
          <a:prstGeom prst="rect">
            <a:avLst/>
          </a:prstGeom>
          <a:noFill/>
          <a:ln>
            <a:noFill/>
          </a:ln>
        </p:spPr>
        <p:txBody>
          <a:bodyPr anchorCtr="0" anchor="b" bIns="0" lIns="0" spcFirstLastPara="1" rIns="0" wrap="square" tIns="0">
            <a:normAutofit/>
          </a:bodyPr>
          <a:lstStyle/>
          <a:p>
            <a:pPr indent="0" lvl="0" marL="0" marR="0" rtl="0" algn="l">
              <a:lnSpc>
                <a:spcPct val="80000"/>
              </a:lnSpc>
              <a:spcBef>
                <a:spcPts val="0"/>
              </a:spcBef>
              <a:spcAft>
                <a:spcPts val="0"/>
              </a:spcAft>
              <a:buNone/>
            </a:pPr>
            <a:r>
              <a:rPr b="1" lang="en-US" sz="1850">
                <a:solidFill>
                  <a:srgbClr val="351C75"/>
                </a:solidFill>
              </a:rPr>
              <a:t>Sinh viên đang đi học, sắp đi làm và muốn tìm hiểu về nghề IT Comtor.</a:t>
            </a:r>
            <a:endParaRPr b="1" sz="1850">
              <a:solidFill>
                <a:srgbClr val="351C75"/>
              </a:solidFill>
            </a:endParaRPr>
          </a:p>
        </p:txBody>
      </p:sp>
      <p:sp>
        <p:nvSpPr>
          <p:cNvPr id="143" name="Google Shape;143;p1"/>
          <p:cNvSpPr/>
          <p:nvPr/>
        </p:nvSpPr>
        <p:spPr>
          <a:xfrm>
            <a:off x="1200331" y="3485537"/>
            <a:ext cx="5035818" cy="475329"/>
          </a:xfrm>
          <a:prstGeom prst="rect">
            <a:avLst/>
          </a:prstGeom>
          <a:noFill/>
          <a:ln>
            <a:noFill/>
          </a:ln>
        </p:spPr>
        <p:txBody>
          <a:bodyPr anchorCtr="0" anchor="b" bIns="0" lIns="0" spcFirstLastPara="1" rIns="0" wrap="square" tIns="0">
            <a:normAutofit/>
          </a:bodyPr>
          <a:lstStyle/>
          <a:p>
            <a:pPr indent="0" lvl="0" marL="0" marR="0" rtl="0" algn="l">
              <a:lnSpc>
                <a:spcPct val="80000"/>
              </a:lnSpc>
              <a:spcBef>
                <a:spcPts val="0"/>
              </a:spcBef>
              <a:spcAft>
                <a:spcPts val="0"/>
              </a:spcAft>
              <a:buNone/>
            </a:pPr>
            <a:r>
              <a:rPr b="1" lang="en-US" sz="1850">
                <a:solidFill>
                  <a:srgbClr val="351C75"/>
                </a:solidFill>
              </a:rPr>
              <a:t>Các bạn đã đi làm nhưng chưa được trang bị về Lý thuyết nghề.</a:t>
            </a:r>
            <a:endParaRPr b="1" sz="1850">
              <a:solidFill>
                <a:srgbClr val="351C75"/>
              </a:solidFill>
            </a:endParaRPr>
          </a:p>
        </p:txBody>
      </p:sp>
      <p:sp>
        <p:nvSpPr>
          <p:cNvPr id="144" name="Google Shape;144;p1"/>
          <p:cNvSpPr/>
          <p:nvPr/>
        </p:nvSpPr>
        <p:spPr>
          <a:xfrm>
            <a:off x="1200331" y="4220800"/>
            <a:ext cx="5035818" cy="475329"/>
          </a:xfrm>
          <a:prstGeom prst="rect">
            <a:avLst/>
          </a:prstGeom>
          <a:noFill/>
          <a:ln>
            <a:noFill/>
          </a:ln>
        </p:spPr>
        <p:txBody>
          <a:bodyPr anchorCtr="0" anchor="b" bIns="0" lIns="0" spcFirstLastPara="1" rIns="0" wrap="square" tIns="0">
            <a:normAutofit/>
          </a:bodyPr>
          <a:lstStyle/>
          <a:p>
            <a:pPr indent="0" lvl="0" marL="0" marR="0" rtl="0" algn="l">
              <a:lnSpc>
                <a:spcPct val="80000"/>
              </a:lnSpc>
              <a:spcBef>
                <a:spcPts val="0"/>
              </a:spcBef>
              <a:spcAft>
                <a:spcPts val="0"/>
              </a:spcAft>
              <a:buNone/>
            </a:pPr>
            <a:r>
              <a:rPr b="1" lang="en-US" sz="1850">
                <a:solidFill>
                  <a:srgbClr val="351C75"/>
                </a:solidFill>
              </a:rPr>
              <a:t>Các bạn trái ngành muốn rẽ sang nghề </a:t>
            </a:r>
            <a:endParaRPr sz="1850">
              <a:solidFill>
                <a:srgbClr val="351C75"/>
              </a:solidFill>
            </a:endParaRPr>
          </a:p>
          <a:p>
            <a:pPr indent="0" lvl="0" marL="0" marR="0" rtl="0" algn="l">
              <a:lnSpc>
                <a:spcPct val="80000"/>
              </a:lnSpc>
              <a:spcBef>
                <a:spcPts val="0"/>
              </a:spcBef>
              <a:spcAft>
                <a:spcPts val="0"/>
              </a:spcAft>
              <a:buNone/>
            </a:pPr>
            <a:r>
              <a:rPr b="1" lang="en-US" sz="1850">
                <a:solidFill>
                  <a:srgbClr val="351C75"/>
                </a:solidFill>
              </a:rPr>
              <a:t>IT Comtor.</a:t>
            </a:r>
            <a:endParaRPr sz="1850">
              <a:solidFill>
                <a:srgbClr val="351C75"/>
              </a:solidFill>
            </a:endParaRPr>
          </a:p>
        </p:txBody>
      </p:sp>
      <p:pic>
        <p:nvPicPr>
          <p:cNvPr id="145" name="Google Shape;145;p1"/>
          <p:cNvPicPr preferRelativeResize="0"/>
          <p:nvPr/>
        </p:nvPicPr>
        <p:blipFill rotWithShape="1">
          <a:blip r:embed="rId3">
            <a:alphaModFix/>
          </a:blip>
          <a:srcRect b="0" l="0" r="0" t="0"/>
          <a:stretch/>
        </p:blipFill>
        <p:spPr>
          <a:xfrm>
            <a:off x="7621178" y="1405614"/>
            <a:ext cx="3322749" cy="4282980"/>
          </a:xfrm>
          <a:prstGeom prst="rect">
            <a:avLst/>
          </a:prstGeom>
          <a:noFill/>
          <a:ln>
            <a:noFill/>
          </a:ln>
        </p:spPr>
      </p:pic>
      <p:sp>
        <p:nvSpPr>
          <p:cNvPr id="146" name="Google Shape;146;p1"/>
          <p:cNvSpPr/>
          <p:nvPr/>
        </p:nvSpPr>
        <p:spPr>
          <a:xfrm>
            <a:off x="1200331" y="4946707"/>
            <a:ext cx="5035818" cy="475329"/>
          </a:xfrm>
          <a:prstGeom prst="rect">
            <a:avLst/>
          </a:prstGeom>
          <a:noFill/>
          <a:ln>
            <a:noFill/>
          </a:ln>
        </p:spPr>
        <p:txBody>
          <a:bodyPr anchorCtr="0" anchor="b" bIns="0" lIns="0" spcFirstLastPara="1" rIns="0" wrap="square" tIns="0">
            <a:normAutofit/>
          </a:bodyPr>
          <a:lstStyle/>
          <a:p>
            <a:pPr indent="0" lvl="0" marL="0" marR="0" rtl="0" algn="l">
              <a:lnSpc>
                <a:spcPct val="80000"/>
              </a:lnSpc>
              <a:spcBef>
                <a:spcPts val="0"/>
              </a:spcBef>
              <a:spcAft>
                <a:spcPts val="0"/>
              </a:spcAft>
              <a:buNone/>
            </a:pPr>
            <a:r>
              <a:rPr b="1" lang="en-US" sz="1850">
                <a:solidFill>
                  <a:srgbClr val="351C75"/>
                </a:solidFill>
              </a:rPr>
              <a:t>Senior Comtor, Comtor Leader cần đóng gói kiến thức đào tạo.</a:t>
            </a:r>
            <a:endParaRPr sz="1850">
              <a:solidFill>
                <a:srgbClr val="351C75"/>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p:bgPr>
    </p:bg>
    <p:spTree>
      <p:nvGrpSpPr>
        <p:cNvPr id="150" name="Shape 150"/>
        <p:cNvGrpSpPr/>
        <p:nvPr/>
      </p:nvGrpSpPr>
      <p:grpSpPr>
        <a:xfrm>
          <a:off x="0" y="0"/>
          <a:ext cx="0" cy="0"/>
          <a:chOff x="0" y="0"/>
          <a:chExt cx="0" cy="0"/>
        </a:xfrm>
      </p:grpSpPr>
      <p:sp>
        <p:nvSpPr>
          <p:cNvPr id="151" name="Google Shape;151;p2"/>
          <p:cNvSpPr txBox="1"/>
          <p:nvPr>
            <p:ph type="title"/>
          </p:nvPr>
        </p:nvSpPr>
        <p:spPr>
          <a:xfrm>
            <a:off x="1534160" y="1101725"/>
            <a:ext cx="9029700" cy="835660"/>
          </a:xfrm>
          <a:prstGeom prst="rect">
            <a:avLst/>
          </a:prstGeom>
          <a:noFill/>
          <a:ln>
            <a:noFill/>
          </a:ln>
        </p:spPr>
        <p:txBody>
          <a:bodyPr anchorCtr="0" anchor="t" bIns="0" lIns="0" spcFirstLastPara="1" rIns="0" wrap="square" tIns="0">
            <a:normAutofit/>
          </a:bodyPr>
          <a:lstStyle/>
          <a:p>
            <a:pPr indent="0" lvl="0" marL="0" rtl="0" algn="ctr">
              <a:lnSpc>
                <a:spcPct val="100000"/>
              </a:lnSpc>
              <a:spcBef>
                <a:spcPts val="0"/>
              </a:spcBef>
              <a:spcAft>
                <a:spcPts val="0"/>
              </a:spcAft>
              <a:buClr>
                <a:schemeClr val="lt1"/>
              </a:buClr>
              <a:buSzPts val="4000"/>
              <a:buFont typeface="Arial"/>
              <a:buNone/>
            </a:pPr>
            <a:r>
              <a:rPr lang="en-US" sz="4000">
                <a:solidFill>
                  <a:srgbClr val="351C75"/>
                </a:solidFill>
                <a:latin typeface="Arial"/>
                <a:ea typeface="Arial"/>
                <a:cs typeface="Arial"/>
                <a:sym typeface="Arial"/>
              </a:rPr>
              <a:t>Quy trình phát triển phần mềm</a:t>
            </a:r>
            <a:endParaRPr>
              <a:solidFill>
                <a:srgbClr val="351C75"/>
              </a:solidFill>
            </a:endParaRPr>
          </a:p>
        </p:txBody>
      </p:sp>
      <p:cxnSp>
        <p:nvCxnSpPr>
          <p:cNvPr id="152" name="Google Shape;152;p2"/>
          <p:cNvCxnSpPr/>
          <p:nvPr/>
        </p:nvCxnSpPr>
        <p:spPr>
          <a:xfrm>
            <a:off x="2905690" y="3031547"/>
            <a:ext cx="831701" cy="0"/>
          </a:xfrm>
          <a:prstGeom prst="straightConnector1">
            <a:avLst/>
          </a:prstGeom>
          <a:noFill/>
          <a:ln cap="flat" cmpd="sng" w="12700">
            <a:solidFill>
              <a:srgbClr val="0000FF"/>
            </a:solidFill>
            <a:prstDash val="solid"/>
            <a:miter lim="800000"/>
            <a:headEnd len="sm" w="sm" type="none"/>
            <a:tailEnd len="sm" w="sm" type="none"/>
          </a:ln>
        </p:spPr>
      </p:cxnSp>
      <p:sp>
        <p:nvSpPr>
          <p:cNvPr id="153" name="Google Shape;153;p2"/>
          <p:cNvSpPr/>
          <p:nvPr/>
        </p:nvSpPr>
        <p:spPr>
          <a:xfrm>
            <a:off x="1386840" y="4272280"/>
            <a:ext cx="2249805" cy="851535"/>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b="1" lang="en-US" sz="2000">
                <a:solidFill>
                  <a:srgbClr val="351C75"/>
                </a:solidFill>
              </a:rPr>
              <a:t>Thu thập &amp; </a:t>
            </a:r>
            <a:endParaRPr b="1" sz="2000">
              <a:solidFill>
                <a:srgbClr val="351C75"/>
              </a:solidFill>
            </a:endParaRPr>
          </a:p>
          <a:p>
            <a:pPr indent="0" lvl="0" marL="0" marR="0" rtl="0" algn="ctr">
              <a:lnSpc>
                <a:spcPct val="150000"/>
              </a:lnSpc>
              <a:spcBef>
                <a:spcPts val="0"/>
              </a:spcBef>
              <a:spcAft>
                <a:spcPts val="0"/>
              </a:spcAft>
              <a:buNone/>
            </a:pPr>
            <a:r>
              <a:rPr b="1" lang="en-US" sz="2000">
                <a:solidFill>
                  <a:srgbClr val="351C75"/>
                </a:solidFill>
              </a:rPr>
              <a:t>Phân tích yêu cầu</a:t>
            </a:r>
            <a:endParaRPr b="1">
              <a:solidFill>
                <a:srgbClr val="351C75"/>
              </a:solidFill>
            </a:endParaRPr>
          </a:p>
        </p:txBody>
      </p:sp>
      <p:sp>
        <p:nvSpPr>
          <p:cNvPr id="154" name="Google Shape;154;p2"/>
          <p:cNvSpPr/>
          <p:nvPr/>
        </p:nvSpPr>
        <p:spPr>
          <a:xfrm>
            <a:off x="1640205" y="3675380"/>
            <a:ext cx="1693545" cy="598170"/>
          </a:xfrm>
          <a:prstGeom prst="rect">
            <a:avLst/>
          </a:prstGeom>
          <a:noFill/>
          <a:ln>
            <a:noFill/>
          </a:ln>
        </p:spPr>
        <p:txBody>
          <a:bodyPr anchorCtr="0" anchor="b" bIns="0" lIns="0" spcFirstLastPara="1" rIns="0" wrap="square" tIns="0">
            <a:noAutofit/>
          </a:bodyPr>
          <a:lstStyle/>
          <a:p>
            <a:pPr indent="0" lvl="0" marL="0" marR="0" rtl="0" algn="ctr">
              <a:lnSpc>
                <a:spcPct val="110000"/>
              </a:lnSpc>
              <a:spcBef>
                <a:spcPts val="0"/>
              </a:spcBef>
              <a:spcAft>
                <a:spcPts val="0"/>
              </a:spcAft>
              <a:buNone/>
            </a:pPr>
            <a:r>
              <a:rPr b="1" lang="en-US" sz="2000">
                <a:solidFill>
                  <a:srgbClr val="351C75"/>
                </a:solidFill>
                <a:latin typeface="Arial"/>
                <a:ea typeface="Arial"/>
                <a:cs typeface="Arial"/>
                <a:sym typeface="Arial"/>
              </a:rPr>
              <a:t>Requirement Analysis</a:t>
            </a:r>
            <a:endParaRPr b="1">
              <a:solidFill>
                <a:srgbClr val="351C75"/>
              </a:solidFill>
            </a:endParaRPr>
          </a:p>
        </p:txBody>
      </p:sp>
      <p:sp>
        <p:nvSpPr>
          <p:cNvPr id="155" name="Google Shape;155;p2"/>
          <p:cNvSpPr/>
          <p:nvPr/>
        </p:nvSpPr>
        <p:spPr>
          <a:xfrm>
            <a:off x="2071145" y="2613859"/>
            <a:ext cx="835375" cy="835375"/>
          </a:xfrm>
          <a:prstGeom prst="arc">
            <a:avLst>
              <a:gd fmla="val 6375916" name="adj1"/>
              <a:gd fmla="val 4453969" name="adj2"/>
            </a:avLst>
          </a:prstGeom>
          <a:noFill/>
          <a:ln cap="flat" cmpd="sng" w="12700">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156" name="Google Shape;156;p2"/>
          <p:cNvSpPr/>
          <p:nvPr/>
        </p:nvSpPr>
        <p:spPr>
          <a:xfrm>
            <a:off x="2372024" y="3319140"/>
            <a:ext cx="233894" cy="233894"/>
          </a:xfrm>
          <a:prstGeom prst="ellipse">
            <a:avLst/>
          </a:prstGeom>
          <a:noFill/>
          <a:ln cap="flat" cmpd="sng" w="12700">
            <a:solidFill>
              <a:srgbClr val="0000FF"/>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2000">
                <a:solidFill>
                  <a:srgbClr val="351C75"/>
                </a:solidFill>
              </a:rPr>
              <a:t>1</a:t>
            </a:r>
            <a:endParaRPr b="1">
              <a:solidFill>
                <a:srgbClr val="351C75"/>
              </a:solidFill>
            </a:endParaRPr>
          </a:p>
        </p:txBody>
      </p:sp>
      <p:sp>
        <p:nvSpPr>
          <p:cNvPr id="157" name="Google Shape;157;p2"/>
          <p:cNvSpPr/>
          <p:nvPr/>
        </p:nvSpPr>
        <p:spPr>
          <a:xfrm>
            <a:off x="2374515" y="2923319"/>
            <a:ext cx="228912" cy="216633"/>
          </a:xfrm>
          <a:custGeom>
            <a:rect b="b" l="l" r="r" t="t"/>
            <a:pathLst>
              <a:path extrusionOk="0" h="783" w="827">
                <a:moveTo>
                  <a:pt x="354" y="628"/>
                </a:moveTo>
                <a:cubicBezTo>
                  <a:pt x="354" y="636"/>
                  <a:pt x="355" y="688"/>
                  <a:pt x="354" y="695"/>
                </a:cubicBezTo>
                <a:cubicBezTo>
                  <a:pt x="352" y="710"/>
                  <a:pt x="346" y="725"/>
                  <a:pt x="338" y="738"/>
                </a:cubicBezTo>
                <a:lnTo>
                  <a:pt x="727" y="738"/>
                </a:lnTo>
                <a:cubicBezTo>
                  <a:pt x="758" y="738"/>
                  <a:pt x="783" y="714"/>
                  <a:pt x="783" y="683"/>
                </a:cubicBezTo>
                <a:lnTo>
                  <a:pt x="783" y="628"/>
                </a:lnTo>
                <a:lnTo>
                  <a:pt x="354" y="628"/>
                </a:lnTo>
                <a:close/>
                <a:moveTo>
                  <a:pt x="495" y="404"/>
                </a:moveTo>
                <a:lnTo>
                  <a:pt x="495" y="460"/>
                </a:lnTo>
                <a:lnTo>
                  <a:pt x="529" y="423"/>
                </a:lnTo>
                <a:lnTo>
                  <a:pt x="495" y="404"/>
                </a:lnTo>
                <a:close/>
                <a:moveTo>
                  <a:pt x="749" y="116"/>
                </a:moveTo>
                <a:lnTo>
                  <a:pt x="506" y="360"/>
                </a:lnTo>
                <a:lnTo>
                  <a:pt x="692" y="461"/>
                </a:lnTo>
                <a:lnTo>
                  <a:pt x="749" y="116"/>
                </a:lnTo>
                <a:close/>
                <a:moveTo>
                  <a:pt x="690" y="113"/>
                </a:moveTo>
                <a:lnTo>
                  <a:pt x="325" y="261"/>
                </a:lnTo>
                <a:lnTo>
                  <a:pt x="465" y="338"/>
                </a:lnTo>
                <a:lnTo>
                  <a:pt x="690" y="113"/>
                </a:lnTo>
                <a:close/>
                <a:moveTo>
                  <a:pt x="183" y="44"/>
                </a:moveTo>
                <a:cubicBezTo>
                  <a:pt x="208" y="86"/>
                  <a:pt x="197" y="105"/>
                  <a:pt x="199" y="174"/>
                </a:cubicBezTo>
                <a:lnTo>
                  <a:pt x="199" y="663"/>
                </a:lnTo>
                <a:cubicBezTo>
                  <a:pt x="201" y="672"/>
                  <a:pt x="191" y="707"/>
                  <a:pt x="227" y="731"/>
                </a:cubicBezTo>
                <a:cubicBezTo>
                  <a:pt x="267" y="754"/>
                  <a:pt x="310" y="721"/>
                  <a:pt x="310" y="686"/>
                </a:cubicBezTo>
                <a:cubicBezTo>
                  <a:pt x="310" y="680"/>
                  <a:pt x="310" y="682"/>
                  <a:pt x="310" y="673"/>
                </a:cubicBezTo>
                <a:cubicBezTo>
                  <a:pt x="311" y="641"/>
                  <a:pt x="307" y="627"/>
                  <a:pt x="314" y="610"/>
                </a:cubicBezTo>
                <a:cubicBezTo>
                  <a:pt x="322" y="592"/>
                  <a:pt x="340" y="583"/>
                  <a:pt x="355" y="583"/>
                </a:cubicBezTo>
                <a:lnTo>
                  <a:pt x="628" y="583"/>
                </a:lnTo>
                <a:lnTo>
                  <a:pt x="628" y="476"/>
                </a:lnTo>
                <a:lnTo>
                  <a:pt x="569" y="445"/>
                </a:lnTo>
                <a:lnTo>
                  <a:pt x="502" y="518"/>
                </a:lnTo>
                <a:cubicBezTo>
                  <a:pt x="483" y="538"/>
                  <a:pt x="450" y="525"/>
                  <a:pt x="450" y="498"/>
                </a:cubicBezTo>
                <a:lnTo>
                  <a:pt x="450" y="380"/>
                </a:lnTo>
                <a:lnTo>
                  <a:pt x="276" y="285"/>
                </a:lnTo>
                <a:cubicBezTo>
                  <a:pt x="254" y="274"/>
                  <a:pt x="256" y="242"/>
                  <a:pt x="279" y="232"/>
                </a:cubicBezTo>
                <a:lnTo>
                  <a:pt x="627" y="91"/>
                </a:lnTo>
                <a:lnTo>
                  <a:pt x="626" y="89"/>
                </a:lnTo>
                <a:cubicBezTo>
                  <a:pt x="621" y="63"/>
                  <a:pt x="599" y="44"/>
                  <a:pt x="572" y="44"/>
                </a:cubicBezTo>
                <a:lnTo>
                  <a:pt x="183" y="44"/>
                </a:lnTo>
                <a:close/>
                <a:moveTo>
                  <a:pt x="102" y="44"/>
                </a:moveTo>
                <a:cubicBezTo>
                  <a:pt x="99" y="44"/>
                  <a:pt x="95" y="44"/>
                  <a:pt x="92" y="45"/>
                </a:cubicBezTo>
                <a:cubicBezTo>
                  <a:pt x="69" y="48"/>
                  <a:pt x="51" y="65"/>
                  <a:pt x="46" y="87"/>
                </a:cubicBezTo>
                <a:cubicBezTo>
                  <a:pt x="43" y="107"/>
                  <a:pt x="45" y="102"/>
                  <a:pt x="44" y="131"/>
                </a:cubicBezTo>
                <a:cubicBezTo>
                  <a:pt x="44" y="176"/>
                  <a:pt x="44" y="251"/>
                  <a:pt x="44" y="251"/>
                </a:cubicBezTo>
                <a:lnTo>
                  <a:pt x="155" y="251"/>
                </a:lnTo>
                <a:lnTo>
                  <a:pt x="155" y="131"/>
                </a:lnTo>
                <a:cubicBezTo>
                  <a:pt x="154" y="103"/>
                  <a:pt x="156" y="108"/>
                  <a:pt x="154" y="89"/>
                </a:cubicBezTo>
                <a:cubicBezTo>
                  <a:pt x="149" y="64"/>
                  <a:pt x="127" y="45"/>
                  <a:pt x="102" y="44"/>
                </a:cubicBezTo>
                <a:close/>
                <a:moveTo>
                  <a:pt x="99" y="0"/>
                </a:moveTo>
                <a:lnTo>
                  <a:pt x="572" y="0"/>
                </a:lnTo>
                <a:cubicBezTo>
                  <a:pt x="617" y="0"/>
                  <a:pt x="654" y="29"/>
                  <a:pt x="667" y="69"/>
                </a:cubicBezTo>
                <a:lnTo>
                  <a:pt x="668" y="74"/>
                </a:lnTo>
                <a:lnTo>
                  <a:pt x="762" y="36"/>
                </a:lnTo>
                <a:cubicBezTo>
                  <a:pt x="783" y="28"/>
                  <a:pt x="806" y="46"/>
                  <a:pt x="802" y="68"/>
                </a:cubicBezTo>
                <a:lnTo>
                  <a:pt x="732" y="488"/>
                </a:lnTo>
                <a:cubicBezTo>
                  <a:pt x="731" y="498"/>
                  <a:pt x="725" y="506"/>
                  <a:pt x="716" y="510"/>
                </a:cubicBezTo>
                <a:cubicBezTo>
                  <a:pt x="708" y="514"/>
                  <a:pt x="697" y="514"/>
                  <a:pt x="689" y="509"/>
                </a:cubicBezTo>
                <a:lnTo>
                  <a:pt x="672" y="500"/>
                </a:lnTo>
                <a:lnTo>
                  <a:pt x="672" y="583"/>
                </a:lnTo>
                <a:lnTo>
                  <a:pt x="783" y="583"/>
                </a:lnTo>
                <a:cubicBezTo>
                  <a:pt x="807" y="583"/>
                  <a:pt x="827" y="603"/>
                  <a:pt x="827" y="628"/>
                </a:cubicBezTo>
                <a:lnTo>
                  <a:pt x="827" y="683"/>
                </a:lnTo>
                <a:cubicBezTo>
                  <a:pt x="827" y="738"/>
                  <a:pt x="782" y="783"/>
                  <a:pt x="727" y="783"/>
                </a:cubicBezTo>
                <a:lnTo>
                  <a:pt x="255" y="783"/>
                </a:lnTo>
                <a:cubicBezTo>
                  <a:pt x="176" y="780"/>
                  <a:pt x="152" y="710"/>
                  <a:pt x="155" y="676"/>
                </a:cubicBezTo>
                <a:cubicBezTo>
                  <a:pt x="155" y="630"/>
                  <a:pt x="155" y="295"/>
                  <a:pt x="155" y="295"/>
                </a:cubicBezTo>
                <a:lnTo>
                  <a:pt x="44" y="295"/>
                </a:lnTo>
                <a:cubicBezTo>
                  <a:pt x="20" y="295"/>
                  <a:pt x="0" y="276"/>
                  <a:pt x="0" y="251"/>
                </a:cubicBezTo>
                <a:lnTo>
                  <a:pt x="0" y="101"/>
                </a:lnTo>
                <a:cubicBezTo>
                  <a:pt x="0" y="46"/>
                  <a:pt x="44" y="0"/>
                  <a:pt x="99" y="0"/>
                </a:cubicBezTo>
                <a:close/>
              </a:path>
            </a:pathLst>
          </a:custGeom>
          <a:solidFill>
            <a:schemeClr val="accent1"/>
          </a:solidFill>
          <a:ln cap="flat" cmpd="sng" w="9525">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1"/>
              </a:solidFill>
              <a:latin typeface="Arial"/>
              <a:ea typeface="Arial"/>
              <a:cs typeface="Arial"/>
              <a:sym typeface="Arial"/>
            </a:endParaRPr>
          </a:p>
        </p:txBody>
      </p:sp>
      <p:sp>
        <p:nvSpPr>
          <p:cNvPr id="158" name="Google Shape;158;p2"/>
          <p:cNvSpPr/>
          <p:nvPr/>
        </p:nvSpPr>
        <p:spPr>
          <a:xfrm>
            <a:off x="3518535" y="4283710"/>
            <a:ext cx="1369695" cy="537210"/>
          </a:xfrm>
          <a:prstGeom prst="rect">
            <a:avLst/>
          </a:prstGeom>
          <a:noFill/>
          <a:ln>
            <a:noFill/>
          </a:ln>
        </p:spPr>
        <p:txBody>
          <a:bodyPr anchorCtr="0" anchor="t" bIns="0" lIns="0" spcFirstLastPara="1" rIns="0" wrap="square" tIns="0">
            <a:normAutofit/>
          </a:bodyPr>
          <a:lstStyle/>
          <a:p>
            <a:pPr indent="0" lvl="0" marL="0" marR="0" rtl="0" algn="ctr">
              <a:lnSpc>
                <a:spcPct val="150000"/>
              </a:lnSpc>
              <a:spcBef>
                <a:spcPts val="0"/>
              </a:spcBef>
              <a:spcAft>
                <a:spcPts val="0"/>
              </a:spcAft>
              <a:buNone/>
            </a:pPr>
            <a:r>
              <a:rPr b="1" lang="en-US" sz="2000">
                <a:solidFill>
                  <a:srgbClr val="351C75"/>
                </a:solidFill>
              </a:rPr>
              <a:t>Thiết kế</a:t>
            </a:r>
            <a:endParaRPr b="1">
              <a:solidFill>
                <a:srgbClr val="351C75"/>
              </a:solidFill>
            </a:endParaRPr>
          </a:p>
        </p:txBody>
      </p:sp>
      <p:sp>
        <p:nvSpPr>
          <p:cNvPr id="159" name="Google Shape;159;p2"/>
          <p:cNvSpPr/>
          <p:nvPr/>
        </p:nvSpPr>
        <p:spPr>
          <a:xfrm>
            <a:off x="3519805" y="3610610"/>
            <a:ext cx="1276350" cy="384175"/>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b="1" lang="en-US" sz="2000">
                <a:solidFill>
                  <a:srgbClr val="351C75"/>
                </a:solidFill>
                <a:latin typeface="Arial"/>
                <a:ea typeface="Arial"/>
                <a:cs typeface="Arial"/>
                <a:sym typeface="Arial"/>
              </a:rPr>
              <a:t>Design</a:t>
            </a:r>
            <a:endParaRPr b="1">
              <a:solidFill>
                <a:srgbClr val="351C75"/>
              </a:solidFill>
            </a:endParaRPr>
          </a:p>
        </p:txBody>
      </p:sp>
      <p:sp>
        <p:nvSpPr>
          <p:cNvPr id="160" name="Google Shape;160;p2"/>
          <p:cNvSpPr/>
          <p:nvPr/>
        </p:nvSpPr>
        <p:spPr>
          <a:xfrm>
            <a:off x="3740235" y="2613859"/>
            <a:ext cx="835375" cy="835375"/>
          </a:xfrm>
          <a:prstGeom prst="arc">
            <a:avLst>
              <a:gd fmla="val 6375851" name="adj1"/>
              <a:gd fmla="val 4457771" name="adj2"/>
            </a:avLst>
          </a:prstGeom>
          <a:noFill/>
          <a:ln cap="flat" cmpd="sng" w="12700">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161" name="Google Shape;161;p2"/>
          <p:cNvSpPr/>
          <p:nvPr/>
        </p:nvSpPr>
        <p:spPr>
          <a:xfrm>
            <a:off x="4041114" y="3319140"/>
            <a:ext cx="233894" cy="233894"/>
          </a:xfrm>
          <a:prstGeom prst="ellipse">
            <a:avLst/>
          </a:prstGeom>
          <a:noFill/>
          <a:ln cap="flat" cmpd="sng" w="12700">
            <a:solidFill>
              <a:srgbClr val="0000FF"/>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2000">
                <a:solidFill>
                  <a:srgbClr val="351C75"/>
                </a:solidFill>
              </a:rPr>
              <a:t>2</a:t>
            </a:r>
            <a:endParaRPr b="1">
              <a:solidFill>
                <a:srgbClr val="351C75"/>
              </a:solidFill>
            </a:endParaRPr>
          </a:p>
        </p:txBody>
      </p:sp>
      <p:sp>
        <p:nvSpPr>
          <p:cNvPr id="162" name="Google Shape;162;p2"/>
          <p:cNvSpPr/>
          <p:nvPr/>
        </p:nvSpPr>
        <p:spPr>
          <a:xfrm>
            <a:off x="5085715" y="4272280"/>
            <a:ext cx="1369695" cy="514985"/>
          </a:xfrm>
          <a:prstGeom prst="rect">
            <a:avLst/>
          </a:prstGeom>
          <a:noFill/>
          <a:ln>
            <a:noFill/>
          </a:ln>
        </p:spPr>
        <p:txBody>
          <a:bodyPr anchorCtr="0" anchor="t" bIns="0" lIns="0" spcFirstLastPara="1" rIns="0" wrap="square" tIns="0">
            <a:normAutofit/>
          </a:bodyPr>
          <a:lstStyle/>
          <a:p>
            <a:pPr indent="0" lvl="0" marL="0" marR="0" rtl="0" algn="ctr">
              <a:lnSpc>
                <a:spcPct val="150000"/>
              </a:lnSpc>
              <a:spcBef>
                <a:spcPts val="0"/>
              </a:spcBef>
              <a:spcAft>
                <a:spcPts val="0"/>
              </a:spcAft>
              <a:buNone/>
            </a:pPr>
            <a:r>
              <a:rPr b="1" lang="en-US" sz="2000">
                <a:solidFill>
                  <a:srgbClr val="351C75"/>
                </a:solidFill>
              </a:rPr>
              <a:t>Phát triển</a:t>
            </a:r>
            <a:endParaRPr b="1">
              <a:solidFill>
                <a:srgbClr val="351C75"/>
              </a:solidFill>
            </a:endParaRPr>
          </a:p>
        </p:txBody>
      </p:sp>
      <p:sp>
        <p:nvSpPr>
          <p:cNvPr id="163" name="Google Shape;163;p2"/>
          <p:cNvSpPr/>
          <p:nvPr/>
        </p:nvSpPr>
        <p:spPr>
          <a:xfrm>
            <a:off x="5016500" y="3714115"/>
            <a:ext cx="1654175" cy="28067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b="1" lang="en-US" sz="2000">
                <a:solidFill>
                  <a:srgbClr val="351C75"/>
                </a:solidFill>
                <a:latin typeface="Arial"/>
                <a:ea typeface="Arial"/>
                <a:cs typeface="Arial"/>
                <a:sym typeface="Arial"/>
              </a:rPr>
              <a:t>Development</a:t>
            </a:r>
            <a:endParaRPr b="1">
              <a:solidFill>
                <a:srgbClr val="351C75"/>
              </a:solidFill>
            </a:endParaRPr>
          </a:p>
        </p:txBody>
      </p:sp>
      <p:sp>
        <p:nvSpPr>
          <p:cNvPr id="164" name="Google Shape;164;p2"/>
          <p:cNvSpPr/>
          <p:nvPr/>
        </p:nvSpPr>
        <p:spPr>
          <a:xfrm>
            <a:off x="5409879" y="2613859"/>
            <a:ext cx="835375" cy="835375"/>
          </a:xfrm>
          <a:prstGeom prst="arc">
            <a:avLst>
              <a:gd fmla="val 6392578" name="adj1"/>
              <a:gd fmla="val 4437989" name="adj2"/>
            </a:avLst>
          </a:prstGeom>
          <a:noFill/>
          <a:ln cap="flat" cmpd="sng" w="12700">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165" name="Google Shape;165;p2"/>
          <p:cNvSpPr/>
          <p:nvPr/>
        </p:nvSpPr>
        <p:spPr>
          <a:xfrm>
            <a:off x="5710758" y="3319140"/>
            <a:ext cx="233894" cy="233894"/>
          </a:xfrm>
          <a:prstGeom prst="ellipse">
            <a:avLst/>
          </a:prstGeom>
          <a:noFill/>
          <a:ln cap="flat" cmpd="sng" w="12700">
            <a:solidFill>
              <a:srgbClr val="0000FF"/>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2000">
                <a:solidFill>
                  <a:srgbClr val="351C75"/>
                </a:solidFill>
              </a:rPr>
              <a:t>3</a:t>
            </a:r>
            <a:endParaRPr b="1">
              <a:solidFill>
                <a:srgbClr val="351C75"/>
              </a:solidFill>
            </a:endParaRPr>
          </a:p>
        </p:txBody>
      </p:sp>
      <p:sp>
        <p:nvSpPr>
          <p:cNvPr id="166" name="Google Shape;166;p2"/>
          <p:cNvSpPr/>
          <p:nvPr/>
        </p:nvSpPr>
        <p:spPr>
          <a:xfrm>
            <a:off x="5701624" y="2921658"/>
            <a:ext cx="251886" cy="219435"/>
          </a:xfrm>
          <a:custGeom>
            <a:rect b="b" l="l" r="r" t="t"/>
            <a:pathLst>
              <a:path extrusionOk="0" h="793" w="910">
                <a:moveTo>
                  <a:pt x="455" y="384"/>
                </a:moveTo>
                <a:cubicBezTo>
                  <a:pt x="469" y="384"/>
                  <a:pt x="480" y="395"/>
                  <a:pt x="480" y="409"/>
                </a:cubicBezTo>
                <a:lnTo>
                  <a:pt x="480" y="488"/>
                </a:lnTo>
                <a:lnTo>
                  <a:pt x="559" y="488"/>
                </a:lnTo>
                <a:cubicBezTo>
                  <a:pt x="572" y="488"/>
                  <a:pt x="583" y="499"/>
                  <a:pt x="583" y="512"/>
                </a:cubicBezTo>
                <a:cubicBezTo>
                  <a:pt x="583" y="526"/>
                  <a:pt x="572" y="537"/>
                  <a:pt x="559" y="537"/>
                </a:cubicBezTo>
                <a:lnTo>
                  <a:pt x="480" y="537"/>
                </a:lnTo>
                <a:lnTo>
                  <a:pt x="480" y="616"/>
                </a:lnTo>
                <a:cubicBezTo>
                  <a:pt x="480" y="630"/>
                  <a:pt x="469" y="641"/>
                  <a:pt x="455" y="641"/>
                </a:cubicBezTo>
                <a:cubicBezTo>
                  <a:pt x="441" y="641"/>
                  <a:pt x="430" y="630"/>
                  <a:pt x="430" y="616"/>
                </a:cubicBezTo>
                <a:lnTo>
                  <a:pt x="430" y="537"/>
                </a:lnTo>
                <a:lnTo>
                  <a:pt x="351" y="537"/>
                </a:lnTo>
                <a:cubicBezTo>
                  <a:pt x="338" y="537"/>
                  <a:pt x="327" y="526"/>
                  <a:pt x="327" y="512"/>
                </a:cubicBezTo>
                <a:cubicBezTo>
                  <a:pt x="327" y="499"/>
                  <a:pt x="338" y="488"/>
                  <a:pt x="351" y="488"/>
                </a:cubicBezTo>
                <a:lnTo>
                  <a:pt x="430" y="488"/>
                </a:lnTo>
                <a:lnTo>
                  <a:pt x="430" y="409"/>
                </a:lnTo>
                <a:cubicBezTo>
                  <a:pt x="430" y="395"/>
                  <a:pt x="441" y="384"/>
                  <a:pt x="455" y="384"/>
                </a:cubicBezTo>
                <a:close/>
                <a:moveTo>
                  <a:pt x="66" y="285"/>
                </a:moveTo>
                <a:cubicBezTo>
                  <a:pt x="61" y="285"/>
                  <a:pt x="57" y="287"/>
                  <a:pt x="54" y="291"/>
                </a:cubicBezTo>
                <a:cubicBezTo>
                  <a:pt x="51" y="294"/>
                  <a:pt x="49" y="299"/>
                  <a:pt x="50" y="303"/>
                </a:cubicBezTo>
                <a:lnTo>
                  <a:pt x="92" y="728"/>
                </a:lnTo>
                <a:cubicBezTo>
                  <a:pt x="93" y="737"/>
                  <a:pt x="100" y="743"/>
                  <a:pt x="109" y="743"/>
                </a:cubicBezTo>
                <a:lnTo>
                  <a:pt x="801" y="743"/>
                </a:lnTo>
                <a:cubicBezTo>
                  <a:pt x="810" y="743"/>
                  <a:pt x="817" y="737"/>
                  <a:pt x="818" y="728"/>
                </a:cubicBezTo>
                <a:lnTo>
                  <a:pt x="860" y="303"/>
                </a:lnTo>
                <a:cubicBezTo>
                  <a:pt x="861" y="299"/>
                  <a:pt x="859" y="294"/>
                  <a:pt x="856" y="291"/>
                </a:cubicBezTo>
                <a:cubicBezTo>
                  <a:pt x="853" y="287"/>
                  <a:pt x="849" y="285"/>
                  <a:pt x="844" y="285"/>
                </a:cubicBezTo>
                <a:lnTo>
                  <a:pt x="66" y="285"/>
                </a:lnTo>
                <a:close/>
                <a:moveTo>
                  <a:pt x="773" y="170"/>
                </a:moveTo>
                <a:lnTo>
                  <a:pt x="773" y="236"/>
                </a:lnTo>
                <a:lnTo>
                  <a:pt x="819" y="236"/>
                </a:lnTo>
                <a:lnTo>
                  <a:pt x="819" y="187"/>
                </a:lnTo>
                <a:cubicBezTo>
                  <a:pt x="819" y="177"/>
                  <a:pt x="812" y="170"/>
                  <a:pt x="803" y="170"/>
                </a:cubicBezTo>
                <a:lnTo>
                  <a:pt x="773" y="170"/>
                </a:lnTo>
                <a:close/>
                <a:moveTo>
                  <a:pt x="203" y="128"/>
                </a:moveTo>
                <a:cubicBezTo>
                  <a:pt x="194" y="128"/>
                  <a:pt x="186" y="136"/>
                  <a:pt x="186" y="145"/>
                </a:cubicBezTo>
                <a:lnTo>
                  <a:pt x="186" y="236"/>
                </a:lnTo>
                <a:lnTo>
                  <a:pt x="724" y="236"/>
                </a:lnTo>
                <a:lnTo>
                  <a:pt x="724" y="145"/>
                </a:lnTo>
                <a:cubicBezTo>
                  <a:pt x="724" y="136"/>
                  <a:pt x="716" y="128"/>
                  <a:pt x="707" y="128"/>
                </a:cubicBezTo>
                <a:lnTo>
                  <a:pt x="203" y="128"/>
                </a:lnTo>
                <a:close/>
                <a:moveTo>
                  <a:pt x="107" y="50"/>
                </a:moveTo>
                <a:cubicBezTo>
                  <a:pt x="98" y="50"/>
                  <a:pt x="91" y="57"/>
                  <a:pt x="91" y="66"/>
                </a:cubicBezTo>
                <a:lnTo>
                  <a:pt x="91" y="236"/>
                </a:lnTo>
                <a:lnTo>
                  <a:pt x="137" y="236"/>
                </a:lnTo>
                <a:lnTo>
                  <a:pt x="137" y="145"/>
                </a:lnTo>
                <a:cubicBezTo>
                  <a:pt x="137" y="108"/>
                  <a:pt x="166" y="79"/>
                  <a:pt x="203" y="79"/>
                </a:cubicBezTo>
                <a:lnTo>
                  <a:pt x="419" y="79"/>
                </a:lnTo>
                <a:lnTo>
                  <a:pt x="416" y="63"/>
                </a:lnTo>
                <a:cubicBezTo>
                  <a:pt x="415" y="55"/>
                  <a:pt x="408" y="50"/>
                  <a:pt x="400" y="50"/>
                </a:cubicBezTo>
                <a:lnTo>
                  <a:pt x="107" y="50"/>
                </a:lnTo>
                <a:close/>
                <a:moveTo>
                  <a:pt x="107" y="0"/>
                </a:moveTo>
                <a:lnTo>
                  <a:pt x="400" y="0"/>
                </a:lnTo>
                <a:cubicBezTo>
                  <a:pt x="432" y="0"/>
                  <a:pt x="459" y="23"/>
                  <a:pt x="465" y="55"/>
                </a:cubicBezTo>
                <a:lnTo>
                  <a:pt x="469" y="79"/>
                </a:lnTo>
                <a:lnTo>
                  <a:pt x="707" y="79"/>
                </a:lnTo>
                <a:cubicBezTo>
                  <a:pt x="735" y="79"/>
                  <a:pt x="758" y="95"/>
                  <a:pt x="768" y="119"/>
                </a:cubicBezTo>
                <a:lnTo>
                  <a:pt x="769" y="120"/>
                </a:lnTo>
                <a:lnTo>
                  <a:pt x="803" y="120"/>
                </a:lnTo>
                <a:cubicBezTo>
                  <a:pt x="839" y="120"/>
                  <a:pt x="869" y="150"/>
                  <a:pt x="869" y="187"/>
                </a:cubicBezTo>
                <a:lnTo>
                  <a:pt x="869" y="240"/>
                </a:lnTo>
                <a:cubicBezTo>
                  <a:pt x="878" y="244"/>
                  <a:pt x="886" y="250"/>
                  <a:pt x="893" y="257"/>
                </a:cubicBezTo>
                <a:cubicBezTo>
                  <a:pt x="905" y="271"/>
                  <a:pt x="912" y="290"/>
                  <a:pt x="910" y="308"/>
                </a:cubicBezTo>
                <a:lnTo>
                  <a:pt x="867" y="733"/>
                </a:lnTo>
                <a:cubicBezTo>
                  <a:pt x="864" y="767"/>
                  <a:pt x="835" y="793"/>
                  <a:pt x="801" y="793"/>
                </a:cubicBezTo>
                <a:lnTo>
                  <a:pt x="109" y="793"/>
                </a:lnTo>
                <a:cubicBezTo>
                  <a:pt x="75" y="793"/>
                  <a:pt x="46" y="767"/>
                  <a:pt x="43" y="733"/>
                </a:cubicBezTo>
                <a:lnTo>
                  <a:pt x="0" y="308"/>
                </a:lnTo>
                <a:cubicBezTo>
                  <a:pt x="-3" y="279"/>
                  <a:pt x="14" y="251"/>
                  <a:pt x="41" y="240"/>
                </a:cubicBezTo>
                <a:lnTo>
                  <a:pt x="41" y="66"/>
                </a:lnTo>
                <a:cubicBezTo>
                  <a:pt x="41" y="30"/>
                  <a:pt x="71" y="0"/>
                  <a:pt x="107" y="0"/>
                </a:cubicBezTo>
                <a:close/>
              </a:path>
            </a:pathLst>
          </a:custGeom>
          <a:solidFill>
            <a:schemeClr val="accent1"/>
          </a:solidFill>
          <a:ln cap="flat" cmpd="sng" w="9525">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1"/>
              </a:solidFill>
              <a:latin typeface="Arial"/>
              <a:ea typeface="Arial"/>
              <a:cs typeface="Arial"/>
              <a:sym typeface="Arial"/>
            </a:endParaRPr>
          </a:p>
        </p:txBody>
      </p:sp>
      <p:sp>
        <p:nvSpPr>
          <p:cNvPr id="167" name="Google Shape;167;p2"/>
          <p:cNvSpPr/>
          <p:nvPr/>
        </p:nvSpPr>
        <p:spPr>
          <a:xfrm>
            <a:off x="4031703" y="2905604"/>
            <a:ext cx="252593" cy="251573"/>
          </a:xfrm>
          <a:custGeom>
            <a:rect b="b" l="l" r="r" t="t"/>
            <a:pathLst>
              <a:path extrusionOk="0" h="909" w="913">
                <a:moveTo>
                  <a:pt x="411" y="909"/>
                </a:moveTo>
                <a:cubicBezTo>
                  <a:pt x="186" y="909"/>
                  <a:pt x="1" y="728"/>
                  <a:pt x="0" y="507"/>
                </a:cubicBezTo>
                <a:cubicBezTo>
                  <a:pt x="-1" y="306"/>
                  <a:pt x="147" y="132"/>
                  <a:pt x="345" y="101"/>
                </a:cubicBezTo>
                <a:cubicBezTo>
                  <a:pt x="394" y="93"/>
                  <a:pt x="437" y="131"/>
                  <a:pt x="437" y="179"/>
                </a:cubicBezTo>
                <a:lnTo>
                  <a:pt x="437" y="446"/>
                </a:lnTo>
                <a:cubicBezTo>
                  <a:pt x="437" y="458"/>
                  <a:pt x="447" y="468"/>
                  <a:pt x="459" y="468"/>
                </a:cubicBezTo>
                <a:lnTo>
                  <a:pt x="735" y="468"/>
                </a:lnTo>
                <a:cubicBezTo>
                  <a:pt x="758" y="468"/>
                  <a:pt x="780" y="478"/>
                  <a:pt x="794" y="495"/>
                </a:cubicBezTo>
                <a:cubicBezTo>
                  <a:pt x="810" y="512"/>
                  <a:pt x="817" y="536"/>
                  <a:pt x="813" y="559"/>
                </a:cubicBezTo>
                <a:cubicBezTo>
                  <a:pt x="787" y="753"/>
                  <a:pt x="638" y="893"/>
                  <a:pt x="442" y="908"/>
                </a:cubicBezTo>
                <a:cubicBezTo>
                  <a:pt x="432" y="908"/>
                  <a:pt x="422" y="909"/>
                  <a:pt x="411" y="909"/>
                </a:cubicBezTo>
                <a:close/>
                <a:moveTo>
                  <a:pt x="357" y="157"/>
                </a:moveTo>
                <a:cubicBezTo>
                  <a:pt x="356" y="157"/>
                  <a:pt x="355" y="157"/>
                  <a:pt x="354" y="157"/>
                </a:cubicBezTo>
                <a:cubicBezTo>
                  <a:pt x="184" y="184"/>
                  <a:pt x="56" y="334"/>
                  <a:pt x="57" y="506"/>
                </a:cubicBezTo>
                <a:cubicBezTo>
                  <a:pt x="58" y="706"/>
                  <a:pt x="232" y="866"/>
                  <a:pt x="438" y="851"/>
                </a:cubicBezTo>
                <a:cubicBezTo>
                  <a:pt x="606" y="839"/>
                  <a:pt x="734" y="718"/>
                  <a:pt x="757" y="551"/>
                </a:cubicBezTo>
                <a:cubicBezTo>
                  <a:pt x="758" y="544"/>
                  <a:pt x="756" y="538"/>
                  <a:pt x="752" y="532"/>
                </a:cubicBezTo>
                <a:cubicBezTo>
                  <a:pt x="749" y="530"/>
                  <a:pt x="744" y="525"/>
                  <a:pt x="735" y="525"/>
                </a:cubicBezTo>
                <a:lnTo>
                  <a:pt x="459" y="525"/>
                </a:lnTo>
                <a:cubicBezTo>
                  <a:pt x="415" y="525"/>
                  <a:pt x="380" y="489"/>
                  <a:pt x="380" y="446"/>
                </a:cubicBezTo>
                <a:lnTo>
                  <a:pt x="380" y="179"/>
                </a:lnTo>
                <a:cubicBezTo>
                  <a:pt x="380" y="167"/>
                  <a:pt x="370" y="157"/>
                  <a:pt x="357" y="157"/>
                </a:cubicBezTo>
                <a:close/>
                <a:moveTo>
                  <a:pt x="833" y="423"/>
                </a:moveTo>
                <a:lnTo>
                  <a:pt x="560" y="423"/>
                </a:lnTo>
                <a:cubicBezTo>
                  <a:pt x="517" y="423"/>
                  <a:pt x="481" y="388"/>
                  <a:pt x="481" y="344"/>
                </a:cubicBezTo>
                <a:lnTo>
                  <a:pt x="481" y="79"/>
                </a:lnTo>
                <a:cubicBezTo>
                  <a:pt x="481" y="31"/>
                  <a:pt x="525" y="-7"/>
                  <a:pt x="574" y="1"/>
                </a:cubicBezTo>
                <a:cubicBezTo>
                  <a:pt x="744" y="31"/>
                  <a:pt x="879" y="163"/>
                  <a:pt x="911" y="329"/>
                </a:cubicBezTo>
                <a:cubicBezTo>
                  <a:pt x="916" y="353"/>
                  <a:pt x="909" y="376"/>
                  <a:pt x="894" y="395"/>
                </a:cubicBezTo>
                <a:cubicBezTo>
                  <a:pt x="879" y="413"/>
                  <a:pt x="857" y="423"/>
                  <a:pt x="833" y="423"/>
                </a:cubicBezTo>
                <a:close/>
                <a:moveTo>
                  <a:pt x="561" y="57"/>
                </a:moveTo>
                <a:cubicBezTo>
                  <a:pt x="548" y="57"/>
                  <a:pt x="538" y="67"/>
                  <a:pt x="538" y="79"/>
                </a:cubicBezTo>
                <a:lnTo>
                  <a:pt x="538" y="344"/>
                </a:lnTo>
                <a:cubicBezTo>
                  <a:pt x="538" y="357"/>
                  <a:pt x="548" y="367"/>
                  <a:pt x="560" y="367"/>
                </a:cubicBezTo>
                <a:lnTo>
                  <a:pt x="833" y="367"/>
                </a:lnTo>
                <a:cubicBezTo>
                  <a:pt x="842" y="367"/>
                  <a:pt x="848" y="362"/>
                  <a:pt x="850" y="359"/>
                </a:cubicBezTo>
                <a:cubicBezTo>
                  <a:pt x="853" y="355"/>
                  <a:pt x="857" y="349"/>
                  <a:pt x="855" y="340"/>
                </a:cubicBezTo>
                <a:cubicBezTo>
                  <a:pt x="828" y="197"/>
                  <a:pt x="711" y="83"/>
                  <a:pt x="564" y="57"/>
                </a:cubicBezTo>
                <a:cubicBezTo>
                  <a:pt x="563" y="57"/>
                  <a:pt x="562" y="57"/>
                  <a:pt x="561" y="57"/>
                </a:cubicBezTo>
                <a:close/>
              </a:path>
            </a:pathLst>
          </a:custGeom>
          <a:solidFill>
            <a:schemeClr val="accent1"/>
          </a:solidFill>
          <a:ln cap="flat" cmpd="sng" w="9525">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1"/>
              </a:solidFill>
              <a:latin typeface="Arial"/>
              <a:ea typeface="Arial"/>
              <a:cs typeface="Arial"/>
              <a:sym typeface="Arial"/>
            </a:endParaRPr>
          </a:p>
        </p:txBody>
      </p:sp>
      <p:cxnSp>
        <p:nvCxnSpPr>
          <p:cNvPr id="168" name="Google Shape;168;p2"/>
          <p:cNvCxnSpPr/>
          <p:nvPr/>
        </p:nvCxnSpPr>
        <p:spPr>
          <a:xfrm>
            <a:off x="4578378" y="3031547"/>
            <a:ext cx="831701" cy="0"/>
          </a:xfrm>
          <a:prstGeom prst="straightConnector1">
            <a:avLst/>
          </a:prstGeom>
          <a:noFill/>
          <a:ln cap="flat" cmpd="sng" w="12700">
            <a:solidFill>
              <a:srgbClr val="0000FF"/>
            </a:solidFill>
            <a:prstDash val="solid"/>
            <a:miter lim="800000"/>
            <a:headEnd len="sm" w="sm" type="none"/>
            <a:tailEnd len="sm" w="sm" type="none"/>
          </a:ln>
        </p:spPr>
      </p:cxnSp>
      <p:cxnSp>
        <p:nvCxnSpPr>
          <p:cNvPr id="169" name="Google Shape;169;p2"/>
          <p:cNvCxnSpPr/>
          <p:nvPr/>
        </p:nvCxnSpPr>
        <p:spPr>
          <a:xfrm>
            <a:off x="7971368" y="3042452"/>
            <a:ext cx="848755" cy="0"/>
          </a:xfrm>
          <a:prstGeom prst="straightConnector1">
            <a:avLst/>
          </a:prstGeom>
          <a:noFill/>
          <a:ln cap="flat" cmpd="sng" w="12700">
            <a:solidFill>
              <a:srgbClr val="0000FF"/>
            </a:solidFill>
            <a:prstDash val="solid"/>
            <a:miter lim="800000"/>
            <a:headEnd len="sm" w="sm" type="none"/>
            <a:tailEnd len="sm" w="sm" type="none"/>
          </a:ln>
        </p:spPr>
      </p:cxnSp>
      <p:sp>
        <p:nvSpPr>
          <p:cNvPr id="170" name="Google Shape;170;p2"/>
          <p:cNvSpPr/>
          <p:nvPr/>
        </p:nvSpPr>
        <p:spPr>
          <a:xfrm>
            <a:off x="6835775" y="4267200"/>
            <a:ext cx="1398270" cy="497205"/>
          </a:xfrm>
          <a:prstGeom prst="rect">
            <a:avLst/>
          </a:prstGeom>
          <a:noFill/>
          <a:ln>
            <a:noFill/>
          </a:ln>
        </p:spPr>
        <p:txBody>
          <a:bodyPr anchorCtr="0" anchor="t" bIns="0" lIns="0" spcFirstLastPara="1" rIns="0" wrap="square" tIns="0">
            <a:normAutofit/>
          </a:bodyPr>
          <a:lstStyle/>
          <a:p>
            <a:pPr indent="0" lvl="0" marL="0" marR="0" rtl="0" algn="ctr">
              <a:lnSpc>
                <a:spcPct val="150000"/>
              </a:lnSpc>
              <a:spcBef>
                <a:spcPts val="0"/>
              </a:spcBef>
              <a:spcAft>
                <a:spcPts val="0"/>
              </a:spcAft>
              <a:buNone/>
            </a:pPr>
            <a:r>
              <a:rPr b="1" lang="en-US" sz="2000">
                <a:solidFill>
                  <a:srgbClr val="351C75"/>
                </a:solidFill>
              </a:rPr>
              <a:t>Kiểm thử</a:t>
            </a:r>
            <a:endParaRPr b="1">
              <a:solidFill>
                <a:srgbClr val="351C75"/>
              </a:solidFill>
            </a:endParaRPr>
          </a:p>
        </p:txBody>
      </p:sp>
      <p:sp>
        <p:nvSpPr>
          <p:cNvPr id="171" name="Google Shape;171;p2"/>
          <p:cNvSpPr/>
          <p:nvPr/>
        </p:nvSpPr>
        <p:spPr>
          <a:xfrm>
            <a:off x="6847124" y="3806439"/>
            <a:ext cx="1397961" cy="181348"/>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b="1" lang="en-US" sz="2000">
                <a:solidFill>
                  <a:srgbClr val="351C75"/>
                </a:solidFill>
                <a:latin typeface="Arial"/>
                <a:ea typeface="Arial"/>
                <a:cs typeface="Arial"/>
                <a:sym typeface="Arial"/>
              </a:rPr>
              <a:t>Testing</a:t>
            </a:r>
            <a:endParaRPr b="1">
              <a:solidFill>
                <a:srgbClr val="351C75"/>
              </a:solidFill>
            </a:endParaRPr>
          </a:p>
        </p:txBody>
      </p:sp>
      <p:sp>
        <p:nvSpPr>
          <p:cNvPr id="172" name="Google Shape;172;p2"/>
          <p:cNvSpPr/>
          <p:nvPr/>
        </p:nvSpPr>
        <p:spPr>
          <a:xfrm>
            <a:off x="7119710" y="2616200"/>
            <a:ext cx="852505" cy="852505"/>
          </a:xfrm>
          <a:prstGeom prst="arc">
            <a:avLst>
              <a:gd fmla="val 6375916" name="adj1"/>
              <a:gd fmla="val 4453969" name="adj2"/>
            </a:avLst>
          </a:prstGeom>
          <a:noFill/>
          <a:ln cap="flat" cmpd="sng" w="12700">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173" name="Google Shape;173;p2"/>
          <p:cNvSpPr/>
          <p:nvPr/>
        </p:nvSpPr>
        <p:spPr>
          <a:xfrm>
            <a:off x="7426759" y="3335942"/>
            <a:ext cx="238690" cy="238690"/>
          </a:xfrm>
          <a:prstGeom prst="ellipse">
            <a:avLst/>
          </a:prstGeom>
          <a:noFill/>
          <a:ln cap="flat" cmpd="sng" w="12700">
            <a:solidFill>
              <a:srgbClr val="0000FF"/>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2000">
                <a:solidFill>
                  <a:srgbClr val="351C75"/>
                </a:solidFill>
              </a:rPr>
              <a:t>4</a:t>
            </a:r>
            <a:endParaRPr b="1">
              <a:solidFill>
                <a:srgbClr val="351C75"/>
              </a:solidFill>
            </a:endParaRPr>
          </a:p>
        </p:txBody>
      </p:sp>
      <p:sp>
        <p:nvSpPr>
          <p:cNvPr id="174" name="Google Shape;174;p2"/>
          <p:cNvSpPr/>
          <p:nvPr/>
        </p:nvSpPr>
        <p:spPr>
          <a:xfrm>
            <a:off x="7429301" y="2932005"/>
            <a:ext cx="233606" cy="221075"/>
          </a:xfrm>
          <a:custGeom>
            <a:rect b="b" l="l" r="r" t="t"/>
            <a:pathLst>
              <a:path extrusionOk="0" h="783" w="827">
                <a:moveTo>
                  <a:pt x="354" y="628"/>
                </a:moveTo>
                <a:cubicBezTo>
                  <a:pt x="354" y="636"/>
                  <a:pt x="355" y="688"/>
                  <a:pt x="354" y="695"/>
                </a:cubicBezTo>
                <a:cubicBezTo>
                  <a:pt x="352" y="710"/>
                  <a:pt x="346" y="725"/>
                  <a:pt x="338" y="738"/>
                </a:cubicBezTo>
                <a:lnTo>
                  <a:pt x="727" y="738"/>
                </a:lnTo>
                <a:cubicBezTo>
                  <a:pt x="758" y="738"/>
                  <a:pt x="783" y="714"/>
                  <a:pt x="783" y="683"/>
                </a:cubicBezTo>
                <a:lnTo>
                  <a:pt x="783" y="628"/>
                </a:lnTo>
                <a:lnTo>
                  <a:pt x="354" y="628"/>
                </a:lnTo>
                <a:close/>
                <a:moveTo>
                  <a:pt x="495" y="404"/>
                </a:moveTo>
                <a:lnTo>
                  <a:pt x="495" y="460"/>
                </a:lnTo>
                <a:lnTo>
                  <a:pt x="529" y="423"/>
                </a:lnTo>
                <a:lnTo>
                  <a:pt x="495" y="404"/>
                </a:lnTo>
                <a:close/>
                <a:moveTo>
                  <a:pt x="749" y="116"/>
                </a:moveTo>
                <a:lnTo>
                  <a:pt x="506" y="360"/>
                </a:lnTo>
                <a:lnTo>
                  <a:pt x="692" y="461"/>
                </a:lnTo>
                <a:lnTo>
                  <a:pt x="749" y="116"/>
                </a:lnTo>
                <a:close/>
                <a:moveTo>
                  <a:pt x="690" y="113"/>
                </a:moveTo>
                <a:lnTo>
                  <a:pt x="325" y="261"/>
                </a:lnTo>
                <a:lnTo>
                  <a:pt x="465" y="338"/>
                </a:lnTo>
                <a:lnTo>
                  <a:pt x="690" y="113"/>
                </a:lnTo>
                <a:close/>
                <a:moveTo>
                  <a:pt x="183" y="44"/>
                </a:moveTo>
                <a:cubicBezTo>
                  <a:pt x="208" y="86"/>
                  <a:pt x="197" y="105"/>
                  <a:pt x="199" y="174"/>
                </a:cubicBezTo>
                <a:lnTo>
                  <a:pt x="199" y="663"/>
                </a:lnTo>
                <a:cubicBezTo>
                  <a:pt x="201" y="672"/>
                  <a:pt x="191" y="707"/>
                  <a:pt x="227" y="731"/>
                </a:cubicBezTo>
                <a:cubicBezTo>
                  <a:pt x="267" y="754"/>
                  <a:pt x="310" y="721"/>
                  <a:pt x="310" y="686"/>
                </a:cubicBezTo>
                <a:cubicBezTo>
                  <a:pt x="310" y="680"/>
                  <a:pt x="310" y="682"/>
                  <a:pt x="310" y="673"/>
                </a:cubicBezTo>
                <a:cubicBezTo>
                  <a:pt x="311" y="641"/>
                  <a:pt x="307" y="627"/>
                  <a:pt x="314" y="610"/>
                </a:cubicBezTo>
                <a:cubicBezTo>
                  <a:pt x="322" y="592"/>
                  <a:pt x="340" y="583"/>
                  <a:pt x="355" y="583"/>
                </a:cubicBezTo>
                <a:lnTo>
                  <a:pt x="628" y="583"/>
                </a:lnTo>
                <a:lnTo>
                  <a:pt x="628" y="476"/>
                </a:lnTo>
                <a:lnTo>
                  <a:pt x="569" y="445"/>
                </a:lnTo>
                <a:lnTo>
                  <a:pt x="502" y="518"/>
                </a:lnTo>
                <a:cubicBezTo>
                  <a:pt x="483" y="538"/>
                  <a:pt x="450" y="525"/>
                  <a:pt x="450" y="498"/>
                </a:cubicBezTo>
                <a:lnTo>
                  <a:pt x="450" y="380"/>
                </a:lnTo>
                <a:lnTo>
                  <a:pt x="276" y="285"/>
                </a:lnTo>
                <a:cubicBezTo>
                  <a:pt x="254" y="274"/>
                  <a:pt x="256" y="242"/>
                  <a:pt x="279" y="232"/>
                </a:cubicBezTo>
                <a:lnTo>
                  <a:pt x="627" y="91"/>
                </a:lnTo>
                <a:lnTo>
                  <a:pt x="626" y="89"/>
                </a:lnTo>
                <a:cubicBezTo>
                  <a:pt x="621" y="63"/>
                  <a:pt x="599" y="44"/>
                  <a:pt x="572" y="44"/>
                </a:cubicBezTo>
                <a:lnTo>
                  <a:pt x="183" y="44"/>
                </a:lnTo>
                <a:close/>
                <a:moveTo>
                  <a:pt x="102" y="44"/>
                </a:moveTo>
                <a:cubicBezTo>
                  <a:pt x="99" y="44"/>
                  <a:pt x="95" y="44"/>
                  <a:pt x="92" y="45"/>
                </a:cubicBezTo>
                <a:cubicBezTo>
                  <a:pt x="69" y="48"/>
                  <a:pt x="51" y="65"/>
                  <a:pt x="46" y="87"/>
                </a:cubicBezTo>
                <a:cubicBezTo>
                  <a:pt x="43" y="107"/>
                  <a:pt x="45" y="102"/>
                  <a:pt x="44" y="131"/>
                </a:cubicBezTo>
                <a:cubicBezTo>
                  <a:pt x="44" y="176"/>
                  <a:pt x="44" y="251"/>
                  <a:pt x="44" y="251"/>
                </a:cubicBezTo>
                <a:lnTo>
                  <a:pt x="155" y="251"/>
                </a:lnTo>
                <a:lnTo>
                  <a:pt x="155" y="131"/>
                </a:lnTo>
                <a:cubicBezTo>
                  <a:pt x="154" y="103"/>
                  <a:pt x="156" y="108"/>
                  <a:pt x="154" y="89"/>
                </a:cubicBezTo>
                <a:cubicBezTo>
                  <a:pt x="149" y="64"/>
                  <a:pt x="127" y="45"/>
                  <a:pt x="102" y="44"/>
                </a:cubicBezTo>
                <a:close/>
                <a:moveTo>
                  <a:pt x="99" y="0"/>
                </a:moveTo>
                <a:lnTo>
                  <a:pt x="572" y="0"/>
                </a:lnTo>
                <a:cubicBezTo>
                  <a:pt x="617" y="0"/>
                  <a:pt x="654" y="29"/>
                  <a:pt x="667" y="69"/>
                </a:cubicBezTo>
                <a:lnTo>
                  <a:pt x="668" y="74"/>
                </a:lnTo>
                <a:lnTo>
                  <a:pt x="762" y="36"/>
                </a:lnTo>
                <a:cubicBezTo>
                  <a:pt x="783" y="28"/>
                  <a:pt x="806" y="46"/>
                  <a:pt x="802" y="68"/>
                </a:cubicBezTo>
                <a:lnTo>
                  <a:pt x="732" y="488"/>
                </a:lnTo>
                <a:cubicBezTo>
                  <a:pt x="731" y="498"/>
                  <a:pt x="725" y="506"/>
                  <a:pt x="716" y="510"/>
                </a:cubicBezTo>
                <a:cubicBezTo>
                  <a:pt x="708" y="514"/>
                  <a:pt x="697" y="514"/>
                  <a:pt x="689" y="509"/>
                </a:cubicBezTo>
                <a:lnTo>
                  <a:pt x="672" y="500"/>
                </a:lnTo>
                <a:lnTo>
                  <a:pt x="672" y="583"/>
                </a:lnTo>
                <a:lnTo>
                  <a:pt x="783" y="583"/>
                </a:lnTo>
                <a:cubicBezTo>
                  <a:pt x="807" y="583"/>
                  <a:pt x="827" y="603"/>
                  <a:pt x="827" y="628"/>
                </a:cubicBezTo>
                <a:lnTo>
                  <a:pt x="827" y="683"/>
                </a:lnTo>
                <a:cubicBezTo>
                  <a:pt x="827" y="738"/>
                  <a:pt x="782" y="783"/>
                  <a:pt x="727" y="783"/>
                </a:cubicBezTo>
                <a:lnTo>
                  <a:pt x="255" y="783"/>
                </a:lnTo>
                <a:cubicBezTo>
                  <a:pt x="176" y="780"/>
                  <a:pt x="152" y="710"/>
                  <a:pt x="155" y="676"/>
                </a:cubicBezTo>
                <a:cubicBezTo>
                  <a:pt x="155" y="630"/>
                  <a:pt x="155" y="295"/>
                  <a:pt x="155" y="295"/>
                </a:cubicBezTo>
                <a:lnTo>
                  <a:pt x="44" y="295"/>
                </a:lnTo>
                <a:cubicBezTo>
                  <a:pt x="20" y="295"/>
                  <a:pt x="0" y="276"/>
                  <a:pt x="0" y="251"/>
                </a:cubicBezTo>
                <a:lnTo>
                  <a:pt x="0" y="101"/>
                </a:lnTo>
                <a:cubicBezTo>
                  <a:pt x="0" y="46"/>
                  <a:pt x="44" y="0"/>
                  <a:pt x="99" y="0"/>
                </a:cubicBezTo>
                <a:close/>
              </a:path>
            </a:pathLst>
          </a:custGeom>
          <a:solidFill>
            <a:schemeClr val="accent1"/>
          </a:solidFill>
          <a:ln cap="flat" cmpd="sng" w="9525">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1"/>
              </a:solidFill>
              <a:latin typeface="Arial"/>
              <a:ea typeface="Arial"/>
              <a:cs typeface="Arial"/>
              <a:sym typeface="Arial"/>
            </a:endParaRPr>
          </a:p>
        </p:txBody>
      </p:sp>
      <p:sp>
        <p:nvSpPr>
          <p:cNvPr id="175" name="Google Shape;175;p2"/>
          <p:cNvSpPr/>
          <p:nvPr/>
        </p:nvSpPr>
        <p:spPr>
          <a:xfrm>
            <a:off x="8184515" y="4255770"/>
            <a:ext cx="2464435" cy="52197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b="1" lang="en-US" sz="2000">
                <a:solidFill>
                  <a:srgbClr val="351C75"/>
                </a:solidFill>
              </a:rPr>
              <a:t>Triển khai và Bảo trì</a:t>
            </a:r>
            <a:endParaRPr b="1">
              <a:solidFill>
                <a:srgbClr val="351C75"/>
              </a:solidFill>
            </a:endParaRPr>
          </a:p>
        </p:txBody>
      </p:sp>
      <p:sp>
        <p:nvSpPr>
          <p:cNvPr id="176" name="Google Shape;176;p2"/>
          <p:cNvSpPr/>
          <p:nvPr/>
        </p:nvSpPr>
        <p:spPr>
          <a:xfrm>
            <a:off x="8346440" y="3585210"/>
            <a:ext cx="1966595" cy="65405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b="1" lang="en-US" sz="2000">
                <a:solidFill>
                  <a:srgbClr val="351C75"/>
                </a:solidFill>
                <a:latin typeface="Arial"/>
                <a:ea typeface="Arial"/>
                <a:cs typeface="Arial"/>
                <a:sym typeface="Arial"/>
              </a:rPr>
              <a:t>Deployment &amp; Maintenance</a:t>
            </a:r>
            <a:endParaRPr b="1">
              <a:solidFill>
                <a:srgbClr val="351C75"/>
              </a:solidFill>
            </a:endParaRPr>
          </a:p>
        </p:txBody>
      </p:sp>
      <p:sp>
        <p:nvSpPr>
          <p:cNvPr id="177" name="Google Shape;177;p2"/>
          <p:cNvSpPr/>
          <p:nvPr/>
        </p:nvSpPr>
        <p:spPr>
          <a:xfrm>
            <a:off x="8823025" y="2616200"/>
            <a:ext cx="852505" cy="852505"/>
          </a:xfrm>
          <a:prstGeom prst="arc">
            <a:avLst>
              <a:gd fmla="val 6375851" name="adj1"/>
              <a:gd fmla="val 4457771" name="adj2"/>
            </a:avLst>
          </a:prstGeom>
          <a:noFill/>
          <a:ln cap="flat" cmpd="sng" w="12700">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178" name="Google Shape;178;p2"/>
          <p:cNvSpPr/>
          <p:nvPr/>
        </p:nvSpPr>
        <p:spPr>
          <a:xfrm>
            <a:off x="9130074" y="3335942"/>
            <a:ext cx="238690" cy="238690"/>
          </a:xfrm>
          <a:prstGeom prst="ellipse">
            <a:avLst/>
          </a:prstGeom>
          <a:noFill/>
          <a:ln cap="flat" cmpd="sng" w="12700">
            <a:solidFill>
              <a:srgbClr val="0000FF"/>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2000">
                <a:solidFill>
                  <a:srgbClr val="351C75"/>
                </a:solidFill>
              </a:rPr>
              <a:t>5</a:t>
            </a:r>
            <a:endParaRPr b="1">
              <a:solidFill>
                <a:srgbClr val="351C75"/>
              </a:solidFill>
            </a:endParaRPr>
          </a:p>
        </p:txBody>
      </p:sp>
      <p:sp>
        <p:nvSpPr>
          <p:cNvPr id="179" name="Google Shape;179;p2"/>
          <p:cNvSpPr/>
          <p:nvPr/>
        </p:nvSpPr>
        <p:spPr>
          <a:xfrm>
            <a:off x="9120470" y="2913927"/>
            <a:ext cx="257773" cy="256731"/>
          </a:xfrm>
          <a:custGeom>
            <a:rect b="b" l="l" r="r" t="t"/>
            <a:pathLst>
              <a:path extrusionOk="0" h="909" w="913">
                <a:moveTo>
                  <a:pt x="411" y="909"/>
                </a:moveTo>
                <a:cubicBezTo>
                  <a:pt x="186" y="909"/>
                  <a:pt x="1" y="728"/>
                  <a:pt x="0" y="507"/>
                </a:cubicBezTo>
                <a:cubicBezTo>
                  <a:pt x="-1" y="306"/>
                  <a:pt x="147" y="132"/>
                  <a:pt x="345" y="101"/>
                </a:cubicBezTo>
                <a:cubicBezTo>
                  <a:pt x="394" y="93"/>
                  <a:pt x="437" y="131"/>
                  <a:pt x="437" y="179"/>
                </a:cubicBezTo>
                <a:lnTo>
                  <a:pt x="437" y="446"/>
                </a:lnTo>
                <a:cubicBezTo>
                  <a:pt x="437" y="458"/>
                  <a:pt x="447" y="468"/>
                  <a:pt x="459" y="468"/>
                </a:cubicBezTo>
                <a:lnTo>
                  <a:pt x="735" y="468"/>
                </a:lnTo>
                <a:cubicBezTo>
                  <a:pt x="758" y="468"/>
                  <a:pt x="780" y="478"/>
                  <a:pt x="794" y="495"/>
                </a:cubicBezTo>
                <a:cubicBezTo>
                  <a:pt x="810" y="512"/>
                  <a:pt x="817" y="536"/>
                  <a:pt x="813" y="559"/>
                </a:cubicBezTo>
                <a:cubicBezTo>
                  <a:pt x="787" y="753"/>
                  <a:pt x="638" y="893"/>
                  <a:pt x="442" y="908"/>
                </a:cubicBezTo>
                <a:cubicBezTo>
                  <a:pt x="432" y="908"/>
                  <a:pt x="422" y="909"/>
                  <a:pt x="411" y="909"/>
                </a:cubicBezTo>
                <a:close/>
                <a:moveTo>
                  <a:pt x="357" y="157"/>
                </a:moveTo>
                <a:cubicBezTo>
                  <a:pt x="356" y="157"/>
                  <a:pt x="355" y="157"/>
                  <a:pt x="354" y="157"/>
                </a:cubicBezTo>
                <a:cubicBezTo>
                  <a:pt x="184" y="184"/>
                  <a:pt x="56" y="334"/>
                  <a:pt x="57" y="506"/>
                </a:cubicBezTo>
                <a:cubicBezTo>
                  <a:pt x="58" y="706"/>
                  <a:pt x="232" y="866"/>
                  <a:pt x="438" y="851"/>
                </a:cubicBezTo>
                <a:cubicBezTo>
                  <a:pt x="606" y="839"/>
                  <a:pt x="734" y="718"/>
                  <a:pt x="757" y="551"/>
                </a:cubicBezTo>
                <a:cubicBezTo>
                  <a:pt x="758" y="544"/>
                  <a:pt x="756" y="538"/>
                  <a:pt x="752" y="532"/>
                </a:cubicBezTo>
                <a:cubicBezTo>
                  <a:pt x="749" y="530"/>
                  <a:pt x="744" y="525"/>
                  <a:pt x="735" y="525"/>
                </a:cubicBezTo>
                <a:lnTo>
                  <a:pt x="459" y="525"/>
                </a:lnTo>
                <a:cubicBezTo>
                  <a:pt x="415" y="525"/>
                  <a:pt x="380" y="489"/>
                  <a:pt x="380" y="446"/>
                </a:cubicBezTo>
                <a:lnTo>
                  <a:pt x="380" y="179"/>
                </a:lnTo>
                <a:cubicBezTo>
                  <a:pt x="380" y="167"/>
                  <a:pt x="370" y="157"/>
                  <a:pt x="357" y="157"/>
                </a:cubicBezTo>
                <a:close/>
                <a:moveTo>
                  <a:pt x="833" y="423"/>
                </a:moveTo>
                <a:lnTo>
                  <a:pt x="560" y="423"/>
                </a:lnTo>
                <a:cubicBezTo>
                  <a:pt x="517" y="423"/>
                  <a:pt x="481" y="388"/>
                  <a:pt x="481" y="344"/>
                </a:cubicBezTo>
                <a:lnTo>
                  <a:pt x="481" y="79"/>
                </a:lnTo>
                <a:cubicBezTo>
                  <a:pt x="481" y="31"/>
                  <a:pt x="525" y="-7"/>
                  <a:pt x="574" y="1"/>
                </a:cubicBezTo>
                <a:cubicBezTo>
                  <a:pt x="744" y="31"/>
                  <a:pt x="879" y="163"/>
                  <a:pt x="911" y="329"/>
                </a:cubicBezTo>
                <a:cubicBezTo>
                  <a:pt x="916" y="353"/>
                  <a:pt x="909" y="376"/>
                  <a:pt x="894" y="395"/>
                </a:cubicBezTo>
                <a:cubicBezTo>
                  <a:pt x="879" y="413"/>
                  <a:pt x="857" y="423"/>
                  <a:pt x="833" y="423"/>
                </a:cubicBezTo>
                <a:close/>
                <a:moveTo>
                  <a:pt x="561" y="57"/>
                </a:moveTo>
                <a:cubicBezTo>
                  <a:pt x="548" y="57"/>
                  <a:pt x="538" y="67"/>
                  <a:pt x="538" y="79"/>
                </a:cubicBezTo>
                <a:lnTo>
                  <a:pt x="538" y="344"/>
                </a:lnTo>
                <a:cubicBezTo>
                  <a:pt x="538" y="357"/>
                  <a:pt x="548" y="367"/>
                  <a:pt x="560" y="367"/>
                </a:cubicBezTo>
                <a:lnTo>
                  <a:pt x="833" y="367"/>
                </a:lnTo>
                <a:cubicBezTo>
                  <a:pt x="842" y="367"/>
                  <a:pt x="848" y="362"/>
                  <a:pt x="850" y="359"/>
                </a:cubicBezTo>
                <a:cubicBezTo>
                  <a:pt x="853" y="355"/>
                  <a:pt x="857" y="349"/>
                  <a:pt x="855" y="340"/>
                </a:cubicBezTo>
                <a:cubicBezTo>
                  <a:pt x="828" y="197"/>
                  <a:pt x="711" y="83"/>
                  <a:pt x="564" y="57"/>
                </a:cubicBezTo>
                <a:cubicBezTo>
                  <a:pt x="563" y="57"/>
                  <a:pt x="562" y="57"/>
                  <a:pt x="561" y="57"/>
                </a:cubicBezTo>
                <a:close/>
              </a:path>
            </a:pathLst>
          </a:custGeom>
          <a:solidFill>
            <a:schemeClr val="accent1"/>
          </a:solidFill>
          <a:ln cap="flat" cmpd="sng" w="9525">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1"/>
              </a:solidFill>
              <a:latin typeface="Arial"/>
              <a:ea typeface="Arial"/>
              <a:cs typeface="Arial"/>
              <a:sym typeface="Arial"/>
            </a:endParaRPr>
          </a:p>
        </p:txBody>
      </p:sp>
      <p:cxnSp>
        <p:nvCxnSpPr>
          <p:cNvPr id="180" name="Google Shape;180;p2"/>
          <p:cNvCxnSpPr/>
          <p:nvPr/>
        </p:nvCxnSpPr>
        <p:spPr>
          <a:xfrm>
            <a:off x="6238875" y="3056255"/>
            <a:ext cx="880745" cy="10795"/>
          </a:xfrm>
          <a:prstGeom prst="straightConnector1">
            <a:avLst/>
          </a:prstGeom>
          <a:noFill/>
          <a:ln cap="flat" cmpd="sng" w="12700">
            <a:solidFill>
              <a:srgbClr val="0000FF"/>
            </a:solidFill>
            <a:prstDash val="solid"/>
            <a:miter lim="800000"/>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p:bgPr>
    </p:bg>
    <p:spTree>
      <p:nvGrpSpPr>
        <p:cNvPr id="184" name="Shape 184"/>
        <p:cNvGrpSpPr/>
        <p:nvPr/>
      </p:nvGrpSpPr>
      <p:grpSpPr>
        <a:xfrm>
          <a:off x="0" y="0"/>
          <a:ext cx="0" cy="0"/>
          <a:chOff x="0" y="0"/>
          <a:chExt cx="0" cy="0"/>
        </a:xfrm>
      </p:grpSpPr>
      <p:sp>
        <p:nvSpPr>
          <p:cNvPr id="185" name="Google Shape;185;p3"/>
          <p:cNvSpPr txBox="1"/>
          <p:nvPr>
            <p:ph type="title"/>
          </p:nvPr>
        </p:nvSpPr>
        <p:spPr>
          <a:xfrm>
            <a:off x="2105660" y="645795"/>
            <a:ext cx="8221345" cy="1326515"/>
          </a:xfrm>
          <a:prstGeom prst="rect">
            <a:avLst/>
          </a:prstGeom>
          <a:noFill/>
          <a:ln>
            <a:noFill/>
          </a:ln>
        </p:spPr>
        <p:txBody>
          <a:bodyPr anchorCtr="0" anchor="t" bIns="0" lIns="0" spcFirstLastPara="1" rIns="0" wrap="square" tIns="0">
            <a:normAutofit fontScale="90000"/>
          </a:bodyPr>
          <a:lstStyle/>
          <a:p>
            <a:pPr indent="0" lvl="0" marL="0" rtl="0" algn="ctr">
              <a:lnSpc>
                <a:spcPct val="100000"/>
              </a:lnSpc>
              <a:spcBef>
                <a:spcPts val="0"/>
              </a:spcBef>
              <a:spcAft>
                <a:spcPts val="0"/>
              </a:spcAft>
              <a:buClr>
                <a:schemeClr val="lt1"/>
              </a:buClr>
              <a:buSzPct val="100000"/>
              <a:buFont typeface="Arial"/>
              <a:buNone/>
            </a:pPr>
            <a:r>
              <a:rPr lang="en-US" sz="4445">
                <a:solidFill>
                  <a:srgbClr val="351C75"/>
                </a:solidFill>
                <a:latin typeface="Arial"/>
                <a:ea typeface="Arial"/>
                <a:cs typeface="Arial"/>
                <a:sym typeface="Arial"/>
              </a:rPr>
              <a:t>Các vai trò “tiêu biểu” trong dự án phát triển phần mềm</a:t>
            </a:r>
            <a:endParaRPr>
              <a:solidFill>
                <a:srgbClr val="351C75"/>
              </a:solidFill>
              <a:latin typeface="Arial"/>
              <a:ea typeface="Arial"/>
              <a:cs typeface="Arial"/>
              <a:sym typeface="Arial"/>
            </a:endParaRPr>
          </a:p>
        </p:txBody>
      </p:sp>
      <p:sp>
        <p:nvSpPr>
          <p:cNvPr id="186" name="Google Shape;186;p3"/>
          <p:cNvSpPr/>
          <p:nvPr/>
        </p:nvSpPr>
        <p:spPr>
          <a:xfrm>
            <a:off x="5298906" y="2935006"/>
            <a:ext cx="160680" cy="353400"/>
          </a:xfrm>
          <a:custGeom>
            <a:rect b="b" l="l" r="r" t="t"/>
            <a:pathLst>
              <a:path extrusionOk="0" h="462211" w="210193">
                <a:moveTo>
                  <a:pt x="210194" y="0"/>
                </a:moveTo>
                <a:cubicBezTo>
                  <a:pt x="92228" y="11260"/>
                  <a:pt x="0" y="110459"/>
                  <a:pt x="0" y="231106"/>
                </a:cubicBezTo>
                <a:cubicBezTo>
                  <a:pt x="0" y="351753"/>
                  <a:pt x="92228" y="450951"/>
                  <a:pt x="210194" y="462212"/>
                </a:cubicBezTo>
                <a:lnTo>
                  <a:pt x="210194"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87" name="Google Shape;187;p3"/>
          <p:cNvSpPr/>
          <p:nvPr/>
        </p:nvSpPr>
        <p:spPr>
          <a:xfrm>
            <a:off x="5493567" y="2935006"/>
            <a:ext cx="160680" cy="353400"/>
          </a:xfrm>
          <a:custGeom>
            <a:rect b="b" l="l" r="r" t="t"/>
            <a:pathLst>
              <a:path extrusionOk="0" h="462211" w="210193">
                <a:moveTo>
                  <a:pt x="0" y="0"/>
                </a:moveTo>
                <a:lnTo>
                  <a:pt x="0" y="462212"/>
                </a:lnTo>
                <a:cubicBezTo>
                  <a:pt x="117966" y="450951"/>
                  <a:pt x="210194" y="351753"/>
                  <a:pt x="210194" y="231106"/>
                </a:cubicBezTo>
                <a:cubicBezTo>
                  <a:pt x="210194" y="110459"/>
                  <a:pt x="117430" y="11260"/>
                  <a:pt x="0" y="0"/>
                </a:cubicBezTo>
                <a:close/>
              </a:path>
            </a:pathLst>
          </a:custGeom>
          <a:solidFill>
            <a:srgbClr val="FEFEFE">
              <a:alpha val="4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88" name="Google Shape;188;p3"/>
          <p:cNvSpPr/>
          <p:nvPr/>
        </p:nvSpPr>
        <p:spPr>
          <a:xfrm>
            <a:off x="5065409" y="3357824"/>
            <a:ext cx="393691" cy="1880107"/>
          </a:xfrm>
          <a:custGeom>
            <a:rect b="b" l="l" r="r" t="t"/>
            <a:pathLst>
              <a:path extrusionOk="0" h="2459587" w="515296">
                <a:moveTo>
                  <a:pt x="515296" y="0"/>
                </a:moveTo>
                <a:lnTo>
                  <a:pt x="240758" y="0"/>
                </a:lnTo>
                <a:cubicBezTo>
                  <a:pt x="107778" y="0"/>
                  <a:pt x="0" y="107778"/>
                  <a:pt x="0" y="240758"/>
                </a:cubicBezTo>
                <a:lnTo>
                  <a:pt x="0" y="383389"/>
                </a:lnTo>
                <a:lnTo>
                  <a:pt x="0" y="1120139"/>
                </a:lnTo>
                <a:cubicBezTo>
                  <a:pt x="0" y="1161427"/>
                  <a:pt x="33245" y="1194672"/>
                  <a:pt x="74533" y="1194672"/>
                </a:cubicBezTo>
                <a:lnTo>
                  <a:pt x="89010" y="1194672"/>
                </a:lnTo>
                <a:cubicBezTo>
                  <a:pt x="130835" y="1194672"/>
                  <a:pt x="165152" y="1160891"/>
                  <a:pt x="165152" y="1118531"/>
                </a:cubicBezTo>
                <a:lnTo>
                  <a:pt x="165152" y="383389"/>
                </a:lnTo>
                <a:lnTo>
                  <a:pt x="241830" y="383389"/>
                </a:lnTo>
                <a:lnTo>
                  <a:pt x="241830" y="2344303"/>
                </a:lnTo>
                <a:cubicBezTo>
                  <a:pt x="241830" y="2407576"/>
                  <a:pt x="293306" y="2459588"/>
                  <a:pt x="357115" y="2459588"/>
                </a:cubicBezTo>
                <a:cubicBezTo>
                  <a:pt x="421996" y="2459588"/>
                  <a:pt x="474544" y="2407039"/>
                  <a:pt x="474544" y="2342158"/>
                </a:cubicBezTo>
                <a:lnTo>
                  <a:pt x="474544" y="1194672"/>
                </a:lnTo>
                <a:lnTo>
                  <a:pt x="515296" y="1194672"/>
                </a:lnTo>
                <a:lnTo>
                  <a:pt x="515296"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89" name="Google Shape;189;p3"/>
          <p:cNvSpPr/>
          <p:nvPr/>
        </p:nvSpPr>
        <p:spPr>
          <a:xfrm>
            <a:off x="4301813" y="4956861"/>
            <a:ext cx="940782" cy="99030"/>
          </a:xfrm>
          <a:custGeom>
            <a:rect b="b" l="l" r="r" t="t"/>
            <a:pathLst>
              <a:path extrusionOk="0" h="129762" w="1230598">
                <a:moveTo>
                  <a:pt x="1230598" y="0"/>
                </a:moveTo>
                <a:lnTo>
                  <a:pt x="64345" y="0"/>
                </a:lnTo>
                <a:cubicBezTo>
                  <a:pt x="28955" y="0"/>
                  <a:pt x="0" y="28955"/>
                  <a:pt x="0" y="64345"/>
                </a:cubicBezTo>
                <a:lnTo>
                  <a:pt x="0" y="65417"/>
                </a:lnTo>
                <a:cubicBezTo>
                  <a:pt x="0" y="100807"/>
                  <a:pt x="28955" y="129762"/>
                  <a:pt x="64345" y="129762"/>
                </a:cubicBezTo>
                <a:lnTo>
                  <a:pt x="1230598" y="129762"/>
                </a:lnTo>
                <a:lnTo>
                  <a:pt x="1230598" y="0"/>
                </a:lnTo>
                <a:close/>
              </a:path>
            </a:pathLst>
          </a:custGeom>
          <a:solidFill>
            <a:srgbClr val="FFEDA7">
              <a:alpha val="4980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90" name="Google Shape;190;p3"/>
          <p:cNvSpPr/>
          <p:nvPr/>
        </p:nvSpPr>
        <p:spPr>
          <a:xfrm>
            <a:off x="4395017" y="4650549"/>
            <a:ext cx="847577" cy="99030"/>
          </a:xfrm>
          <a:custGeom>
            <a:rect b="b" l="l" r="r" t="t"/>
            <a:pathLst>
              <a:path extrusionOk="0" h="129226" w="1108878">
                <a:moveTo>
                  <a:pt x="1108879" y="0"/>
                </a:moveTo>
                <a:lnTo>
                  <a:pt x="59519" y="0"/>
                </a:lnTo>
                <a:cubicBezTo>
                  <a:pt x="26810" y="0"/>
                  <a:pt x="0" y="26810"/>
                  <a:pt x="0" y="59519"/>
                </a:cubicBezTo>
                <a:lnTo>
                  <a:pt x="0" y="69707"/>
                </a:lnTo>
                <a:cubicBezTo>
                  <a:pt x="0" y="102416"/>
                  <a:pt x="26810" y="129226"/>
                  <a:pt x="59519" y="129226"/>
                </a:cubicBezTo>
                <a:lnTo>
                  <a:pt x="1108879" y="129226"/>
                </a:lnTo>
                <a:lnTo>
                  <a:pt x="1108879" y="0"/>
                </a:lnTo>
                <a:close/>
              </a:path>
            </a:pathLst>
          </a:custGeom>
          <a:solidFill>
            <a:srgbClr val="FFEDA7">
              <a:alpha val="4980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91" name="Google Shape;191;p3"/>
          <p:cNvSpPr/>
          <p:nvPr/>
        </p:nvSpPr>
        <p:spPr>
          <a:xfrm>
            <a:off x="4322202" y="4342780"/>
            <a:ext cx="920393" cy="99030"/>
          </a:xfrm>
          <a:custGeom>
            <a:rect b="b" l="l" r="r" t="t"/>
            <a:pathLst>
              <a:path extrusionOk="0" h="129762" w="1203787">
                <a:moveTo>
                  <a:pt x="1203788" y="0"/>
                </a:moveTo>
                <a:lnTo>
                  <a:pt x="64881" y="0"/>
                </a:lnTo>
                <a:cubicBezTo>
                  <a:pt x="28955" y="0"/>
                  <a:pt x="0" y="28955"/>
                  <a:pt x="0" y="64881"/>
                </a:cubicBezTo>
                <a:cubicBezTo>
                  <a:pt x="0" y="100807"/>
                  <a:pt x="28955" y="129762"/>
                  <a:pt x="64881" y="129762"/>
                </a:cubicBezTo>
                <a:lnTo>
                  <a:pt x="1203252" y="129762"/>
                </a:lnTo>
                <a:lnTo>
                  <a:pt x="1203252" y="0"/>
                </a:lnTo>
                <a:close/>
              </a:path>
            </a:pathLst>
          </a:custGeom>
          <a:solidFill>
            <a:srgbClr val="FFEDA7">
              <a:alpha val="4980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92" name="Google Shape;192;p3"/>
          <p:cNvSpPr/>
          <p:nvPr/>
        </p:nvSpPr>
        <p:spPr>
          <a:xfrm>
            <a:off x="3968316" y="4035012"/>
            <a:ext cx="1089326" cy="99030"/>
          </a:xfrm>
          <a:custGeom>
            <a:rect b="b" l="l" r="r" t="t"/>
            <a:pathLst>
              <a:path extrusionOk="0" h="129762" w="1425241">
                <a:moveTo>
                  <a:pt x="1424706" y="0"/>
                </a:moveTo>
                <a:lnTo>
                  <a:pt x="64881" y="0"/>
                </a:lnTo>
                <a:cubicBezTo>
                  <a:pt x="28955" y="0"/>
                  <a:pt x="0" y="28955"/>
                  <a:pt x="0" y="64881"/>
                </a:cubicBezTo>
                <a:cubicBezTo>
                  <a:pt x="0" y="100807"/>
                  <a:pt x="28955" y="129762"/>
                  <a:pt x="64881" y="129762"/>
                </a:cubicBezTo>
                <a:lnTo>
                  <a:pt x="1425242" y="129762"/>
                </a:lnTo>
                <a:lnTo>
                  <a:pt x="1425242" y="0"/>
                </a:lnTo>
                <a:close/>
              </a:path>
            </a:pathLst>
          </a:custGeom>
          <a:solidFill>
            <a:srgbClr val="FFEDA7">
              <a:alpha val="4980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93" name="Google Shape;193;p3"/>
          <p:cNvSpPr/>
          <p:nvPr/>
        </p:nvSpPr>
        <p:spPr>
          <a:xfrm>
            <a:off x="4532397" y="3728214"/>
            <a:ext cx="524760" cy="99030"/>
          </a:xfrm>
          <a:custGeom>
            <a:rect b="b" l="l" r="r" t="t"/>
            <a:pathLst>
              <a:path extrusionOk="0" h="129762" w="686346">
                <a:moveTo>
                  <a:pt x="686347" y="0"/>
                </a:moveTo>
                <a:lnTo>
                  <a:pt x="55766" y="0"/>
                </a:lnTo>
                <a:cubicBezTo>
                  <a:pt x="25202" y="0"/>
                  <a:pt x="0" y="24666"/>
                  <a:pt x="0" y="55766"/>
                </a:cubicBezTo>
                <a:lnTo>
                  <a:pt x="0" y="73997"/>
                </a:lnTo>
                <a:cubicBezTo>
                  <a:pt x="0" y="104561"/>
                  <a:pt x="24666" y="129762"/>
                  <a:pt x="55766" y="129762"/>
                </a:cubicBezTo>
                <a:lnTo>
                  <a:pt x="686347" y="129762"/>
                </a:lnTo>
                <a:lnTo>
                  <a:pt x="686347" y="0"/>
                </a:lnTo>
                <a:close/>
              </a:path>
            </a:pathLst>
          </a:custGeom>
          <a:solidFill>
            <a:srgbClr val="FFEDA7">
              <a:alpha val="4980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94" name="Google Shape;194;p3"/>
          <p:cNvSpPr/>
          <p:nvPr/>
        </p:nvSpPr>
        <p:spPr>
          <a:xfrm>
            <a:off x="4301813" y="3420931"/>
            <a:ext cx="800490" cy="99030"/>
          </a:xfrm>
          <a:custGeom>
            <a:rect b="b" l="l" r="r" t="t"/>
            <a:pathLst>
              <a:path extrusionOk="0" h="129762" w="1047215">
                <a:moveTo>
                  <a:pt x="1047215" y="0"/>
                </a:moveTo>
                <a:lnTo>
                  <a:pt x="64345" y="0"/>
                </a:lnTo>
                <a:cubicBezTo>
                  <a:pt x="28955" y="0"/>
                  <a:pt x="0" y="28955"/>
                  <a:pt x="0" y="64345"/>
                </a:cubicBezTo>
                <a:lnTo>
                  <a:pt x="0" y="65417"/>
                </a:lnTo>
                <a:cubicBezTo>
                  <a:pt x="0" y="100807"/>
                  <a:pt x="28955" y="129762"/>
                  <a:pt x="64345" y="129762"/>
                </a:cubicBezTo>
                <a:lnTo>
                  <a:pt x="990377" y="129762"/>
                </a:lnTo>
                <a:cubicBezTo>
                  <a:pt x="995739" y="79895"/>
                  <a:pt x="1016651" y="35390"/>
                  <a:pt x="1047215" y="0"/>
                </a:cubicBezTo>
                <a:close/>
              </a:path>
            </a:pathLst>
          </a:custGeom>
          <a:solidFill>
            <a:srgbClr val="FFEDA7">
              <a:alpha val="4980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95" name="Google Shape;195;p3"/>
          <p:cNvSpPr/>
          <p:nvPr/>
        </p:nvSpPr>
        <p:spPr>
          <a:xfrm>
            <a:off x="5491140" y="3357338"/>
            <a:ext cx="490779" cy="1880107"/>
          </a:xfrm>
          <a:custGeom>
            <a:rect b="b" l="l" r="r" t="t"/>
            <a:pathLst>
              <a:path extrusionOk="0" h="2459051" w="641831">
                <a:moveTo>
                  <a:pt x="639161" y="1035418"/>
                </a:moveTo>
                <a:lnTo>
                  <a:pt x="372129" y="148530"/>
                </a:lnTo>
                <a:cubicBezTo>
                  <a:pt x="356579" y="64345"/>
                  <a:pt x="282582" y="0"/>
                  <a:pt x="193571" y="0"/>
                </a:cubicBezTo>
                <a:lnTo>
                  <a:pt x="0" y="0"/>
                </a:lnTo>
                <a:lnTo>
                  <a:pt x="0" y="1440792"/>
                </a:lnTo>
                <a:lnTo>
                  <a:pt x="50404" y="1440792"/>
                </a:lnTo>
                <a:lnTo>
                  <a:pt x="50404" y="2383982"/>
                </a:lnTo>
                <a:cubicBezTo>
                  <a:pt x="50404" y="2425270"/>
                  <a:pt x="84185" y="2459052"/>
                  <a:pt x="125473" y="2459052"/>
                </a:cubicBezTo>
                <a:lnTo>
                  <a:pt x="125473" y="2459052"/>
                </a:lnTo>
                <a:cubicBezTo>
                  <a:pt x="167297" y="2459052"/>
                  <a:pt x="201614" y="2424734"/>
                  <a:pt x="201614" y="2382910"/>
                </a:cubicBezTo>
                <a:lnTo>
                  <a:pt x="201614" y="1441328"/>
                </a:lnTo>
                <a:lnTo>
                  <a:pt x="472936" y="1441328"/>
                </a:lnTo>
                <a:lnTo>
                  <a:pt x="162471" y="295451"/>
                </a:lnTo>
                <a:lnTo>
                  <a:pt x="279365" y="295451"/>
                </a:lnTo>
                <a:lnTo>
                  <a:pt x="513688" y="1074025"/>
                </a:lnTo>
                <a:cubicBezTo>
                  <a:pt x="523876" y="1108343"/>
                  <a:pt x="560338" y="1127646"/>
                  <a:pt x="594655" y="1117458"/>
                </a:cubicBezTo>
                <a:lnTo>
                  <a:pt x="594655" y="1117458"/>
                </a:lnTo>
                <a:cubicBezTo>
                  <a:pt x="629509" y="1107270"/>
                  <a:pt x="649348" y="1070272"/>
                  <a:pt x="639161" y="1035418"/>
                </a:cubicBezTo>
                <a:close/>
              </a:path>
            </a:pathLst>
          </a:custGeom>
          <a:solidFill>
            <a:srgbClr val="FEFEFE">
              <a:alpha val="4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96" name="Google Shape;196;p3"/>
          <p:cNvSpPr/>
          <p:nvPr/>
        </p:nvSpPr>
        <p:spPr>
          <a:xfrm>
            <a:off x="5703277" y="4956861"/>
            <a:ext cx="1202919" cy="99030"/>
          </a:xfrm>
          <a:custGeom>
            <a:rect b="b" l="l" r="r" t="t"/>
            <a:pathLst>
              <a:path extrusionOk="0" h="129226" w="1573771">
                <a:moveTo>
                  <a:pt x="1509427" y="0"/>
                </a:moveTo>
                <a:lnTo>
                  <a:pt x="0" y="0"/>
                </a:lnTo>
                <a:lnTo>
                  <a:pt x="0" y="129226"/>
                </a:lnTo>
                <a:lnTo>
                  <a:pt x="1509427" y="129226"/>
                </a:lnTo>
                <a:cubicBezTo>
                  <a:pt x="1544816" y="129226"/>
                  <a:pt x="1573772" y="100271"/>
                  <a:pt x="1573772" y="64881"/>
                </a:cubicBezTo>
                <a:lnTo>
                  <a:pt x="1573772" y="63809"/>
                </a:lnTo>
                <a:cubicBezTo>
                  <a:pt x="1573235" y="28955"/>
                  <a:pt x="1544816" y="0"/>
                  <a:pt x="1509427" y="0"/>
                </a:cubicBezTo>
                <a:close/>
              </a:path>
            </a:pathLst>
          </a:custGeom>
          <a:solidFill>
            <a:srgbClr val="FEFEFE">
              <a:alpha val="4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97" name="Google Shape;197;p3"/>
          <p:cNvSpPr/>
          <p:nvPr/>
        </p:nvSpPr>
        <p:spPr>
          <a:xfrm>
            <a:off x="5728034" y="4650549"/>
            <a:ext cx="943694" cy="99030"/>
          </a:xfrm>
          <a:custGeom>
            <a:rect b="b" l="l" r="r" t="t"/>
            <a:pathLst>
              <a:path extrusionOk="0" h="129226" w="1234351">
                <a:moveTo>
                  <a:pt x="1174833" y="0"/>
                </a:moveTo>
                <a:lnTo>
                  <a:pt x="0" y="0"/>
                </a:lnTo>
                <a:lnTo>
                  <a:pt x="0" y="129226"/>
                </a:lnTo>
                <a:lnTo>
                  <a:pt x="1174833" y="129226"/>
                </a:lnTo>
                <a:cubicBezTo>
                  <a:pt x="1207541" y="129226"/>
                  <a:pt x="1234352" y="102416"/>
                  <a:pt x="1234352" y="69707"/>
                </a:cubicBezTo>
                <a:lnTo>
                  <a:pt x="1234352" y="59519"/>
                </a:lnTo>
                <a:cubicBezTo>
                  <a:pt x="1234352" y="26810"/>
                  <a:pt x="1207541" y="0"/>
                  <a:pt x="1174833" y="0"/>
                </a:cubicBezTo>
                <a:close/>
              </a:path>
            </a:pathLst>
          </a:custGeom>
          <a:solidFill>
            <a:srgbClr val="FEFEFE">
              <a:alpha val="4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98" name="Google Shape;198;p3"/>
          <p:cNvSpPr/>
          <p:nvPr/>
        </p:nvSpPr>
        <p:spPr>
          <a:xfrm>
            <a:off x="5903763" y="4342780"/>
            <a:ext cx="1051947" cy="99030"/>
          </a:xfrm>
          <a:custGeom>
            <a:rect b="b" l="l" r="r" t="t"/>
            <a:pathLst>
              <a:path extrusionOk="0" h="129226" w="1375910">
                <a:moveTo>
                  <a:pt x="1311029" y="0"/>
                </a:moveTo>
                <a:lnTo>
                  <a:pt x="0" y="0"/>
                </a:lnTo>
                <a:lnTo>
                  <a:pt x="34854" y="129226"/>
                </a:lnTo>
                <a:lnTo>
                  <a:pt x="1311029" y="129226"/>
                </a:lnTo>
                <a:cubicBezTo>
                  <a:pt x="1346955" y="129226"/>
                  <a:pt x="1375911" y="100271"/>
                  <a:pt x="1375911" y="64345"/>
                </a:cubicBezTo>
                <a:cubicBezTo>
                  <a:pt x="1375911" y="28955"/>
                  <a:pt x="1346955" y="0"/>
                  <a:pt x="1311029" y="0"/>
                </a:cubicBezTo>
                <a:close/>
              </a:path>
            </a:pathLst>
          </a:custGeom>
          <a:solidFill>
            <a:srgbClr val="FEFEFE">
              <a:alpha val="4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99" name="Google Shape;199;p3"/>
          <p:cNvSpPr/>
          <p:nvPr/>
        </p:nvSpPr>
        <p:spPr>
          <a:xfrm>
            <a:off x="6029492" y="4035012"/>
            <a:ext cx="642236" cy="99030"/>
          </a:xfrm>
          <a:custGeom>
            <a:rect b="b" l="l" r="r" t="t"/>
            <a:pathLst>
              <a:path extrusionOk="0" h="129226" w="840238">
                <a:moveTo>
                  <a:pt x="774821" y="0"/>
                </a:moveTo>
                <a:lnTo>
                  <a:pt x="0" y="0"/>
                </a:lnTo>
                <a:lnTo>
                  <a:pt x="39143" y="129226"/>
                </a:lnTo>
                <a:lnTo>
                  <a:pt x="775358" y="129226"/>
                </a:lnTo>
                <a:cubicBezTo>
                  <a:pt x="811283" y="129226"/>
                  <a:pt x="840239" y="100271"/>
                  <a:pt x="840239" y="64345"/>
                </a:cubicBezTo>
                <a:cubicBezTo>
                  <a:pt x="839703" y="28955"/>
                  <a:pt x="810747" y="0"/>
                  <a:pt x="774821" y="0"/>
                </a:cubicBezTo>
                <a:close/>
              </a:path>
            </a:pathLst>
          </a:custGeom>
          <a:solidFill>
            <a:srgbClr val="FEFEFE">
              <a:alpha val="4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00" name="Google Shape;200;p3"/>
          <p:cNvSpPr/>
          <p:nvPr/>
        </p:nvSpPr>
        <p:spPr>
          <a:xfrm>
            <a:off x="5935317" y="3728214"/>
            <a:ext cx="650974" cy="99030"/>
          </a:xfrm>
          <a:custGeom>
            <a:rect b="b" l="l" r="r" t="t"/>
            <a:pathLst>
              <a:path extrusionOk="0" h="129226" w="851498">
                <a:moveTo>
                  <a:pt x="795197" y="0"/>
                </a:moveTo>
                <a:lnTo>
                  <a:pt x="0" y="0"/>
                </a:lnTo>
                <a:lnTo>
                  <a:pt x="39143" y="129226"/>
                </a:lnTo>
                <a:lnTo>
                  <a:pt x="795733" y="129226"/>
                </a:lnTo>
                <a:cubicBezTo>
                  <a:pt x="826297" y="129226"/>
                  <a:pt x="851499" y="104561"/>
                  <a:pt x="851499" y="73461"/>
                </a:cubicBezTo>
                <a:lnTo>
                  <a:pt x="851499" y="55229"/>
                </a:lnTo>
                <a:cubicBezTo>
                  <a:pt x="850963" y="24666"/>
                  <a:pt x="826297" y="0"/>
                  <a:pt x="795197" y="0"/>
                </a:cubicBezTo>
                <a:close/>
              </a:path>
            </a:pathLst>
          </a:custGeom>
          <a:solidFill>
            <a:srgbClr val="FEFEFE">
              <a:alpha val="4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01" name="Google Shape;201;p3"/>
          <p:cNvSpPr/>
          <p:nvPr/>
        </p:nvSpPr>
        <p:spPr>
          <a:xfrm>
            <a:off x="5833860" y="3420931"/>
            <a:ext cx="1150006" cy="99030"/>
          </a:xfrm>
          <a:custGeom>
            <a:rect b="b" l="l" r="r" t="t"/>
            <a:pathLst>
              <a:path extrusionOk="0" h="129226" w="1504064">
                <a:moveTo>
                  <a:pt x="1439719" y="0"/>
                </a:moveTo>
                <a:lnTo>
                  <a:pt x="0" y="0"/>
                </a:lnTo>
                <a:cubicBezTo>
                  <a:pt x="12869" y="19303"/>
                  <a:pt x="21448" y="41824"/>
                  <a:pt x="26274" y="65417"/>
                </a:cubicBezTo>
                <a:lnTo>
                  <a:pt x="45578" y="129226"/>
                </a:lnTo>
                <a:lnTo>
                  <a:pt x="1439719" y="129226"/>
                </a:lnTo>
                <a:cubicBezTo>
                  <a:pt x="1475109" y="129226"/>
                  <a:pt x="1504064" y="100271"/>
                  <a:pt x="1504064" y="64881"/>
                </a:cubicBezTo>
                <a:lnTo>
                  <a:pt x="1504064" y="63809"/>
                </a:lnTo>
                <a:cubicBezTo>
                  <a:pt x="1504064" y="28419"/>
                  <a:pt x="1475109" y="0"/>
                  <a:pt x="1439719" y="0"/>
                </a:cubicBezTo>
                <a:close/>
              </a:path>
            </a:pathLst>
          </a:custGeom>
          <a:solidFill>
            <a:srgbClr val="FEFEFE">
              <a:alpha val="4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02" name="Google Shape;202;p3"/>
          <p:cNvSpPr/>
          <p:nvPr/>
        </p:nvSpPr>
        <p:spPr>
          <a:xfrm>
            <a:off x="1354710" y="2454421"/>
            <a:ext cx="2201678" cy="972821"/>
          </a:xfrm>
          <a:prstGeom prst="rect">
            <a:avLst/>
          </a:prstGeom>
          <a:noFill/>
          <a:ln>
            <a:noFill/>
          </a:ln>
        </p:spPr>
        <p:txBody>
          <a:bodyPr anchorCtr="0" anchor="t" bIns="0" lIns="0" spcFirstLastPara="1" rIns="0" wrap="square" tIns="0">
            <a:normAutofit/>
          </a:bodyPr>
          <a:lstStyle/>
          <a:p>
            <a:pPr indent="0" lvl="0" marL="0" marR="0" rtl="0" algn="r">
              <a:lnSpc>
                <a:spcPct val="150000"/>
              </a:lnSpc>
              <a:spcBef>
                <a:spcPts val="0"/>
              </a:spcBef>
              <a:spcAft>
                <a:spcPts val="0"/>
              </a:spcAft>
              <a:buNone/>
            </a:pPr>
            <a:r>
              <a:rPr lang="en-US" sz="1400">
                <a:solidFill>
                  <a:srgbClr val="351C75"/>
                </a:solidFill>
              </a:rPr>
              <a:t>Quản lý dự án</a:t>
            </a:r>
            <a:endParaRPr>
              <a:solidFill>
                <a:srgbClr val="351C75"/>
              </a:solidFill>
            </a:endParaRPr>
          </a:p>
          <a:p>
            <a:pPr indent="0" lvl="0" marL="0" marR="0" rtl="0" algn="r">
              <a:lnSpc>
                <a:spcPct val="150000"/>
              </a:lnSpc>
              <a:spcBef>
                <a:spcPts val="0"/>
              </a:spcBef>
              <a:spcAft>
                <a:spcPts val="0"/>
              </a:spcAft>
              <a:buNone/>
            </a:pPr>
            <a:r>
              <a:rPr lang="en-US" sz="1400">
                <a:solidFill>
                  <a:srgbClr val="351C75"/>
                </a:solidFill>
              </a:rPr>
              <a:t>(Project Manager)</a:t>
            </a:r>
            <a:endParaRPr>
              <a:solidFill>
                <a:srgbClr val="351C75"/>
              </a:solidFill>
            </a:endParaRPr>
          </a:p>
          <a:p>
            <a:pPr indent="0" lvl="0" marL="0" marR="0" rtl="0" algn="r">
              <a:lnSpc>
                <a:spcPct val="150000"/>
              </a:lnSpc>
              <a:spcBef>
                <a:spcPts val="0"/>
              </a:spcBef>
              <a:spcAft>
                <a:spcPts val="0"/>
              </a:spcAft>
              <a:buNone/>
            </a:pPr>
            <a:r>
              <a:t/>
            </a:r>
            <a:endParaRPr sz="1400">
              <a:solidFill>
                <a:srgbClr val="351C75"/>
              </a:solidFill>
            </a:endParaRPr>
          </a:p>
        </p:txBody>
      </p:sp>
      <p:sp>
        <p:nvSpPr>
          <p:cNvPr id="203" name="Google Shape;203;p3"/>
          <p:cNvSpPr/>
          <p:nvPr/>
        </p:nvSpPr>
        <p:spPr>
          <a:xfrm>
            <a:off x="2587241" y="2136458"/>
            <a:ext cx="970879" cy="298545"/>
          </a:xfrm>
          <a:prstGeom prst="rect">
            <a:avLst/>
          </a:prstGeom>
          <a:noFill/>
          <a:ln>
            <a:noFill/>
          </a:ln>
        </p:spPr>
        <p:txBody>
          <a:bodyPr anchorCtr="0" anchor="ctr" bIns="0" lIns="0" spcFirstLastPara="1" rIns="0" wrap="square" tIns="0">
            <a:normAutofit/>
          </a:bodyPr>
          <a:lstStyle/>
          <a:p>
            <a:pPr indent="0" lvl="0" marL="0" marR="0" rtl="0" algn="r">
              <a:lnSpc>
                <a:spcPct val="80000"/>
              </a:lnSpc>
              <a:spcBef>
                <a:spcPts val="0"/>
              </a:spcBef>
              <a:spcAft>
                <a:spcPts val="0"/>
              </a:spcAft>
              <a:buNone/>
            </a:pPr>
            <a:r>
              <a:rPr b="1" lang="en-US" sz="2160">
                <a:solidFill>
                  <a:srgbClr val="351C75"/>
                </a:solidFill>
              </a:rPr>
              <a:t>PM</a:t>
            </a:r>
            <a:endParaRPr>
              <a:solidFill>
                <a:srgbClr val="351C75"/>
              </a:solidFill>
            </a:endParaRPr>
          </a:p>
        </p:txBody>
      </p:sp>
      <p:sp>
        <p:nvSpPr>
          <p:cNvPr id="204" name="Google Shape;204;p3"/>
          <p:cNvSpPr/>
          <p:nvPr/>
        </p:nvSpPr>
        <p:spPr>
          <a:xfrm>
            <a:off x="1354225" y="3759282"/>
            <a:ext cx="2202439" cy="971364"/>
          </a:xfrm>
          <a:prstGeom prst="rect">
            <a:avLst/>
          </a:prstGeom>
          <a:noFill/>
          <a:ln>
            <a:noFill/>
          </a:ln>
        </p:spPr>
        <p:txBody>
          <a:bodyPr anchorCtr="0" anchor="t" bIns="0" lIns="0" spcFirstLastPara="1" rIns="0" wrap="square" tIns="0">
            <a:normAutofit/>
          </a:bodyPr>
          <a:lstStyle/>
          <a:p>
            <a:pPr indent="0" lvl="0" marL="0" marR="0" rtl="0" algn="r">
              <a:lnSpc>
                <a:spcPct val="150000"/>
              </a:lnSpc>
              <a:spcBef>
                <a:spcPts val="0"/>
              </a:spcBef>
              <a:spcAft>
                <a:spcPts val="0"/>
              </a:spcAft>
              <a:buNone/>
            </a:pPr>
            <a:r>
              <a:rPr lang="en-US" sz="1400">
                <a:solidFill>
                  <a:srgbClr val="351C75"/>
                </a:solidFill>
              </a:rPr>
              <a:t>Phân tích nghiệp vụ</a:t>
            </a:r>
            <a:endParaRPr>
              <a:solidFill>
                <a:srgbClr val="351C75"/>
              </a:solidFill>
            </a:endParaRPr>
          </a:p>
          <a:p>
            <a:pPr indent="0" lvl="0" marL="0" marR="0" rtl="0" algn="r">
              <a:lnSpc>
                <a:spcPct val="150000"/>
              </a:lnSpc>
              <a:spcBef>
                <a:spcPts val="0"/>
              </a:spcBef>
              <a:spcAft>
                <a:spcPts val="0"/>
              </a:spcAft>
              <a:buNone/>
            </a:pPr>
            <a:r>
              <a:rPr lang="en-US" sz="1400">
                <a:solidFill>
                  <a:srgbClr val="351C75"/>
                </a:solidFill>
              </a:rPr>
              <a:t>(Business Analyst)</a:t>
            </a:r>
            <a:endParaRPr>
              <a:solidFill>
                <a:srgbClr val="351C75"/>
              </a:solidFill>
            </a:endParaRPr>
          </a:p>
        </p:txBody>
      </p:sp>
      <p:sp>
        <p:nvSpPr>
          <p:cNvPr id="205" name="Google Shape;205;p3"/>
          <p:cNvSpPr/>
          <p:nvPr/>
        </p:nvSpPr>
        <p:spPr>
          <a:xfrm>
            <a:off x="2587241" y="3441319"/>
            <a:ext cx="970879" cy="298545"/>
          </a:xfrm>
          <a:prstGeom prst="rect">
            <a:avLst/>
          </a:prstGeom>
          <a:noFill/>
          <a:ln>
            <a:noFill/>
          </a:ln>
        </p:spPr>
        <p:txBody>
          <a:bodyPr anchorCtr="0" anchor="ctr" bIns="0" lIns="0" spcFirstLastPara="1" rIns="0" wrap="square" tIns="0">
            <a:normAutofit/>
          </a:bodyPr>
          <a:lstStyle/>
          <a:p>
            <a:pPr indent="0" lvl="0" marL="0" marR="0" rtl="0" algn="r">
              <a:lnSpc>
                <a:spcPct val="80000"/>
              </a:lnSpc>
              <a:spcBef>
                <a:spcPts val="0"/>
              </a:spcBef>
              <a:spcAft>
                <a:spcPts val="0"/>
              </a:spcAft>
              <a:buNone/>
            </a:pPr>
            <a:r>
              <a:rPr b="1" lang="en-US" sz="2160">
                <a:solidFill>
                  <a:srgbClr val="351C75"/>
                </a:solidFill>
              </a:rPr>
              <a:t>BA</a:t>
            </a:r>
            <a:endParaRPr>
              <a:solidFill>
                <a:srgbClr val="351C75"/>
              </a:solidFill>
            </a:endParaRPr>
          </a:p>
        </p:txBody>
      </p:sp>
      <p:sp>
        <p:nvSpPr>
          <p:cNvPr id="206" name="Google Shape;206;p3"/>
          <p:cNvSpPr/>
          <p:nvPr/>
        </p:nvSpPr>
        <p:spPr>
          <a:xfrm>
            <a:off x="1354225" y="5064629"/>
            <a:ext cx="2202439" cy="971364"/>
          </a:xfrm>
          <a:prstGeom prst="rect">
            <a:avLst/>
          </a:prstGeom>
          <a:noFill/>
          <a:ln>
            <a:noFill/>
          </a:ln>
        </p:spPr>
        <p:txBody>
          <a:bodyPr anchorCtr="0" anchor="t" bIns="0" lIns="0" spcFirstLastPara="1" rIns="0" wrap="square" tIns="0">
            <a:normAutofit/>
          </a:bodyPr>
          <a:lstStyle/>
          <a:p>
            <a:pPr indent="0" lvl="0" marL="0" marR="0" rtl="0" algn="r">
              <a:lnSpc>
                <a:spcPct val="150000"/>
              </a:lnSpc>
              <a:spcBef>
                <a:spcPts val="0"/>
              </a:spcBef>
              <a:spcAft>
                <a:spcPts val="0"/>
              </a:spcAft>
              <a:buNone/>
            </a:pPr>
            <a:r>
              <a:rPr lang="en-US" sz="1600">
                <a:solidFill>
                  <a:srgbClr val="351C75"/>
                </a:solidFill>
              </a:rPr>
              <a:t>Lập trình viên </a:t>
            </a:r>
            <a:endParaRPr>
              <a:solidFill>
                <a:srgbClr val="351C75"/>
              </a:solidFill>
            </a:endParaRPr>
          </a:p>
          <a:p>
            <a:pPr indent="0" lvl="0" marL="0" marR="0" rtl="0" algn="r">
              <a:lnSpc>
                <a:spcPct val="150000"/>
              </a:lnSpc>
              <a:spcBef>
                <a:spcPts val="0"/>
              </a:spcBef>
              <a:spcAft>
                <a:spcPts val="0"/>
              </a:spcAft>
              <a:buNone/>
            </a:pPr>
            <a:r>
              <a:rPr lang="en-US" sz="1600">
                <a:solidFill>
                  <a:srgbClr val="351C75"/>
                </a:solidFill>
              </a:rPr>
              <a:t>(Developer)</a:t>
            </a:r>
            <a:endParaRPr>
              <a:solidFill>
                <a:srgbClr val="351C75"/>
              </a:solidFill>
            </a:endParaRPr>
          </a:p>
        </p:txBody>
      </p:sp>
      <p:sp>
        <p:nvSpPr>
          <p:cNvPr id="207" name="Google Shape;207;p3"/>
          <p:cNvSpPr/>
          <p:nvPr/>
        </p:nvSpPr>
        <p:spPr>
          <a:xfrm>
            <a:off x="2587241" y="4746666"/>
            <a:ext cx="970879" cy="298545"/>
          </a:xfrm>
          <a:prstGeom prst="rect">
            <a:avLst/>
          </a:prstGeom>
          <a:noFill/>
          <a:ln>
            <a:noFill/>
          </a:ln>
        </p:spPr>
        <p:txBody>
          <a:bodyPr anchorCtr="0" anchor="ctr" bIns="0" lIns="0" spcFirstLastPara="1" rIns="0" wrap="square" tIns="0">
            <a:normAutofit/>
          </a:bodyPr>
          <a:lstStyle/>
          <a:p>
            <a:pPr indent="0" lvl="0" marL="0" marR="0" rtl="0" algn="r">
              <a:lnSpc>
                <a:spcPct val="80000"/>
              </a:lnSpc>
              <a:spcBef>
                <a:spcPts val="0"/>
              </a:spcBef>
              <a:spcAft>
                <a:spcPts val="0"/>
              </a:spcAft>
              <a:buNone/>
            </a:pPr>
            <a:r>
              <a:rPr b="1" lang="en-US" sz="2160">
                <a:solidFill>
                  <a:srgbClr val="351C75"/>
                </a:solidFill>
              </a:rPr>
              <a:t>DEV</a:t>
            </a:r>
            <a:endParaRPr>
              <a:solidFill>
                <a:srgbClr val="351C75"/>
              </a:solidFill>
            </a:endParaRPr>
          </a:p>
        </p:txBody>
      </p:sp>
      <p:sp>
        <p:nvSpPr>
          <p:cNvPr id="208" name="Google Shape;208;p3"/>
          <p:cNvSpPr/>
          <p:nvPr/>
        </p:nvSpPr>
        <p:spPr>
          <a:xfrm>
            <a:off x="7413965" y="2454421"/>
            <a:ext cx="2202439" cy="971364"/>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None/>
            </a:pPr>
            <a:r>
              <a:rPr lang="en-US" sz="1400">
                <a:solidFill>
                  <a:srgbClr val="351C75"/>
                </a:solidFill>
              </a:rPr>
              <a:t>Nhân viên kiểm thử phần mềm</a:t>
            </a:r>
            <a:endParaRPr>
              <a:solidFill>
                <a:srgbClr val="351C75"/>
              </a:solidFill>
            </a:endParaRPr>
          </a:p>
        </p:txBody>
      </p:sp>
      <p:sp>
        <p:nvSpPr>
          <p:cNvPr id="209" name="Google Shape;209;p3"/>
          <p:cNvSpPr/>
          <p:nvPr/>
        </p:nvSpPr>
        <p:spPr>
          <a:xfrm>
            <a:off x="7413979" y="2136449"/>
            <a:ext cx="1341600" cy="3534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lang="en-US" sz="2160">
                <a:solidFill>
                  <a:srgbClr val="351C75"/>
                </a:solidFill>
              </a:rPr>
              <a:t>TESTER</a:t>
            </a:r>
            <a:endParaRPr>
              <a:solidFill>
                <a:srgbClr val="351C75"/>
              </a:solidFill>
            </a:endParaRPr>
          </a:p>
        </p:txBody>
      </p:sp>
      <p:sp>
        <p:nvSpPr>
          <p:cNvPr id="210" name="Google Shape;210;p3"/>
          <p:cNvSpPr/>
          <p:nvPr/>
        </p:nvSpPr>
        <p:spPr>
          <a:xfrm>
            <a:off x="7413965" y="3759282"/>
            <a:ext cx="2202439" cy="971364"/>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None/>
            </a:pPr>
            <a:r>
              <a:rPr lang="en-US" sz="1400">
                <a:solidFill>
                  <a:srgbClr val="351C75"/>
                </a:solidFill>
              </a:rPr>
              <a:t>Phiên dịch viên</a:t>
            </a:r>
            <a:endParaRPr>
              <a:solidFill>
                <a:srgbClr val="351C75"/>
              </a:solidFill>
            </a:endParaRPr>
          </a:p>
          <a:p>
            <a:pPr indent="0" lvl="0" marL="0" marR="0" rtl="0" algn="l">
              <a:lnSpc>
                <a:spcPct val="150000"/>
              </a:lnSpc>
              <a:spcBef>
                <a:spcPts val="0"/>
              </a:spcBef>
              <a:spcAft>
                <a:spcPts val="0"/>
              </a:spcAft>
              <a:buNone/>
            </a:pPr>
            <a:r>
              <a:rPr lang="en-US" sz="1400">
                <a:solidFill>
                  <a:srgbClr val="351C75"/>
                </a:solidFill>
              </a:rPr>
              <a:t>(Communicator)</a:t>
            </a:r>
            <a:endParaRPr>
              <a:solidFill>
                <a:srgbClr val="351C75"/>
              </a:solidFill>
            </a:endParaRPr>
          </a:p>
        </p:txBody>
      </p:sp>
      <p:sp>
        <p:nvSpPr>
          <p:cNvPr id="211" name="Google Shape;211;p3"/>
          <p:cNvSpPr/>
          <p:nvPr/>
        </p:nvSpPr>
        <p:spPr>
          <a:xfrm>
            <a:off x="7413980" y="3441325"/>
            <a:ext cx="1462200" cy="2985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lang="en-US" sz="2160">
                <a:solidFill>
                  <a:srgbClr val="351C75"/>
                </a:solidFill>
              </a:rPr>
              <a:t>COMTOR</a:t>
            </a:r>
            <a:endParaRPr>
              <a:solidFill>
                <a:srgbClr val="351C75"/>
              </a:solidFill>
            </a:endParaRPr>
          </a:p>
        </p:txBody>
      </p:sp>
      <p:sp>
        <p:nvSpPr>
          <p:cNvPr id="212" name="Google Shape;212;p3"/>
          <p:cNvSpPr/>
          <p:nvPr/>
        </p:nvSpPr>
        <p:spPr>
          <a:xfrm>
            <a:off x="7413965" y="5064629"/>
            <a:ext cx="2202439" cy="971364"/>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None/>
            </a:pPr>
            <a:r>
              <a:rPr lang="en-US" sz="1400">
                <a:solidFill>
                  <a:srgbClr val="351C75"/>
                </a:solidFill>
              </a:rPr>
              <a:t>Giám sát chất lượng</a:t>
            </a:r>
            <a:endParaRPr>
              <a:solidFill>
                <a:srgbClr val="351C75"/>
              </a:solidFill>
            </a:endParaRPr>
          </a:p>
          <a:p>
            <a:pPr indent="0" lvl="0" marL="0" marR="0" rtl="0" algn="l">
              <a:lnSpc>
                <a:spcPct val="150000"/>
              </a:lnSpc>
              <a:spcBef>
                <a:spcPts val="0"/>
              </a:spcBef>
              <a:spcAft>
                <a:spcPts val="0"/>
              </a:spcAft>
              <a:buNone/>
            </a:pPr>
            <a:r>
              <a:rPr lang="en-US" sz="1400">
                <a:solidFill>
                  <a:srgbClr val="351C75"/>
                </a:solidFill>
              </a:rPr>
              <a:t>(Quanlity Assurance)</a:t>
            </a:r>
            <a:endParaRPr>
              <a:solidFill>
                <a:srgbClr val="351C75"/>
              </a:solidFill>
            </a:endParaRPr>
          </a:p>
          <a:p>
            <a:pPr indent="0" lvl="0" marL="0" marR="0" rtl="0" algn="l">
              <a:lnSpc>
                <a:spcPct val="150000"/>
              </a:lnSpc>
              <a:spcBef>
                <a:spcPts val="0"/>
              </a:spcBef>
              <a:spcAft>
                <a:spcPts val="0"/>
              </a:spcAft>
              <a:buNone/>
            </a:pPr>
            <a:r>
              <a:rPr lang="en-US" sz="1400">
                <a:solidFill>
                  <a:srgbClr val="351C75"/>
                </a:solidFill>
              </a:rPr>
              <a:t>Khác với tester</a:t>
            </a:r>
            <a:endParaRPr>
              <a:solidFill>
                <a:srgbClr val="351C75"/>
              </a:solidFill>
            </a:endParaRPr>
          </a:p>
        </p:txBody>
      </p:sp>
      <p:sp>
        <p:nvSpPr>
          <p:cNvPr id="213" name="Google Shape;213;p3"/>
          <p:cNvSpPr/>
          <p:nvPr/>
        </p:nvSpPr>
        <p:spPr>
          <a:xfrm>
            <a:off x="7413965" y="4746666"/>
            <a:ext cx="970879" cy="298545"/>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lang="en-US" sz="2160">
                <a:solidFill>
                  <a:srgbClr val="351C75"/>
                </a:solidFill>
              </a:rPr>
              <a:t>QA</a:t>
            </a:r>
            <a:endParaRPr>
              <a:solidFill>
                <a:srgbClr val="351C75"/>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p:bgPr>
    </p:bg>
    <p:spTree>
      <p:nvGrpSpPr>
        <p:cNvPr id="217" name="Shape 217"/>
        <p:cNvGrpSpPr/>
        <p:nvPr/>
      </p:nvGrpSpPr>
      <p:grpSpPr>
        <a:xfrm>
          <a:off x="0" y="0"/>
          <a:ext cx="0" cy="0"/>
          <a:chOff x="0" y="0"/>
          <a:chExt cx="0" cy="0"/>
        </a:xfrm>
      </p:grpSpPr>
      <p:sp>
        <p:nvSpPr>
          <p:cNvPr id="218" name="Google Shape;218;p4"/>
          <p:cNvSpPr txBox="1"/>
          <p:nvPr>
            <p:ph type="title"/>
          </p:nvPr>
        </p:nvSpPr>
        <p:spPr>
          <a:xfrm>
            <a:off x="3232150" y="906780"/>
            <a:ext cx="5727700" cy="672465"/>
          </a:xfrm>
          <a:prstGeom prst="rect">
            <a:avLst/>
          </a:prstGeom>
          <a:noFill/>
          <a:ln>
            <a:noFill/>
          </a:ln>
        </p:spPr>
        <p:txBody>
          <a:bodyPr anchorCtr="0" anchor="t" bIns="0" lIns="0" spcFirstLastPara="1" rIns="0" wrap="square" tIns="0">
            <a:normAutofit/>
          </a:bodyPr>
          <a:lstStyle/>
          <a:p>
            <a:pPr indent="0" lvl="0" marL="0" rtl="0" algn="ctr">
              <a:lnSpc>
                <a:spcPct val="100000"/>
              </a:lnSpc>
              <a:spcBef>
                <a:spcPts val="0"/>
              </a:spcBef>
              <a:spcAft>
                <a:spcPts val="0"/>
              </a:spcAft>
              <a:buClr>
                <a:schemeClr val="lt1"/>
              </a:buClr>
              <a:buSzPts val="4000"/>
              <a:buFont typeface="Arial"/>
              <a:buNone/>
            </a:pPr>
            <a:r>
              <a:rPr lang="en-US" sz="4000">
                <a:solidFill>
                  <a:srgbClr val="351C75"/>
                </a:solidFill>
                <a:latin typeface="Arial"/>
                <a:ea typeface="Arial"/>
                <a:cs typeface="Arial"/>
                <a:sym typeface="Arial"/>
              </a:rPr>
              <a:t>IT Comtor là gì?</a:t>
            </a:r>
            <a:endParaRPr>
              <a:solidFill>
                <a:srgbClr val="351C75"/>
              </a:solidFill>
              <a:latin typeface="Arial"/>
              <a:ea typeface="Arial"/>
              <a:cs typeface="Arial"/>
              <a:sym typeface="Arial"/>
            </a:endParaRPr>
          </a:p>
        </p:txBody>
      </p:sp>
      <p:sp>
        <p:nvSpPr>
          <p:cNvPr id="219" name="Google Shape;219;p4"/>
          <p:cNvSpPr/>
          <p:nvPr/>
        </p:nvSpPr>
        <p:spPr>
          <a:xfrm>
            <a:off x="1372870" y="1842770"/>
            <a:ext cx="9516110" cy="170307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900"/>
              <a:buFont typeface="Arial"/>
              <a:buNone/>
            </a:pPr>
            <a:r>
              <a:rPr b="1" lang="en-US" sz="1900">
                <a:solidFill>
                  <a:srgbClr val="351C75"/>
                </a:solidFill>
              </a:rPr>
              <a:t>IT Comtor là từ viết tắt của IT Communicator, đảm nhiệm nhiệm vụ dịch thuật, phiên dịch và hỗ trợ giao tiếp giữa nhóm phát triển, các bên liên quan và khách hàng. </a:t>
            </a:r>
            <a:endParaRPr>
              <a:solidFill>
                <a:srgbClr val="351C75"/>
              </a:solidFill>
            </a:endParaRPr>
          </a:p>
          <a:p>
            <a:pPr indent="0" lvl="0" marL="0" marR="0" rtl="0" algn="l">
              <a:lnSpc>
                <a:spcPct val="100000"/>
              </a:lnSpc>
              <a:spcBef>
                <a:spcPts val="0"/>
              </a:spcBef>
              <a:spcAft>
                <a:spcPts val="0"/>
              </a:spcAft>
              <a:buClr>
                <a:schemeClr val="lt1"/>
              </a:buClr>
              <a:buSzPts val="1900"/>
              <a:buFont typeface="Arial"/>
              <a:buNone/>
            </a:pPr>
            <a:r>
              <a:rPr b="1" lang="en-US" sz="1900">
                <a:solidFill>
                  <a:srgbClr val="351C75"/>
                </a:solidFill>
              </a:rPr>
              <a:t>Nói một cách dễ hiểu, là truyền đạt toàn bộ nội dung trao đổi ngôn ngữ trong dự án thông qua dịch viết, dịch nói.</a:t>
            </a:r>
            <a:endParaRPr>
              <a:solidFill>
                <a:srgbClr val="351C75"/>
              </a:solidFill>
            </a:endParaRPr>
          </a:p>
          <a:p>
            <a:pPr indent="0" lvl="0" marL="0" marR="0" rtl="0" algn="l">
              <a:lnSpc>
                <a:spcPct val="100000"/>
              </a:lnSpc>
              <a:spcBef>
                <a:spcPts val="0"/>
              </a:spcBef>
              <a:spcAft>
                <a:spcPts val="0"/>
              </a:spcAft>
              <a:buClr>
                <a:schemeClr val="lt1"/>
              </a:buClr>
              <a:buSzPts val="1900"/>
              <a:buFont typeface="Manrope ExtraBold"/>
              <a:buNone/>
            </a:pPr>
            <a:r>
              <a:t/>
            </a:r>
            <a:endParaRPr b="1" sz="1900">
              <a:solidFill>
                <a:srgbClr val="351C75"/>
              </a:solidFill>
            </a:endParaRPr>
          </a:p>
          <a:p>
            <a:pPr indent="0" lvl="0" marL="0" marR="0" rtl="0" algn="l">
              <a:lnSpc>
                <a:spcPct val="100000"/>
              </a:lnSpc>
              <a:spcBef>
                <a:spcPts val="0"/>
              </a:spcBef>
              <a:spcAft>
                <a:spcPts val="0"/>
              </a:spcAft>
              <a:buClr>
                <a:schemeClr val="lt1"/>
              </a:buClr>
              <a:buSzPts val="1900"/>
              <a:buFont typeface="Manrope ExtraBold"/>
              <a:buNone/>
            </a:pPr>
            <a:r>
              <a:t/>
            </a:r>
            <a:endParaRPr b="1" sz="1900">
              <a:solidFill>
                <a:srgbClr val="351C75"/>
              </a:solidFill>
            </a:endParaRPr>
          </a:p>
        </p:txBody>
      </p:sp>
      <p:sp>
        <p:nvSpPr>
          <p:cNvPr id="220" name="Google Shape;220;p4"/>
          <p:cNvSpPr/>
          <p:nvPr/>
        </p:nvSpPr>
        <p:spPr>
          <a:xfrm>
            <a:off x="1448435" y="4044223"/>
            <a:ext cx="4591050" cy="527599"/>
          </a:xfrm>
          <a:prstGeom prst="roundRect">
            <a:avLst>
              <a:gd fmla="val 50000" name="adj"/>
            </a:avLst>
          </a:prstGeom>
          <a:noFill/>
          <a:ln cap="flat" cmpd="sng" w="9525">
            <a:solidFill>
              <a:srgbClr val="FFE57B"/>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spcBef>
                <a:spcPts val="0"/>
              </a:spcBef>
              <a:spcAft>
                <a:spcPts val="0"/>
              </a:spcAft>
              <a:buNone/>
            </a:pPr>
            <a:r>
              <a:t/>
            </a:r>
            <a:endParaRPr sz="1800">
              <a:solidFill>
                <a:schemeClr val="lt1"/>
              </a:solidFill>
              <a:latin typeface="Arial"/>
              <a:ea typeface="Arial"/>
              <a:cs typeface="Arial"/>
              <a:sym typeface="Arial"/>
            </a:endParaRPr>
          </a:p>
        </p:txBody>
      </p:sp>
      <p:sp>
        <p:nvSpPr>
          <p:cNvPr id="221" name="Google Shape;221;p4"/>
          <p:cNvSpPr/>
          <p:nvPr/>
        </p:nvSpPr>
        <p:spPr>
          <a:xfrm>
            <a:off x="1958975" y="4344035"/>
            <a:ext cx="3569970" cy="1975485"/>
          </a:xfrm>
          <a:prstGeom prst="roundRect">
            <a:avLst>
              <a:gd fmla="val 16667" name="adj"/>
            </a:avLst>
          </a:prstGeom>
          <a:solidFill>
            <a:srgbClr val="FEFAE9"/>
          </a:solidFill>
          <a:ln>
            <a:noFill/>
          </a:ln>
        </p:spPr>
        <p:txBody>
          <a:bodyPr anchorCtr="0" anchor="ctr" bIns="45700" lIns="972175" spcFirstLastPara="1" rIns="91425" wrap="square" tIns="45700">
            <a:noAutofit/>
          </a:bodyPr>
          <a:lstStyle/>
          <a:p>
            <a:pPr indent="0" lvl="0" marL="0" marR="0" rtl="0" algn="l">
              <a:spcBef>
                <a:spcPts val="0"/>
              </a:spcBef>
              <a:spcAft>
                <a:spcPts val="0"/>
              </a:spcAft>
              <a:buNone/>
            </a:pPr>
            <a:r>
              <a:rPr b="1" lang="en-US" sz="1600">
                <a:solidFill>
                  <a:srgbClr val="351C75"/>
                </a:solidFill>
              </a:rPr>
              <a:t>Năng lực ngoại ngữ</a:t>
            </a:r>
            <a:endParaRPr>
              <a:solidFill>
                <a:srgbClr val="351C75"/>
              </a:solidFill>
            </a:endParaRPr>
          </a:p>
          <a:p>
            <a:pPr indent="0" lvl="0" marL="0" marR="0" rtl="0" algn="l">
              <a:spcBef>
                <a:spcPts val="0"/>
              </a:spcBef>
              <a:spcAft>
                <a:spcPts val="0"/>
              </a:spcAft>
              <a:buNone/>
            </a:pPr>
            <a:r>
              <a:rPr lang="en-US" sz="1600">
                <a:solidFill>
                  <a:srgbClr val="351C75"/>
                </a:solidFill>
              </a:rPr>
              <a:t>Đây là điều kiện tiền đề. </a:t>
            </a:r>
            <a:endParaRPr>
              <a:solidFill>
                <a:srgbClr val="351C75"/>
              </a:solidFill>
            </a:endParaRPr>
          </a:p>
          <a:p>
            <a:pPr indent="0" lvl="0" marL="0" marR="0" rtl="0" algn="l">
              <a:spcBef>
                <a:spcPts val="0"/>
              </a:spcBef>
              <a:spcAft>
                <a:spcPts val="0"/>
              </a:spcAft>
              <a:buNone/>
            </a:pPr>
            <a:r>
              <a:rPr lang="en-US" sz="1600">
                <a:solidFill>
                  <a:srgbClr val="351C75"/>
                </a:solidFill>
              </a:rPr>
              <a:t>Nghe nói đọc viết, hội thoại, giao tiếp được bằng ngôn ngữ đối tượng của bạn.</a:t>
            </a:r>
            <a:endParaRPr>
              <a:solidFill>
                <a:srgbClr val="351C75"/>
              </a:solidFill>
            </a:endParaRPr>
          </a:p>
        </p:txBody>
      </p:sp>
      <p:sp>
        <p:nvSpPr>
          <p:cNvPr id="222" name="Google Shape;222;p4"/>
          <p:cNvSpPr/>
          <p:nvPr/>
        </p:nvSpPr>
        <p:spPr>
          <a:xfrm>
            <a:off x="1958975" y="3675380"/>
            <a:ext cx="3569970" cy="547370"/>
          </a:xfrm>
          <a:prstGeom prst="roundRect">
            <a:avLst>
              <a:gd fmla="val 16667" name="adj"/>
            </a:avLst>
          </a:prstGeom>
          <a:gradFill>
            <a:gsLst>
              <a:gs pos="0">
                <a:schemeClr val="accent1"/>
              </a:gs>
              <a:gs pos="100000">
                <a:schemeClr val="accent2"/>
              </a:gs>
            </a:gsLst>
            <a:lin ang="0" scaled="0"/>
          </a:gradFill>
          <a:ln>
            <a:noFill/>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2700">
                <a:solidFill>
                  <a:srgbClr val="351C75"/>
                </a:solidFill>
              </a:rPr>
              <a:t>Điều kiện bắt buộc</a:t>
            </a:r>
            <a:endParaRPr>
              <a:solidFill>
                <a:srgbClr val="351C75"/>
              </a:solidFill>
            </a:endParaRPr>
          </a:p>
        </p:txBody>
      </p:sp>
      <p:sp>
        <p:nvSpPr>
          <p:cNvPr id="223" name="Google Shape;223;p4"/>
          <p:cNvSpPr/>
          <p:nvPr/>
        </p:nvSpPr>
        <p:spPr>
          <a:xfrm>
            <a:off x="5587365" y="4045493"/>
            <a:ext cx="4591050" cy="527599"/>
          </a:xfrm>
          <a:prstGeom prst="roundRect">
            <a:avLst>
              <a:gd fmla="val 50000" name="adj"/>
            </a:avLst>
          </a:prstGeom>
          <a:noFill/>
          <a:ln cap="flat" cmpd="sng" w="9525">
            <a:solidFill>
              <a:srgbClr val="FFE57B"/>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spcBef>
                <a:spcPts val="0"/>
              </a:spcBef>
              <a:spcAft>
                <a:spcPts val="0"/>
              </a:spcAft>
              <a:buNone/>
            </a:pPr>
            <a:r>
              <a:t/>
            </a:r>
            <a:endParaRPr sz="1800">
              <a:solidFill>
                <a:schemeClr val="lt1"/>
              </a:solidFill>
              <a:latin typeface="Arial"/>
              <a:ea typeface="Arial"/>
              <a:cs typeface="Arial"/>
              <a:sym typeface="Arial"/>
            </a:endParaRPr>
          </a:p>
        </p:txBody>
      </p:sp>
      <p:sp>
        <p:nvSpPr>
          <p:cNvPr id="224" name="Google Shape;224;p4"/>
          <p:cNvSpPr/>
          <p:nvPr/>
        </p:nvSpPr>
        <p:spPr>
          <a:xfrm>
            <a:off x="6097905" y="4345305"/>
            <a:ext cx="3569970" cy="1976755"/>
          </a:xfrm>
          <a:prstGeom prst="roundRect">
            <a:avLst>
              <a:gd fmla="val 16667" name="adj"/>
            </a:avLst>
          </a:prstGeom>
          <a:solidFill>
            <a:srgbClr val="FEFAE9"/>
          </a:solidFill>
          <a:ln>
            <a:noFill/>
          </a:ln>
        </p:spPr>
        <p:txBody>
          <a:bodyPr anchorCtr="0" anchor="ctr" bIns="45700" lIns="972175" spcFirstLastPara="1" rIns="91425" wrap="square" tIns="45700">
            <a:noAutofit/>
          </a:bodyPr>
          <a:lstStyle/>
          <a:p>
            <a:pPr indent="0" lvl="0" marL="0" marR="0" rtl="0" algn="l">
              <a:spcBef>
                <a:spcPts val="0"/>
              </a:spcBef>
              <a:spcAft>
                <a:spcPts val="0"/>
              </a:spcAft>
              <a:buNone/>
            </a:pPr>
            <a:r>
              <a:rPr lang="en-US" sz="1500">
                <a:solidFill>
                  <a:srgbClr val="351C75"/>
                </a:solidFill>
              </a:rPr>
              <a:t>- Từ vựng chuyên ngành IT</a:t>
            </a:r>
            <a:endParaRPr>
              <a:solidFill>
                <a:srgbClr val="351C75"/>
              </a:solidFill>
            </a:endParaRPr>
          </a:p>
          <a:p>
            <a:pPr indent="0" lvl="0" marL="0" marR="0" rtl="0" algn="l">
              <a:spcBef>
                <a:spcPts val="0"/>
              </a:spcBef>
              <a:spcAft>
                <a:spcPts val="0"/>
              </a:spcAft>
              <a:buNone/>
            </a:pPr>
            <a:r>
              <a:rPr lang="en-US" sz="1500">
                <a:solidFill>
                  <a:srgbClr val="351C75"/>
                </a:solidFill>
              </a:rPr>
              <a:t>-  Kiến thức cơ bản về phát triển phần mềm, v.v...</a:t>
            </a:r>
            <a:endParaRPr>
              <a:solidFill>
                <a:srgbClr val="351C75"/>
              </a:solidFill>
            </a:endParaRPr>
          </a:p>
          <a:p>
            <a:pPr indent="0" lvl="0" marL="0" marR="0" rtl="0" algn="l">
              <a:spcBef>
                <a:spcPts val="0"/>
              </a:spcBef>
              <a:spcAft>
                <a:spcPts val="0"/>
              </a:spcAft>
              <a:buNone/>
            </a:pPr>
            <a:r>
              <a:rPr lang="en-US" sz="1500">
                <a:solidFill>
                  <a:srgbClr val="351C75"/>
                </a:solidFill>
              </a:rPr>
              <a:t>Là kiến thức </a:t>
            </a:r>
            <a:r>
              <a:rPr b="1" lang="en-US" sz="1500">
                <a:solidFill>
                  <a:srgbClr val="351C75"/>
                </a:solidFill>
              </a:rPr>
              <a:t>có thể trau dồi trong quá trình làm việc</a:t>
            </a:r>
            <a:r>
              <a:rPr lang="en-US" sz="1500">
                <a:solidFill>
                  <a:srgbClr val="351C75"/>
                </a:solidFill>
              </a:rPr>
              <a:t>, không bắt buộc ngay từ đầu phải có.</a:t>
            </a:r>
            <a:endParaRPr>
              <a:solidFill>
                <a:srgbClr val="351C75"/>
              </a:solidFill>
            </a:endParaRPr>
          </a:p>
        </p:txBody>
      </p:sp>
      <p:sp>
        <p:nvSpPr>
          <p:cNvPr id="225" name="Google Shape;225;p4"/>
          <p:cNvSpPr/>
          <p:nvPr/>
        </p:nvSpPr>
        <p:spPr>
          <a:xfrm>
            <a:off x="6097905" y="3674745"/>
            <a:ext cx="3569970" cy="549275"/>
          </a:xfrm>
          <a:prstGeom prst="roundRect">
            <a:avLst>
              <a:gd fmla="val 16667" name="adj"/>
            </a:avLst>
          </a:prstGeom>
          <a:gradFill>
            <a:gsLst>
              <a:gs pos="0">
                <a:schemeClr val="accent1"/>
              </a:gs>
              <a:gs pos="100000">
                <a:schemeClr val="accent2"/>
              </a:gs>
            </a:gsLst>
            <a:lin ang="0" scaled="0"/>
          </a:gradFill>
          <a:ln>
            <a:noFill/>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2800">
                <a:solidFill>
                  <a:srgbClr val="351C75"/>
                </a:solidFill>
              </a:rPr>
              <a:t>Điều kiện nên có</a:t>
            </a:r>
            <a:endParaRPr>
              <a:solidFill>
                <a:srgbClr val="351C75"/>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p:bgPr>
    </p:bg>
    <p:spTree>
      <p:nvGrpSpPr>
        <p:cNvPr id="229" name="Shape 229"/>
        <p:cNvGrpSpPr/>
        <p:nvPr/>
      </p:nvGrpSpPr>
      <p:grpSpPr>
        <a:xfrm>
          <a:off x="0" y="0"/>
          <a:ext cx="0" cy="0"/>
          <a:chOff x="0" y="0"/>
          <a:chExt cx="0" cy="0"/>
        </a:xfrm>
      </p:grpSpPr>
      <p:sp>
        <p:nvSpPr>
          <p:cNvPr id="230" name="Google Shape;230;p5"/>
          <p:cNvSpPr txBox="1"/>
          <p:nvPr>
            <p:ph type="title"/>
          </p:nvPr>
        </p:nvSpPr>
        <p:spPr>
          <a:xfrm>
            <a:off x="1510665" y="668020"/>
            <a:ext cx="9170670" cy="665480"/>
          </a:xfrm>
          <a:prstGeom prst="rect">
            <a:avLst/>
          </a:prstGeom>
          <a:noFill/>
          <a:ln>
            <a:noFill/>
          </a:ln>
        </p:spPr>
        <p:txBody>
          <a:bodyPr anchorCtr="0" anchor="t" bIns="0" lIns="0" spcFirstLastPara="1" rIns="0" wrap="square" tIns="0">
            <a:normAutofit fontScale="90000"/>
          </a:bodyPr>
          <a:lstStyle/>
          <a:p>
            <a:pPr indent="0" lvl="0" marL="0" rtl="0" algn="ctr">
              <a:lnSpc>
                <a:spcPct val="100000"/>
              </a:lnSpc>
              <a:spcBef>
                <a:spcPts val="0"/>
              </a:spcBef>
              <a:spcAft>
                <a:spcPts val="0"/>
              </a:spcAft>
              <a:buClr>
                <a:schemeClr val="lt1"/>
              </a:buClr>
              <a:buSzPct val="100000"/>
              <a:buFont typeface="Arial"/>
              <a:buNone/>
            </a:pPr>
            <a:r>
              <a:rPr lang="en-US" sz="4445">
                <a:solidFill>
                  <a:srgbClr val="351C75"/>
                </a:solidFill>
                <a:latin typeface="Arial"/>
                <a:ea typeface="Arial"/>
                <a:cs typeface="Arial"/>
                <a:sym typeface="Arial"/>
              </a:rPr>
              <a:t>IT Comtor nằm ở đâu?</a:t>
            </a:r>
            <a:endParaRPr sz="4445">
              <a:solidFill>
                <a:srgbClr val="351C75"/>
              </a:solidFill>
              <a:latin typeface="Arial"/>
              <a:ea typeface="Arial"/>
              <a:cs typeface="Arial"/>
              <a:sym typeface="Arial"/>
            </a:endParaRPr>
          </a:p>
        </p:txBody>
      </p:sp>
      <p:sp>
        <p:nvSpPr>
          <p:cNvPr id="231" name="Google Shape;231;p5"/>
          <p:cNvSpPr/>
          <p:nvPr/>
        </p:nvSpPr>
        <p:spPr>
          <a:xfrm rot="10800000">
            <a:off x="7640320" y="4753610"/>
            <a:ext cx="2694305" cy="205740"/>
          </a:xfrm>
          <a:custGeom>
            <a:rect b="b" l="l" r="r" t="t"/>
            <a:pathLst>
              <a:path extrusionOk="0" h="324" w="2878">
                <a:moveTo>
                  <a:pt x="0" y="0"/>
                </a:moveTo>
                <a:lnTo>
                  <a:pt x="2878" y="0"/>
                </a:lnTo>
                <a:lnTo>
                  <a:pt x="2878" y="324"/>
                </a:lnTo>
                <a:lnTo>
                  <a:pt x="0" y="324"/>
                </a:ln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2" name="Google Shape;232;p5"/>
          <p:cNvSpPr/>
          <p:nvPr/>
        </p:nvSpPr>
        <p:spPr>
          <a:xfrm>
            <a:off x="861060" y="2744470"/>
            <a:ext cx="8828405" cy="1231900"/>
          </a:xfrm>
          <a:custGeom>
            <a:rect b="b" l="l" r="r" t="t"/>
            <a:pathLst>
              <a:path extrusionOk="0" h="1877" w="14208">
                <a:moveTo>
                  <a:pt x="0" y="0"/>
                </a:moveTo>
                <a:lnTo>
                  <a:pt x="9514" y="0"/>
                </a:lnTo>
                <a:lnTo>
                  <a:pt x="9789" y="0"/>
                </a:lnTo>
                <a:lnTo>
                  <a:pt x="12264" y="0"/>
                </a:lnTo>
                <a:lnTo>
                  <a:pt x="12995" y="0"/>
                </a:lnTo>
                <a:lnTo>
                  <a:pt x="13270" y="0"/>
                </a:lnTo>
                <a:cubicBezTo>
                  <a:pt x="13788" y="0"/>
                  <a:pt x="14208" y="420"/>
                  <a:pt x="14208" y="939"/>
                </a:cubicBezTo>
                <a:cubicBezTo>
                  <a:pt x="14208" y="1457"/>
                  <a:pt x="13788" y="1877"/>
                  <a:pt x="13270" y="1877"/>
                </a:cubicBezTo>
                <a:lnTo>
                  <a:pt x="12995" y="1877"/>
                </a:lnTo>
                <a:lnTo>
                  <a:pt x="12264" y="1877"/>
                </a:lnTo>
                <a:lnTo>
                  <a:pt x="11925" y="1877"/>
                </a:lnTo>
                <a:lnTo>
                  <a:pt x="11650" y="1877"/>
                </a:lnTo>
                <a:lnTo>
                  <a:pt x="11650" y="1874"/>
                </a:lnTo>
                <a:lnTo>
                  <a:pt x="10672" y="1874"/>
                </a:lnTo>
                <a:lnTo>
                  <a:pt x="9568" y="1874"/>
                </a:lnTo>
                <a:lnTo>
                  <a:pt x="9568" y="1550"/>
                </a:lnTo>
                <a:lnTo>
                  <a:pt x="10672" y="1550"/>
                </a:lnTo>
                <a:lnTo>
                  <a:pt x="11677" y="1550"/>
                </a:lnTo>
                <a:lnTo>
                  <a:pt x="11781" y="1550"/>
                </a:lnTo>
                <a:lnTo>
                  <a:pt x="11781" y="1553"/>
                </a:lnTo>
                <a:lnTo>
                  <a:pt x="11925" y="1553"/>
                </a:lnTo>
                <a:lnTo>
                  <a:pt x="12264" y="1553"/>
                </a:lnTo>
                <a:lnTo>
                  <a:pt x="12973" y="1553"/>
                </a:lnTo>
                <a:cubicBezTo>
                  <a:pt x="12989" y="1553"/>
                  <a:pt x="13005" y="1552"/>
                  <a:pt x="13020" y="1551"/>
                </a:cubicBezTo>
                <a:lnTo>
                  <a:pt x="13027" y="1551"/>
                </a:lnTo>
                <a:lnTo>
                  <a:pt x="13027" y="1553"/>
                </a:lnTo>
                <a:lnTo>
                  <a:pt x="13248" y="1553"/>
                </a:lnTo>
                <a:cubicBezTo>
                  <a:pt x="13588" y="1553"/>
                  <a:pt x="13863" y="1278"/>
                  <a:pt x="13863" y="939"/>
                </a:cubicBezTo>
                <a:cubicBezTo>
                  <a:pt x="13863" y="599"/>
                  <a:pt x="13588" y="324"/>
                  <a:pt x="13248" y="324"/>
                </a:cubicBezTo>
                <a:lnTo>
                  <a:pt x="13027" y="324"/>
                </a:lnTo>
                <a:lnTo>
                  <a:pt x="13027" y="326"/>
                </a:lnTo>
                <a:lnTo>
                  <a:pt x="13020" y="326"/>
                </a:lnTo>
                <a:cubicBezTo>
                  <a:pt x="13005" y="325"/>
                  <a:pt x="12989" y="324"/>
                  <a:pt x="12973" y="324"/>
                </a:cubicBezTo>
                <a:lnTo>
                  <a:pt x="12264" y="324"/>
                </a:lnTo>
                <a:lnTo>
                  <a:pt x="9789" y="324"/>
                </a:lnTo>
                <a:lnTo>
                  <a:pt x="9514" y="324"/>
                </a:lnTo>
                <a:lnTo>
                  <a:pt x="0" y="324"/>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highlight>
                <a:srgbClr val="FF0000"/>
              </a:highlight>
              <a:latin typeface="Arial"/>
              <a:ea typeface="Arial"/>
              <a:cs typeface="Arial"/>
              <a:sym typeface="Arial"/>
            </a:endParaRPr>
          </a:p>
        </p:txBody>
      </p:sp>
      <p:sp>
        <p:nvSpPr>
          <p:cNvPr id="233" name="Google Shape;233;p5"/>
          <p:cNvSpPr/>
          <p:nvPr/>
        </p:nvSpPr>
        <p:spPr>
          <a:xfrm>
            <a:off x="10320973" y="4683760"/>
            <a:ext cx="226695" cy="346075"/>
          </a:xfrm>
          <a:custGeom>
            <a:rect b="b" l="l" r="r" t="t"/>
            <a:pathLst>
              <a:path extrusionOk="0" h="260315" w="228229">
                <a:moveTo>
                  <a:pt x="222587" y="120936"/>
                </a:moveTo>
                <a:lnTo>
                  <a:pt x="14943" y="1017"/>
                </a:lnTo>
                <a:cubicBezTo>
                  <a:pt x="10018" y="-1822"/>
                  <a:pt x="3732" y="-136"/>
                  <a:pt x="893" y="4779"/>
                </a:cubicBezTo>
                <a:cubicBezTo>
                  <a:pt x="-2" y="6331"/>
                  <a:pt x="-479" y="8084"/>
                  <a:pt x="-488" y="9875"/>
                </a:cubicBezTo>
                <a:lnTo>
                  <a:pt x="-488" y="249714"/>
                </a:lnTo>
                <a:cubicBezTo>
                  <a:pt x="-459" y="255391"/>
                  <a:pt x="4170" y="259982"/>
                  <a:pt x="9847" y="259954"/>
                </a:cubicBezTo>
                <a:cubicBezTo>
                  <a:pt x="11637" y="259944"/>
                  <a:pt x="13390" y="259468"/>
                  <a:pt x="14943" y="258572"/>
                </a:cubicBezTo>
                <a:lnTo>
                  <a:pt x="222587" y="138653"/>
                </a:lnTo>
                <a:cubicBezTo>
                  <a:pt x="227483" y="135871"/>
                  <a:pt x="229188" y="129642"/>
                  <a:pt x="226407" y="124756"/>
                </a:cubicBezTo>
                <a:cubicBezTo>
                  <a:pt x="225502" y="123165"/>
                  <a:pt x="224178" y="121841"/>
                  <a:pt x="222587" y="120936"/>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34" name="Google Shape;234;p5"/>
          <p:cNvSpPr/>
          <p:nvPr/>
        </p:nvSpPr>
        <p:spPr>
          <a:xfrm>
            <a:off x="3084830" y="3778885"/>
            <a:ext cx="4466590" cy="1193165"/>
          </a:xfrm>
          <a:custGeom>
            <a:rect b="b" l="l" r="r" t="t"/>
            <a:pathLst>
              <a:path extrusionOk="0" h="1879" w="6835">
                <a:moveTo>
                  <a:pt x="938" y="0"/>
                </a:moveTo>
                <a:lnTo>
                  <a:pt x="2318" y="0"/>
                </a:lnTo>
                <a:lnTo>
                  <a:pt x="2318" y="2"/>
                </a:lnTo>
                <a:lnTo>
                  <a:pt x="2462" y="2"/>
                </a:lnTo>
                <a:lnTo>
                  <a:pt x="2831" y="2"/>
                </a:lnTo>
                <a:lnTo>
                  <a:pt x="2831" y="2"/>
                </a:lnTo>
                <a:lnTo>
                  <a:pt x="2839" y="2"/>
                </a:lnTo>
                <a:lnTo>
                  <a:pt x="4461" y="2"/>
                </a:lnTo>
                <a:lnTo>
                  <a:pt x="4973" y="2"/>
                </a:lnTo>
                <a:lnTo>
                  <a:pt x="4973" y="326"/>
                </a:lnTo>
                <a:lnTo>
                  <a:pt x="4461" y="326"/>
                </a:lnTo>
                <a:lnTo>
                  <a:pt x="2839" y="326"/>
                </a:lnTo>
                <a:lnTo>
                  <a:pt x="2831" y="326"/>
                </a:lnTo>
                <a:lnTo>
                  <a:pt x="2831" y="326"/>
                </a:lnTo>
                <a:lnTo>
                  <a:pt x="2462" y="326"/>
                </a:lnTo>
                <a:lnTo>
                  <a:pt x="1702" y="326"/>
                </a:lnTo>
                <a:lnTo>
                  <a:pt x="1702" y="324"/>
                </a:lnTo>
                <a:lnTo>
                  <a:pt x="960" y="324"/>
                </a:lnTo>
                <a:cubicBezTo>
                  <a:pt x="620" y="324"/>
                  <a:pt x="345" y="599"/>
                  <a:pt x="345" y="938"/>
                </a:cubicBezTo>
                <a:cubicBezTo>
                  <a:pt x="345" y="1278"/>
                  <a:pt x="620" y="1553"/>
                  <a:pt x="960" y="1553"/>
                </a:cubicBezTo>
                <a:lnTo>
                  <a:pt x="3790" y="1553"/>
                </a:lnTo>
                <a:lnTo>
                  <a:pt x="3790" y="1552"/>
                </a:lnTo>
                <a:lnTo>
                  <a:pt x="4955" y="1552"/>
                </a:lnTo>
                <a:lnTo>
                  <a:pt x="4955" y="1553"/>
                </a:lnTo>
                <a:lnTo>
                  <a:pt x="6835" y="1553"/>
                </a:lnTo>
                <a:lnTo>
                  <a:pt x="6835" y="1877"/>
                </a:lnTo>
                <a:lnTo>
                  <a:pt x="4955" y="1877"/>
                </a:lnTo>
                <a:lnTo>
                  <a:pt x="4955" y="1879"/>
                </a:lnTo>
                <a:lnTo>
                  <a:pt x="4955" y="1879"/>
                </a:lnTo>
                <a:lnTo>
                  <a:pt x="2462" y="1879"/>
                </a:lnTo>
                <a:lnTo>
                  <a:pt x="1702" y="1879"/>
                </a:lnTo>
                <a:lnTo>
                  <a:pt x="1702" y="1877"/>
                </a:lnTo>
                <a:lnTo>
                  <a:pt x="938" y="1877"/>
                </a:lnTo>
                <a:cubicBezTo>
                  <a:pt x="420" y="1877"/>
                  <a:pt x="0" y="1457"/>
                  <a:pt x="0" y="938"/>
                </a:cubicBezTo>
                <a:cubicBezTo>
                  <a:pt x="0" y="420"/>
                  <a:pt x="420" y="0"/>
                  <a:pt x="938"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5" name="Google Shape;235;p5"/>
          <p:cNvSpPr/>
          <p:nvPr/>
        </p:nvSpPr>
        <p:spPr>
          <a:xfrm>
            <a:off x="4420553" y="2634615"/>
            <a:ext cx="492760" cy="492760"/>
          </a:xfrm>
          <a:prstGeom prst="ellipse">
            <a:avLst/>
          </a:prstGeom>
          <a:solidFill>
            <a:srgbClr val="FFFFFF"/>
          </a:solidFill>
          <a:ln cap="flat" cmpd="sng" w="34925">
            <a:solidFill>
              <a:schemeClr val="accent1"/>
            </a:solidFill>
            <a:prstDash val="solid"/>
            <a:miter lim="800000"/>
            <a:headEnd len="sm" w="sm" type="none"/>
            <a:tailEnd len="sm" w="sm" type="none"/>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1400">
                <a:solidFill>
                  <a:schemeClr val="accent1"/>
                </a:solidFill>
                <a:highlight>
                  <a:srgbClr val="FF0000"/>
                </a:highlight>
                <a:latin typeface="Lato"/>
                <a:ea typeface="Lato"/>
                <a:cs typeface="Lato"/>
                <a:sym typeface="Lato"/>
              </a:rPr>
              <a:t>2</a:t>
            </a:r>
            <a:endParaRPr>
              <a:highlight>
                <a:srgbClr val="FF0000"/>
              </a:highlight>
            </a:endParaRPr>
          </a:p>
        </p:txBody>
      </p:sp>
      <p:sp>
        <p:nvSpPr>
          <p:cNvPr id="236" name="Google Shape;236;p5"/>
          <p:cNvSpPr/>
          <p:nvPr/>
        </p:nvSpPr>
        <p:spPr>
          <a:xfrm>
            <a:off x="6318568" y="3636645"/>
            <a:ext cx="492760" cy="492760"/>
          </a:xfrm>
          <a:prstGeom prst="ellipse">
            <a:avLst/>
          </a:prstGeom>
          <a:solidFill>
            <a:srgbClr val="FFFFFF"/>
          </a:solidFill>
          <a:ln cap="flat" cmpd="sng" w="34925">
            <a:solidFill>
              <a:schemeClr val="accent2"/>
            </a:solidFill>
            <a:prstDash val="solid"/>
            <a:miter lim="800000"/>
            <a:headEnd len="sm" w="sm" type="none"/>
            <a:tailEnd len="sm" w="sm" type="none"/>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1400">
                <a:solidFill>
                  <a:schemeClr val="accent2"/>
                </a:solidFill>
                <a:highlight>
                  <a:srgbClr val="FF0000"/>
                </a:highlight>
                <a:latin typeface="Lato"/>
                <a:ea typeface="Lato"/>
                <a:cs typeface="Lato"/>
                <a:sym typeface="Lato"/>
              </a:rPr>
              <a:t>4</a:t>
            </a:r>
            <a:endParaRPr>
              <a:highlight>
                <a:srgbClr val="FF0000"/>
              </a:highlight>
            </a:endParaRPr>
          </a:p>
        </p:txBody>
      </p:sp>
      <p:sp>
        <p:nvSpPr>
          <p:cNvPr id="237" name="Google Shape;237;p5"/>
          <p:cNvSpPr/>
          <p:nvPr/>
        </p:nvSpPr>
        <p:spPr>
          <a:xfrm>
            <a:off x="7273608" y="4620260"/>
            <a:ext cx="492760" cy="492760"/>
          </a:xfrm>
          <a:prstGeom prst="ellipse">
            <a:avLst/>
          </a:prstGeom>
          <a:solidFill>
            <a:srgbClr val="FFFFFF"/>
          </a:solidFill>
          <a:ln cap="flat" cmpd="sng" w="34925">
            <a:solidFill>
              <a:schemeClr val="accent3"/>
            </a:solidFill>
            <a:prstDash val="solid"/>
            <a:miter lim="800000"/>
            <a:headEnd len="sm" w="sm" type="none"/>
            <a:tailEnd len="sm" w="sm" type="none"/>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1400">
                <a:solidFill>
                  <a:schemeClr val="accent3"/>
                </a:solidFill>
                <a:highlight>
                  <a:srgbClr val="FF0000"/>
                </a:highlight>
                <a:latin typeface="Lato"/>
                <a:ea typeface="Lato"/>
                <a:cs typeface="Lato"/>
                <a:sym typeface="Lato"/>
              </a:rPr>
              <a:t>6</a:t>
            </a:r>
            <a:endParaRPr>
              <a:highlight>
                <a:srgbClr val="FF0000"/>
              </a:highlight>
            </a:endParaRPr>
          </a:p>
        </p:txBody>
      </p:sp>
      <p:sp>
        <p:nvSpPr>
          <p:cNvPr id="238" name="Google Shape;238;p5"/>
          <p:cNvSpPr/>
          <p:nvPr/>
        </p:nvSpPr>
        <p:spPr>
          <a:xfrm>
            <a:off x="6147753" y="5055870"/>
            <a:ext cx="2703600" cy="432000"/>
          </a:xfrm>
          <a:prstGeom prst="rect">
            <a:avLst/>
          </a:prstGeom>
          <a:noFill/>
          <a:ln>
            <a:noFill/>
          </a:ln>
        </p:spPr>
        <p:txBody>
          <a:bodyPr anchorCtr="0" anchor="b" bIns="0" lIns="0" spcFirstLastPara="1" rIns="0" wrap="square" tIns="0">
            <a:normAutofit/>
          </a:bodyPr>
          <a:lstStyle/>
          <a:p>
            <a:pPr indent="0" lvl="0" marL="0" marR="0" rtl="0" algn="ctr">
              <a:spcBef>
                <a:spcPts val="0"/>
              </a:spcBef>
              <a:spcAft>
                <a:spcPts val="0"/>
              </a:spcAft>
              <a:buNone/>
            </a:pPr>
            <a:r>
              <a:rPr b="1" lang="en-US" sz="1800">
                <a:solidFill>
                  <a:srgbClr val="351C75"/>
                </a:solidFill>
              </a:rPr>
              <a:t>Bảo trì</a:t>
            </a:r>
            <a:endParaRPr b="1" sz="1800">
              <a:solidFill>
                <a:srgbClr val="351C75"/>
              </a:solidFill>
            </a:endParaRPr>
          </a:p>
        </p:txBody>
      </p:sp>
      <p:sp>
        <p:nvSpPr>
          <p:cNvPr id="239" name="Google Shape;239;p5"/>
          <p:cNvSpPr/>
          <p:nvPr/>
        </p:nvSpPr>
        <p:spPr>
          <a:xfrm>
            <a:off x="3285490" y="1482090"/>
            <a:ext cx="3215005" cy="11137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n-US" sz="1200">
                <a:solidFill>
                  <a:srgbClr val="351C75"/>
                </a:solidFill>
              </a:rPr>
              <a:t>- Dịch các tài liệu thiết kế (như thiết kế hệ thống, thiết kế database).</a:t>
            </a:r>
            <a:endParaRPr>
              <a:solidFill>
                <a:srgbClr val="351C75"/>
              </a:solidFill>
            </a:endParaRPr>
          </a:p>
          <a:p>
            <a:pPr indent="0" lvl="0" marL="0" marR="0" rtl="0" algn="l">
              <a:lnSpc>
                <a:spcPct val="130000"/>
              </a:lnSpc>
              <a:spcBef>
                <a:spcPts val="0"/>
              </a:spcBef>
              <a:spcAft>
                <a:spcPts val="0"/>
              </a:spcAft>
              <a:buNone/>
            </a:pPr>
            <a:r>
              <a:rPr lang="en-US" sz="1200">
                <a:solidFill>
                  <a:srgbClr val="351C75"/>
                </a:solidFill>
              </a:rPr>
              <a:t>- Là cầu nối để giải thích các thuật ngữ kỹ thuật phức tạp hoặc làm rõ các điểm cần điều chỉnh giữa khách hàng và đội kỹ thuật.</a:t>
            </a:r>
            <a:endParaRPr>
              <a:solidFill>
                <a:srgbClr val="351C75"/>
              </a:solidFill>
            </a:endParaRPr>
          </a:p>
        </p:txBody>
      </p:sp>
      <p:sp>
        <p:nvSpPr>
          <p:cNvPr id="240" name="Google Shape;240;p5"/>
          <p:cNvSpPr/>
          <p:nvPr/>
        </p:nvSpPr>
        <p:spPr>
          <a:xfrm>
            <a:off x="5760403" y="2103755"/>
            <a:ext cx="2703600" cy="432000"/>
          </a:xfrm>
          <a:prstGeom prst="rect">
            <a:avLst/>
          </a:prstGeom>
          <a:noFill/>
          <a:ln>
            <a:noFill/>
          </a:ln>
        </p:spPr>
        <p:txBody>
          <a:bodyPr anchorCtr="0" anchor="b" bIns="0" lIns="0" spcFirstLastPara="1" rIns="0" wrap="square" tIns="0">
            <a:normAutofit/>
          </a:bodyPr>
          <a:lstStyle/>
          <a:p>
            <a:pPr indent="0" lvl="0" marL="0" marR="0" rtl="0" algn="ctr">
              <a:spcBef>
                <a:spcPts val="0"/>
              </a:spcBef>
              <a:spcAft>
                <a:spcPts val="0"/>
              </a:spcAft>
              <a:buNone/>
            </a:pPr>
            <a:r>
              <a:rPr b="1" lang="en-US" sz="1800">
                <a:solidFill>
                  <a:srgbClr val="351C75"/>
                </a:solidFill>
              </a:rPr>
              <a:t>Phát triển</a:t>
            </a:r>
            <a:endParaRPr b="1" sz="1800">
              <a:solidFill>
                <a:srgbClr val="351C75"/>
              </a:solidFill>
            </a:endParaRPr>
          </a:p>
        </p:txBody>
      </p:sp>
      <p:sp>
        <p:nvSpPr>
          <p:cNvPr id="241" name="Google Shape;241;p5"/>
          <p:cNvSpPr/>
          <p:nvPr/>
        </p:nvSpPr>
        <p:spPr>
          <a:xfrm>
            <a:off x="4495800" y="4008120"/>
            <a:ext cx="6750685" cy="63246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n-US" sz="1200">
                <a:solidFill>
                  <a:srgbClr val="351C75"/>
                </a:solidFill>
              </a:rPr>
              <a:t>- Dịch các tài liệu test như: test case, test plan để đội QA hiểu rõ yêu cầu kiểm thử.</a:t>
            </a:r>
            <a:endParaRPr>
              <a:solidFill>
                <a:srgbClr val="351C75"/>
              </a:solidFill>
            </a:endParaRPr>
          </a:p>
          <a:p>
            <a:pPr indent="0" lvl="0" marL="0" marR="0" rtl="0" algn="l">
              <a:lnSpc>
                <a:spcPct val="130000"/>
              </a:lnSpc>
              <a:spcBef>
                <a:spcPts val="0"/>
              </a:spcBef>
              <a:spcAft>
                <a:spcPts val="0"/>
              </a:spcAft>
              <a:buNone/>
            </a:pPr>
            <a:r>
              <a:rPr lang="en-US" sz="1200">
                <a:solidFill>
                  <a:srgbClr val="351C75"/>
                </a:solidFill>
              </a:rPr>
              <a:t>- Truyền đạt các lỗi (bugs) phát hiện trong quá trình kiểm thử đến khách hàng hoặc đội phát triển.</a:t>
            </a:r>
            <a:endParaRPr>
              <a:solidFill>
                <a:srgbClr val="351C75"/>
              </a:solidFill>
            </a:endParaRPr>
          </a:p>
          <a:p>
            <a:pPr indent="0" lvl="0" marL="0" marR="0" rtl="0" algn="l">
              <a:lnSpc>
                <a:spcPct val="130000"/>
              </a:lnSpc>
              <a:spcBef>
                <a:spcPts val="0"/>
              </a:spcBef>
              <a:spcAft>
                <a:spcPts val="0"/>
              </a:spcAft>
              <a:buNone/>
            </a:pPr>
            <a:r>
              <a:rPr lang="en-US" sz="1200">
                <a:solidFill>
                  <a:srgbClr val="351C75"/>
                </a:solidFill>
              </a:rPr>
              <a:t>- Truyền đạt chi tiết các log lỗi, kết quả kiểm tra cho các bên liên quan.</a:t>
            </a:r>
            <a:endParaRPr>
              <a:solidFill>
                <a:srgbClr val="351C75"/>
              </a:solidFill>
            </a:endParaRPr>
          </a:p>
        </p:txBody>
      </p:sp>
      <p:sp>
        <p:nvSpPr>
          <p:cNvPr id="242" name="Google Shape;242;p5"/>
          <p:cNvSpPr/>
          <p:nvPr/>
        </p:nvSpPr>
        <p:spPr>
          <a:xfrm>
            <a:off x="5223828" y="3192145"/>
            <a:ext cx="2703600" cy="432000"/>
          </a:xfrm>
          <a:prstGeom prst="rect">
            <a:avLst/>
          </a:prstGeom>
          <a:noFill/>
          <a:ln>
            <a:noFill/>
          </a:ln>
        </p:spPr>
        <p:txBody>
          <a:bodyPr anchorCtr="0" anchor="b" bIns="0" lIns="0" spcFirstLastPara="1" rIns="0" wrap="square" tIns="0">
            <a:normAutofit/>
          </a:bodyPr>
          <a:lstStyle/>
          <a:p>
            <a:pPr indent="0" lvl="0" marL="0" marR="0" rtl="0" algn="ctr">
              <a:spcBef>
                <a:spcPts val="0"/>
              </a:spcBef>
              <a:spcAft>
                <a:spcPts val="0"/>
              </a:spcAft>
              <a:buNone/>
            </a:pPr>
            <a:r>
              <a:rPr b="1" lang="en-US" sz="1800">
                <a:solidFill>
                  <a:srgbClr val="351C75"/>
                </a:solidFill>
              </a:rPr>
              <a:t>Kiểm thử</a:t>
            </a:r>
            <a:endParaRPr b="1" sz="1800">
              <a:solidFill>
                <a:srgbClr val="351C75"/>
              </a:solidFill>
            </a:endParaRPr>
          </a:p>
        </p:txBody>
      </p:sp>
      <p:sp>
        <p:nvSpPr>
          <p:cNvPr id="243" name="Google Shape;243;p5"/>
          <p:cNvSpPr/>
          <p:nvPr/>
        </p:nvSpPr>
        <p:spPr>
          <a:xfrm>
            <a:off x="1632903" y="2653665"/>
            <a:ext cx="492760" cy="492760"/>
          </a:xfrm>
          <a:prstGeom prst="ellipse">
            <a:avLst/>
          </a:prstGeom>
          <a:solidFill>
            <a:srgbClr val="FFFFFF"/>
          </a:solidFill>
          <a:ln cap="flat" cmpd="sng" w="34925">
            <a:solidFill>
              <a:schemeClr val="accent1"/>
            </a:solidFill>
            <a:prstDash val="solid"/>
            <a:miter lim="800000"/>
            <a:headEnd len="sm" w="sm" type="none"/>
            <a:tailEnd len="sm" w="sm" type="none"/>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1400">
                <a:solidFill>
                  <a:schemeClr val="accent1"/>
                </a:solidFill>
                <a:highlight>
                  <a:srgbClr val="FF0000"/>
                </a:highlight>
                <a:latin typeface="Lato"/>
                <a:ea typeface="Lato"/>
                <a:cs typeface="Lato"/>
                <a:sym typeface="Lato"/>
              </a:rPr>
              <a:t>1</a:t>
            </a:r>
            <a:endParaRPr b="1" sz="1400">
              <a:solidFill>
                <a:schemeClr val="accent1"/>
              </a:solidFill>
              <a:highlight>
                <a:srgbClr val="FF0000"/>
              </a:highlight>
              <a:latin typeface="Lato"/>
              <a:ea typeface="Lato"/>
              <a:cs typeface="Lato"/>
              <a:sym typeface="Lato"/>
            </a:endParaRPr>
          </a:p>
        </p:txBody>
      </p:sp>
      <p:sp>
        <p:nvSpPr>
          <p:cNvPr id="244" name="Google Shape;244;p5"/>
          <p:cNvSpPr/>
          <p:nvPr/>
        </p:nvSpPr>
        <p:spPr>
          <a:xfrm>
            <a:off x="446405" y="3237230"/>
            <a:ext cx="2703830" cy="106870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n-US" sz="1200">
                <a:solidFill>
                  <a:srgbClr val="351C75"/>
                </a:solidFill>
              </a:rPr>
              <a:t>- Dịch và giải thích yêu cầu từ khách hàng sang ngôn ngữ mà đội phát triển dễ hiểu (tiếng Việt/tiếng Anh).</a:t>
            </a:r>
            <a:endParaRPr>
              <a:solidFill>
                <a:srgbClr val="351C75"/>
              </a:solidFill>
            </a:endParaRPr>
          </a:p>
          <a:p>
            <a:pPr indent="0" lvl="0" marL="0" marR="0" rtl="0" algn="l">
              <a:lnSpc>
                <a:spcPct val="130000"/>
              </a:lnSpc>
              <a:spcBef>
                <a:spcPts val="0"/>
              </a:spcBef>
              <a:spcAft>
                <a:spcPts val="0"/>
              </a:spcAft>
              <a:buNone/>
            </a:pPr>
            <a:r>
              <a:rPr lang="en-US" sz="1200">
                <a:solidFill>
                  <a:srgbClr val="351C75"/>
                </a:solidFill>
              </a:rPr>
              <a:t>- Làm rõ các chi tiết không rõ ràng yêu cầu, đặt câu hỏi Q&amp;A giúp đội phát triển hiểu sâu hơn.</a:t>
            </a:r>
            <a:endParaRPr>
              <a:solidFill>
                <a:srgbClr val="351C75"/>
              </a:solidFill>
            </a:endParaRPr>
          </a:p>
        </p:txBody>
      </p:sp>
      <p:sp>
        <p:nvSpPr>
          <p:cNvPr id="245" name="Google Shape;245;p5"/>
          <p:cNvSpPr/>
          <p:nvPr/>
        </p:nvSpPr>
        <p:spPr>
          <a:xfrm>
            <a:off x="594043" y="2077085"/>
            <a:ext cx="2703600" cy="432000"/>
          </a:xfrm>
          <a:prstGeom prst="rect">
            <a:avLst/>
          </a:prstGeom>
          <a:noFill/>
          <a:ln>
            <a:noFill/>
          </a:ln>
        </p:spPr>
        <p:txBody>
          <a:bodyPr anchorCtr="0" anchor="b" bIns="0" lIns="0" spcFirstLastPara="1" rIns="0" wrap="square" tIns="0">
            <a:normAutofit/>
          </a:bodyPr>
          <a:lstStyle/>
          <a:p>
            <a:pPr indent="0" lvl="0" marL="0" marR="0" rtl="0" algn="ctr">
              <a:spcBef>
                <a:spcPts val="0"/>
              </a:spcBef>
              <a:spcAft>
                <a:spcPts val="0"/>
              </a:spcAft>
              <a:buNone/>
            </a:pPr>
            <a:r>
              <a:rPr b="1" lang="en-US" sz="1800">
                <a:solidFill>
                  <a:srgbClr val="351C75"/>
                </a:solidFill>
              </a:rPr>
              <a:t>Thu thập yêu cầu</a:t>
            </a:r>
            <a:endParaRPr b="1" sz="1800">
              <a:solidFill>
                <a:srgbClr val="351C75"/>
              </a:solidFill>
            </a:endParaRPr>
          </a:p>
        </p:txBody>
      </p:sp>
      <p:sp>
        <p:nvSpPr>
          <p:cNvPr id="246" name="Google Shape;246;p5"/>
          <p:cNvSpPr/>
          <p:nvPr/>
        </p:nvSpPr>
        <p:spPr>
          <a:xfrm>
            <a:off x="7151688" y="2634615"/>
            <a:ext cx="492760" cy="492760"/>
          </a:xfrm>
          <a:prstGeom prst="ellipse">
            <a:avLst/>
          </a:prstGeom>
          <a:solidFill>
            <a:srgbClr val="FFFFFF"/>
          </a:solidFill>
          <a:ln cap="flat" cmpd="sng" w="34925">
            <a:solidFill>
              <a:schemeClr val="accent1"/>
            </a:solidFill>
            <a:prstDash val="solid"/>
            <a:miter lim="800000"/>
            <a:headEnd len="sm" w="sm" type="none"/>
            <a:tailEnd len="sm" w="sm" type="none"/>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1400">
                <a:solidFill>
                  <a:schemeClr val="accent1"/>
                </a:solidFill>
                <a:highlight>
                  <a:srgbClr val="FF0000"/>
                </a:highlight>
                <a:latin typeface="Lato"/>
                <a:ea typeface="Lato"/>
                <a:cs typeface="Lato"/>
                <a:sym typeface="Lato"/>
              </a:rPr>
              <a:t>3</a:t>
            </a:r>
            <a:endParaRPr>
              <a:highlight>
                <a:srgbClr val="FF0000"/>
              </a:highlight>
            </a:endParaRPr>
          </a:p>
        </p:txBody>
      </p:sp>
      <p:sp>
        <p:nvSpPr>
          <p:cNvPr id="247" name="Google Shape;247;p5"/>
          <p:cNvSpPr/>
          <p:nvPr/>
        </p:nvSpPr>
        <p:spPr>
          <a:xfrm>
            <a:off x="7766685" y="1717675"/>
            <a:ext cx="3628390" cy="88646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n-US" sz="1200">
                <a:solidFill>
                  <a:srgbClr val="351C75"/>
                </a:solidFill>
              </a:rPr>
              <a:t>- Dịch các câu hỏi hoặc vấn đề của đội phát triển gửi đến khách hàng hoặc đội quản lý dự án.</a:t>
            </a:r>
            <a:endParaRPr>
              <a:solidFill>
                <a:srgbClr val="351C75"/>
              </a:solidFill>
            </a:endParaRPr>
          </a:p>
          <a:p>
            <a:pPr indent="0" lvl="0" marL="0" marR="0" rtl="0" algn="l">
              <a:lnSpc>
                <a:spcPct val="130000"/>
              </a:lnSpc>
              <a:spcBef>
                <a:spcPts val="0"/>
              </a:spcBef>
              <a:spcAft>
                <a:spcPts val="0"/>
              </a:spcAft>
              <a:buNone/>
            </a:pPr>
            <a:r>
              <a:rPr lang="en-US" sz="1200">
                <a:solidFill>
                  <a:srgbClr val="351C75"/>
                </a:solidFill>
              </a:rPr>
              <a:t>- Dịch thuật các tài liệu kỹ thuật hoặc các bản cập nhật tiến độ sang ngôn ngữ của khách hàng</a:t>
            </a:r>
            <a:endParaRPr>
              <a:solidFill>
                <a:srgbClr val="351C75"/>
              </a:solidFill>
            </a:endParaRPr>
          </a:p>
        </p:txBody>
      </p:sp>
      <p:sp>
        <p:nvSpPr>
          <p:cNvPr id="248" name="Google Shape;248;p5"/>
          <p:cNvSpPr/>
          <p:nvPr/>
        </p:nvSpPr>
        <p:spPr>
          <a:xfrm>
            <a:off x="3285808" y="3072130"/>
            <a:ext cx="2703600" cy="432000"/>
          </a:xfrm>
          <a:prstGeom prst="rect">
            <a:avLst/>
          </a:prstGeom>
          <a:noFill/>
          <a:ln>
            <a:noFill/>
          </a:ln>
        </p:spPr>
        <p:txBody>
          <a:bodyPr anchorCtr="0" anchor="b" bIns="0" lIns="0" spcFirstLastPara="1" rIns="0" wrap="square" tIns="0">
            <a:normAutofit/>
          </a:bodyPr>
          <a:lstStyle/>
          <a:p>
            <a:pPr indent="0" lvl="0" marL="0" marR="0" rtl="0" algn="ctr">
              <a:spcBef>
                <a:spcPts val="0"/>
              </a:spcBef>
              <a:spcAft>
                <a:spcPts val="0"/>
              </a:spcAft>
              <a:buNone/>
            </a:pPr>
            <a:r>
              <a:rPr b="1" lang="en-US" sz="1800">
                <a:solidFill>
                  <a:srgbClr val="FEFEFE"/>
                </a:solidFill>
                <a:latin typeface="Arial"/>
                <a:ea typeface="Arial"/>
                <a:cs typeface="Arial"/>
                <a:sym typeface="Arial"/>
              </a:rPr>
              <a:t>Thiết kế</a:t>
            </a:r>
            <a:endParaRPr b="1" sz="1800">
              <a:solidFill>
                <a:schemeClr val="lt1"/>
              </a:solidFill>
              <a:latin typeface="Manrope ExtraBold"/>
              <a:ea typeface="Manrope ExtraBold"/>
              <a:cs typeface="Manrope ExtraBold"/>
              <a:sym typeface="Manrope ExtraBold"/>
            </a:endParaRPr>
          </a:p>
        </p:txBody>
      </p:sp>
      <p:sp>
        <p:nvSpPr>
          <p:cNvPr id="249" name="Google Shape;249;p5"/>
          <p:cNvSpPr/>
          <p:nvPr/>
        </p:nvSpPr>
        <p:spPr>
          <a:xfrm>
            <a:off x="4332923" y="4621530"/>
            <a:ext cx="492760" cy="492760"/>
          </a:xfrm>
          <a:prstGeom prst="ellipse">
            <a:avLst/>
          </a:prstGeom>
          <a:solidFill>
            <a:srgbClr val="FFFFFF"/>
          </a:solidFill>
          <a:ln cap="flat" cmpd="sng" w="34925">
            <a:solidFill>
              <a:schemeClr val="accent3"/>
            </a:solidFill>
            <a:prstDash val="solid"/>
            <a:miter lim="800000"/>
            <a:headEnd len="sm" w="sm" type="none"/>
            <a:tailEnd len="sm" w="sm" type="none"/>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1400">
                <a:solidFill>
                  <a:schemeClr val="accent3"/>
                </a:solidFill>
                <a:highlight>
                  <a:srgbClr val="FF0000"/>
                </a:highlight>
                <a:latin typeface="Lato"/>
                <a:ea typeface="Lato"/>
                <a:cs typeface="Lato"/>
                <a:sym typeface="Lato"/>
              </a:rPr>
              <a:t>5</a:t>
            </a:r>
            <a:endParaRPr>
              <a:highlight>
                <a:srgbClr val="FF0000"/>
              </a:highlight>
            </a:endParaRPr>
          </a:p>
        </p:txBody>
      </p:sp>
      <p:sp>
        <p:nvSpPr>
          <p:cNvPr id="250" name="Google Shape;250;p5"/>
          <p:cNvSpPr/>
          <p:nvPr/>
        </p:nvSpPr>
        <p:spPr>
          <a:xfrm>
            <a:off x="2940050" y="5584190"/>
            <a:ext cx="6883400" cy="80200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n-US" sz="1100">
                <a:solidFill>
                  <a:srgbClr val="351C75"/>
                </a:solidFill>
              </a:rPr>
              <a:t>- Dịch hướng dẫn sử dụng phần mềm hoặc tài liệu đào tạo người dùng cuối/user manual</a:t>
            </a:r>
            <a:endParaRPr>
              <a:solidFill>
                <a:srgbClr val="351C75"/>
              </a:solidFill>
            </a:endParaRPr>
          </a:p>
          <a:p>
            <a:pPr indent="0" lvl="0" marL="0" marR="0" rtl="0" algn="l">
              <a:lnSpc>
                <a:spcPct val="130000"/>
              </a:lnSpc>
              <a:spcBef>
                <a:spcPts val="0"/>
              </a:spcBef>
              <a:spcAft>
                <a:spcPts val="0"/>
              </a:spcAft>
              <a:buNone/>
            </a:pPr>
            <a:r>
              <a:rPr lang="en-US" sz="1100">
                <a:solidFill>
                  <a:srgbClr val="351C75"/>
                </a:solidFill>
              </a:rPr>
              <a:t>- Dịch các yêu cầu thay đổi (change requests) từ khách hàng.</a:t>
            </a:r>
            <a:endParaRPr>
              <a:solidFill>
                <a:srgbClr val="351C75"/>
              </a:solidFill>
            </a:endParaRPr>
          </a:p>
          <a:p>
            <a:pPr indent="0" lvl="0" marL="0" marR="0" rtl="0" algn="l">
              <a:lnSpc>
                <a:spcPct val="130000"/>
              </a:lnSpc>
              <a:spcBef>
                <a:spcPts val="0"/>
              </a:spcBef>
              <a:spcAft>
                <a:spcPts val="0"/>
              </a:spcAft>
              <a:buNone/>
            </a:pPr>
            <a:r>
              <a:rPr lang="en-US" sz="1100">
                <a:solidFill>
                  <a:srgbClr val="351C75"/>
                </a:solidFill>
              </a:rPr>
              <a:t>- Làm rõ các vấn đề sau khi triển khai, đảm bảo thông tin phản hồi từ khách hàng đến đúng đội phụ trách.</a:t>
            </a:r>
            <a:endParaRPr>
              <a:solidFill>
                <a:srgbClr val="351C75"/>
              </a:solidFill>
            </a:endParaRPr>
          </a:p>
        </p:txBody>
      </p:sp>
      <p:sp>
        <p:nvSpPr>
          <p:cNvPr id="251" name="Google Shape;251;p5"/>
          <p:cNvSpPr/>
          <p:nvPr/>
        </p:nvSpPr>
        <p:spPr>
          <a:xfrm>
            <a:off x="3149918" y="5114290"/>
            <a:ext cx="2703600" cy="432000"/>
          </a:xfrm>
          <a:prstGeom prst="rect">
            <a:avLst/>
          </a:prstGeom>
          <a:noFill/>
          <a:ln>
            <a:noFill/>
          </a:ln>
        </p:spPr>
        <p:txBody>
          <a:bodyPr anchorCtr="0" anchor="b" bIns="0" lIns="0" spcFirstLastPara="1" rIns="0" wrap="square" tIns="0">
            <a:normAutofit/>
          </a:bodyPr>
          <a:lstStyle/>
          <a:p>
            <a:pPr indent="0" lvl="0" marL="0" marR="0" rtl="0" algn="ctr">
              <a:spcBef>
                <a:spcPts val="0"/>
              </a:spcBef>
              <a:spcAft>
                <a:spcPts val="0"/>
              </a:spcAft>
              <a:buNone/>
            </a:pPr>
            <a:r>
              <a:rPr b="1" lang="en-US" sz="1800">
                <a:solidFill>
                  <a:srgbClr val="351C75"/>
                </a:solidFill>
              </a:rPr>
              <a:t>Triển khai</a:t>
            </a:r>
            <a:endParaRPr b="1" sz="1800">
              <a:solidFill>
                <a:srgbClr val="351C75"/>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sp>
        <p:nvSpPr>
          <p:cNvPr id="257" name="Google Shape;257;p6"/>
          <p:cNvSpPr txBox="1"/>
          <p:nvPr>
            <p:ph type="title"/>
          </p:nvPr>
        </p:nvSpPr>
        <p:spPr>
          <a:xfrm>
            <a:off x="722035" y="617925"/>
            <a:ext cx="10800000" cy="792000"/>
          </a:xfrm>
          <a:prstGeom prst="rect">
            <a:avLst/>
          </a:prstGeom>
          <a:noFill/>
          <a:ln>
            <a:noFill/>
          </a:ln>
        </p:spPr>
        <p:txBody>
          <a:bodyPr anchorCtr="0" anchor="ctr" bIns="0" lIns="0" spcFirstLastPara="1" rIns="0" wrap="square" tIns="0">
            <a:normAutofit/>
          </a:bodyPr>
          <a:lstStyle/>
          <a:p>
            <a:pPr indent="0" lvl="0" marL="0" rtl="0" algn="ctr">
              <a:lnSpc>
                <a:spcPct val="100000"/>
              </a:lnSpc>
              <a:spcBef>
                <a:spcPts val="0"/>
              </a:spcBef>
              <a:spcAft>
                <a:spcPts val="0"/>
              </a:spcAft>
              <a:buClr>
                <a:srgbClr val="FEFEFE"/>
              </a:buClr>
              <a:buSzPts val="4000"/>
              <a:buFont typeface="Arial"/>
              <a:buNone/>
            </a:pPr>
            <a:r>
              <a:rPr b="1" lang="en-US" sz="4000">
                <a:solidFill>
                  <a:srgbClr val="351C75"/>
                </a:solidFill>
                <a:latin typeface="Arial"/>
                <a:ea typeface="Arial"/>
                <a:cs typeface="Arial"/>
                <a:sym typeface="Arial"/>
              </a:rPr>
              <a:t>Các Công Việc Khác</a:t>
            </a:r>
            <a:endParaRPr b="1">
              <a:solidFill>
                <a:srgbClr val="351C75"/>
              </a:solidFill>
              <a:latin typeface="Arial"/>
              <a:ea typeface="Arial"/>
              <a:cs typeface="Arial"/>
              <a:sym typeface="Arial"/>
            </a:endParaRPr>
          </a:p>
        </p:txBody>
      </p:sp>
      <p:cxnSp>
        <p:nvCxnSpPr>
          <p:cNvPr id="258" name="Google Shape;258;p6"/>
          <p:cNvCxnSpPr/>
          <p:nvPr/>
        </p:nvCxnSpPr>
        <p:spPr>
          <a:xfrm>
            <a:off x="741256" y="3273208"/>
            <a:ext cx="0" cy="2444750"/>
          </a:xfrm>
          <a:prstGeom prst="straightConnector1">
            <a:avLst/>
          </a:prstGeom>
          <a:noFill/>
          <a:ln cap="flat" cmpd="sng" w="12700">
            <a:solidFill>
              <a:srgbClr val="FFEDA7"/>
            </a:solidFill>
            <a:prstDash val="solid"/>
            <a:miter lim="800000"/>
            <a:headEnd len="sm" w="sm" type="none"/>
            <a:tailEnd len="sm" w="sm" type="none"/>
          </a:ln>
        </p:spPr>
      </p:cxnSp>
      <p:sp>
        <p:nvSpPr>
          <p:cNvPr id="259" name="Google Shape;259;p6"/>
          <p:cNvSpPr/>
          <p:nvPr/>
        </p:nvSpPr>
        <p:spPr>
          <a:xfrm>
            <a:off x="954405" y="3997960"/>
            <a:ext cx="2957830" cy="1468755"/>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500">
                <a:solidFill>
                  <a:srgbClr val="351C75"/>
                </a:solidFill>
              </a:rPr>
              <a:t>+ Giám sát tình hình dự án (member, trạng thái làm việc, task phụ trách, tiến độ, risk…)</a:t>
            </a:r>
            <a:endParaRPr>
              <a:solidFill>
                <a:srgbClr val="351C75"/>
              </a:solidFill>
            </a:endParaRPr>
          </a:p>
          <a:p>
            <a:pPr indent="0" lvl="0" marL="0" marR="0" rtl="0" algn="l">
              <a:lnSpc>
                <a:spcPct val="150000"/>
              </a:lnSpc>
              <a:spcBef>
                <a:spcPts val="0"/>
              </a:spcBef>
              <a:spcAft>
                <a:spcPts val="0"/>
              </a:spcAft>
              <a:buNone/>
            </a:pPr>
            <a:r>
              <a:rPr lang="en-US" sz="1500">
                <a:solidFill>
                  <a:srgbClr val="351C75"/>
                </a:solidFill>
              </a:rPr>
              <a:t>+ Thực hiện báo cáo tiến độ, issue, risk với quản lý hai bên.</a:t>
            </a:r>
            <a:endParaRPr>
              <a:solidFill>
                <a:srgbClr val="351C75"/>
              </a:solidFill>
            </a:endParaRPr>
          </a:p>
          <a:p>
            <a:pPr indent="0" lvl="0" marL="0" marR="0" rtl="0" algn="l">
              <a:lnSpc>
                <a:spcPct val="150000"/>
              </a:lnSpc>
              <a:spcBef>
                <a:spcPts val="0"/>
              </a:spcBef>
              <a:spcAft>
                <a:spcPts val="0"/>
              </a:spcAft>
              <a:buNone/>
            </a:pPr>
            <a:r>
              <a:rPr lang="en-US" sz="1500">
                <a:solidFill>
                  <a:srgbClr val="351C75"/>
                </a:solidFill>
              </a:rPr>
              <a:t>+ Đầu mối contactpoint mọi trao đổi giữa site VN và NB</a:t>
            </a:r>
            <a:endParaRPr>
              <a:solidFill>
                <a:srgbClr val="351C75"/>
              </a:solidFill>
            </a:endParaRPr>
          </a:p>
        </p:txBody>
      </p:sp>
      <p:sp>
        <p:nvSpPr>
          <p:cNvPr id="260" name="Google Shape;260;p6"/>
          <p:cNvSpPr/>
          <p:nvPr/>
        </p:nvSpPr>
        <p:spPr>
          <a:xfrm>
            <a:off x="861695" y="3274695"/>
            <a:ext cx="3449955" cy="521970"/>
          </a:xfrm>
          <a:prstGeom prst="rect">
            <a:avLst/>
          </a:prstGeom>
          <a:noFill/>
          <a:ln>
            <a:noFill/>
          </a:ln>
        </p:spPr>
        <p:txBody>
          <a:bodyPr anchorCtr="0" anchor="b" bIns="0" lIns="0" spcFirstLastPara="1" rIns="0" wrap="square" tIns="0">
            <a:normAutofit/>
          </a:bodyPr>
          <a:lstStyle/>
          <a:p>
            <a:pPr indent="0" lvl="0" marL="0" marR="0" rtl="0" algn="l">
              <a:spcBef>
                <a:spcPts val="0"/>
              </a:spcBef>
              <a:spcAft>
                <a:spcPts val="0"/>
              </a:spcAft>
              <a:buNone/>
            </a:pPr>
            <a:r>
              <a:rPr b="1" lang="en-US" sz="2000">
                <a:solidFill>
                  <a:srgbClr val="351C75"/>
                </a:solidFill>
              </a:rPr>
              <a:t>Quản lý và Báo cáo Tiến độ </a:t>
            </a:r>
            <a:endParaRPr>
              <a:solidFill>
                <a:srgbClr val="351C75"/>
              </a:solidFill>
            </a:endParaRPr>
          </a:p>
        </p:txBody>
      </p:sp>
      <p:cxnSp>
        <p:nvCxnSpPr>
          <p:cNvPr id="261" name="Google Shape;261;p6"/>
          <p:cNvCxnSpPr/>
          <p:nvPr/>
        </p:nvCxnSpPr>
        <p:spPr>
          <a:xfrm>
            <a:off x="4330760" y="3273208"/>
            <a:ext cx="0" cy="2444750"/>
          </a:xfrm>
          <a:prstGeom prst="straightConnector1">
            <a:avLst/>
          </a:prstGeom>
          <a:noFill/>
          <a:ln cap="flat" cmpd="sng" w="12700">
            <a:solidFill>
              <a:srgbClr val="FFEDA7"/>
            </a:solidFill>
            <a:prstDash val="solid"/>
            <a:miter lim="800000"/>
            <a:headEnd len="sm" w="sm" type="none"/>
            <a:tailEnd len="sm" w="sm" type="none"/>
          </a:ln>
        </p:spPr>
      </p:cxnSp>
      <p:sp>
        <p:nvSpPr>
          <p:cNvPr id="262" name="Google Shape;262;p6"/>
          <p:cNvSpPr/>
          <p:nvPr/>
        </p:nvSpPr>
        <p:spPr>
          <a:xfrm>
            <a:off x="4563110" y="4072255"/>
            <a:ext cx="2858770" cy="16319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None/>
            </a:pPr>
            <a:r>
              <a:rPr lang="en-US" sz="1500">
                <a:solidFill>
                  <a:srgbClr val="351C75"/>
                </a:solidFill>
              </a:rPr>
              <a:t>- Viết testcase</a:t>
            </a:r>
            <a:endParaRPr>
              <a:solidFill>
                <a:srgbClr val="351C75"/>
              </a:solidFill>
            </a:endParaRPr>
          </a:p>
          <a:p>
            <a:pPr indent="0" lvl="0" marL="0" marR="0" rtl="0" algn="l">
              <a:lnSpc>
                <a:spcPct val="150000"/>
              </a:lnSpc>
              <a:spcBef>
                <a:spcPts val="0"/>
              </a:spcBef>
              <a:spcAft>
                <a:spcPts val="0"/>
              </a:spcAft>
              <a:buNone/>
            </a:pPr>
            <a:r>
              <a:rPr lang="en-US" sz="1500">
                <a:solidFill>
                  <a:srgbClr val="351C75"/>
                </a:solidFill>
              </a:rPr>
              <a:t>- Thực hiện test</a:t>
            </a:r>
            <a:endParaRPr>
              <a:solidFill>
                <a:srgbClr val="351C75"/>
              </a:solidFill>
            </a:endParaRPr>
          </a:p>
          <a:p>
            <a:pPr indent="0" lvl="0" marL="0" marR="0" rtl="0" algn="l">
              <a:lnSpc>
                <a:spcPct val="150000"/>
              </a:lnSpc>
              <a:spcBef>
                <a:spcPts val="0"/>
              </a:spcBef>
              <a:spcAft>
                <a:spcPts val="0"/>
              </a:spcAft>
              <a:buNone/>
            </a:pPr>
            <a:r>
              <a:rPr lang="en-US" sz="1500">
                <a:solidFill>
                  <a:srgbClr val="351C75"/>
                </a:solidFill>
              </a:rPr>
              <a:t>- Log bug</a:t>
            </a:r>
            <a:endParaRPr>
              <a:solidFill>
                <a:srgbClr val="351C75"/>
              </a:solidFill>
            </a:endParaRPr>
          </a:p>
        </p:txBody>
      </p:sp>
      <p:sp>
        <p:nvSpPr>
          <p:cNvPr id="263" name="Google Shape;263;p6"/>
          <p:cNvSpPr/>
          <p:nvPr/>
        </p:nvSpPr>
        <p:spPr>
          <a:xfrm>
            <a:off x="4641850" y="3373755"/>
            <a:ext cx="2858770" cy="398780"/>
          </a:xfrm>
          <a:prstGeom prst="rect">
            <a:avLst/>
          </a:prstGeom>
          <a:noFill/>
          <a:ln>
            <a:noFill/>
          </a:ln>
        </p:spPr>
        <p:txBody>
          <a:bodyPr anchorCtr="0" anchor="b" bIns="0" lIns="0" spcFirstLastPara="1" rIns="0" wrap="square" tIns="0">
            <a:normAutofit/>
          </a:bodyPr>
          <a:lstStyle/>
          <a:p>
            <a:pPr indent="0" lvl="0" marL="0" marR="0" rtl="0" algn="l">
              <a:spcBef>
                <a:spcPts val="0"/>
              </a:spcBef>
              <a:spcAft>
                <a:spcPts val="0"/>
              </a:spcAft>
              <a:buNone/>
            </a:pPr>
            <a:r>
              <a:rPr b="1" lang="en-US" sz="2000">
                <a:solidFill>
                  <a:srgbClr val="351C75"/>
                </a:solidFill>
              </a:rPr>
              <a:t>Hỗ trợ kiểm thử</a:t>
            </a:r>
            <a:endParaRPr>
              <a:solidFill>
                <a:srgbClr val="351C75"/>
              </a:solidFill>
            </a:endParaRPr>
          </a:p>
        </p:txBody>
      </p:sp>
      <p:cxnSp>
        <p:nvCxnSpPr>
          <p:cNvPr id="264" name="Google Shape;264;p6"/>
          <p:cNvCxnSpPr/>
          <p:nvPr/>
        </p:nvCxnSpPr>
        <p:spPr>
          <a:xfrm>
            <a:off x="7745619" y="3259090"/>
            <a:ext cx="0" cy="2444750"/>
          </a:xfrm>
          <a:prstGeom prst="straightConnector1">
            <a:avLst/>
          </a:prstGeom>
          <a:noFill/>
          <a:ln cap="flat" cmpd="sng" w="12700">
            <a:solidFill>
              <a:srgbClr val="FFEDA7"/>
            </a:solidFill>
            <a:prstDash val="solid"/>
            <a:miter lim="800000"/>
            <a:headEnd len="sm" w="sm" type="none"/>
            <a:tailEnd len="sm" w="sm" type="none"/>
          </a:ln>
        </p:spPr>
      </p:cxnSp>
      <p:sp>
        <p:nvSpPr>
          <p:cNvPr id="265" name="Google Shape;265;p6"/>
          <p:cNvSpPr/>
          <p:nvPr/>
        </p:nvSpPr>
        <p:spPr>
          <a:xfrm>
            <a:off x="7978140" y="4010660"/>
            <a:ext cx="3834130" cy="163195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500">
                <a:solidFill>
                  <a:srgbClr val="351C75"/>
                </a:solidFill>
              </a:rPr>
              <a:t>+ Hỗ trợ comtor dự án khác khi cần</a:t>
            </a:r>
            <a:endParaRPr>
              <a:solidFill>
                <a:srgbClr val="351C75"/>
              </a:solidFill>
            </a:endParaRPr>
          </a:p>
          <a:p>
            <a:pPr indent="0" lvl="0" marL="0" marR="0" rtl="0" algn="l">
              <a:lnSpc>
                <a:spcPct val="150000"/>
              </a:lnSpc>
              <a:spcBef>
                <a:spcPts val="0"/>
              </a:spcBef>
              <a:spcAft>
                <a:spcPts val="0"/>
              </a:spcAft>
              <a:buNone/>
            </a:pPr>
            <a:r>
              <a:rPr lang="en-US" sz="1500">
                <a:solidFill>
                  <a:srgbClr val="351C75"/>
                </a:solidFill>
              </a:rPr>
              <a:t>+ Hỗ trợ các team khác khi cần, ví dụ: hỗ trợ phỏng vấn ứng viên, biên dịch CV, hỗ trợ làm tài liệu tiếp cận khách hàng mới v.v.</a:t>
            </a:r>
            <a:endParaRPr>
              <a:solidFill>
                <a:srgbClr val="351C75"/>
              </a:solidFill>
            </a:endParaRPr>
          </a:p>
          <a:p>
            <a:pPr indent="0" lvl="0" marL="0" marR="0" rtl="0" algn="l">
              <a:lnSpc>
                <a:spcPct val="150000"/>
              </a:lnSpc>
              <a:spcBef>
                <a:spcPts val="0"/>
              </a:spcBef>
              <a:spcAft>
                <a:spcPts val="0"/>
              </a:spcAft>
              <a:buNone/>
            </a:pPr>
            <a:r>
              <a:rPr lang="en-US" sz="1500">
                <a:solidFill>
                  <a:srgbClr val="351C75"/>
                </a:solidFill>
              </a:rPr>
              <a:t>+ Chăm sóc khách hàng: Đón tiếp khách hàng sang công tác, khách đến công ty: đón sân bay, họp, đi ăn trưa ăn tối, tham quan.</a:t>
            </a:r>
            <a:endParaRPr>
              <a:solidFill>
                <a:srgbClr val="351C75"/>
              </a:solidFill>
            </a:endParaRPr>
          </a:p>
        </p:txBody>
      </p:sp>
      <p:sp>
        <p:nvSpPr>
          <p:cNvPr id="266" name="Google Shape;266;p6"/>
          <p:cNvSpPr/>
          <p:nvPr/>
        </p:nvSpPr>
        <p:spPr>
          <a:xfrm>
            <a:off x="7978140" y="3373755"/>
            <a:ext cx="3808730" cy="65913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b="1" lang="en-US" sz="1900">
                <a:solidFill>
                  <a:srgbClr val="351C75"/>
                </a:solidFill>
              </a:rPr>
              <a:t>Thực hiện công việc theo yêu cầu của quản lý</a:t>
            </a:r>
            <a:endParaRPr>
              <a:solidFill>
                <a:srgbClr val="351C75"/>
              </a:solidFill>
            </a:endParaRPr>
          </a:p>
        </p:txBody>
      </p:sp>
      <p:pic>
        <p:nvPicPr>
          <p:cNvPr id="267" name="Google Shape;267;p6"/>
          <p:cNvPicPr preferRelativeResize="0"/>
          <p:nvPr/>
        </p:nvPicPr>
        <p:blipFill rotWithShape="1">
          <a:blip r:embed="rId3">
            <a:alphaModFix/>
          </a:blip>
          <a:srcRect b="0" l="0" r="0" t="0"/>
          <a:stretch/>
        </p:blipFill>
        <p:spPr>
          <a:xfrm>
            <a:off x="974090" y="1778635"/>
            <a:ext cx="3056890" cy="1294130"/>
          </a:xfrm>
          <a:prstGeom prst="rect">
            <a:avLst/>
          </a:prstGeom>
          <a:noFill/>
          <a:ln>
            <a:noFill/>
          </a:ln>
        </p:spPr>
      </p:pic>
      <p:pic>
        <p:nvPicPr>
          <p:cNvPr id="268" name="Google Shape;268;p6"/>
          <p:cNvPicPr preferRelativeResize="0"/>
          <p:nvPr/>
        </p:nvPicPr>
        <p:blipFill rotWithShape="1">
          <a:blip r:embed="rId4">
            <a:alphaModFix/>
          </a:blip>
          <a:srcRect b="0" l="0" r="0" t="0"/>
          <a:stretch/>
        </p:blipFill>
        <p:spPr>
          <a:xfrm>
            <a:off x="4559935" y="1781175"/>
            <a:ext cx="2681605" cy="1292225"/>
          </a:xfrm>
          <a:prstGeom prst="rect">
            <a:avLst/>
          </a:prstGeom>
          <a:noFill/>
          <a:ln>
            <a:noFill/>
          </a:ln>
        </p:spPr>
      </p:pic>
      <p:pic>
        <p:nvPicPr>
          <p:cNvPr id="269" name="Google Shape;269;p6"/>
          <p:cNvPicPr preferRelativeResize="0"/>
          <p:nvPr/>
        </p:nvPicPr>
        <p:blipFill rotWithShape="1">
          <a:blip r:embed="rId5">
            <a:alphaModFix/>
          </a:blip>
          <a:srcRect b="0" l="0" r="0" t="0"/>
          <a:stretch/>
        </p:blipFill>
        <p:spPr>
          <a:xfrm>
            <a:off x="8003540" y="1779905"/>
            <a:ext cx="1614170" cy="1308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3" name="Shape 273"/>
        <p:cNvGrpSpPr/>
        <p:nvPr/>
      </p:nvGrpSpPr>
      <p:grpSpPr>
        <a:xfrm>
          <a:off x="0" y="0"/>
          <a:ext cx="0" cy="0"/>
          <a:chOff x="0" y="0"/>
          <a:chExt cx="0" cy="0"/>
        </a:xfrm>
      </p:grpSpPr>
      <p:sp>
        <p:nvSpPr>
          <p:cNvPr id="274" name="Google Shape;274;p7"/>
          <p:cNvSpPr txBox="1"/>
          <p:nvPr>
            <p:ph idx="1" type="body"/>
          </p:nvPr>
        </p:nvSpPr>
        <p:spPr>
          <a:xfrm>
            <a:off x="695960" y="1604010"/>
            <a:ext cx="5717540" cy="4161790"/>
          </a:xfrm>
          <a:prstGeom prst="rect">
            <a:avLst/>
          </a:prstGeom>
          <a:noFill/>
          <a:ln>
            <a:noFill/>
          </a:ln>
        </p:spPr>
        <p:txBody>
          <a:bodyPr anchorCtr="0" anchor="t" bIns="0" lIns="0" spcFirstLastPara="1" rIns="0" wrap="square" tIns="0">
            <a:normAutofit/>
          </a:bodyPr>
          <a:lstStyle/>
          <a:p>
            <a:pPr indent="-342900" lvl="0" marL="342900" rtl="0" algn="l">
              <a:lnSpc>
                <a:spcPct val="130000"/>
              </a:lnSpc>
              <a:spcBef>
                <a:spcPts val="0"/>
              </a:spcBef>
              <a:spcAft>
                <a:spcPts val="0"/>
              </a:spcAft>
              <a:buClr>
                <a:srgbClr val="351C75"/>
              </a:buClr>
              <a:buSzPts val="1800"/>
              <a:buAutoNum type="arabicPeriod"/>
            </a:pPr>
            <a:r>
              <a:rPr lang="en-US" sz="1800">
                <a:solidFill>
                  <a:srgbClr val="351C75"/>
                </a:solidFill>
                <a:latin typeface="Arial"/>
                <a:ea typeface="Arial"/>
                <a:cs typeface="Arial"/>
                <a:sym typeface="Arial"/>
              </a:rPr>
              <a:t>Thống nhất với team và khách về Nội dung và Mục tiêu cuộc họp.</a:t>
            </a:r>
            <a:endParaRPr>
              <a:solidFill>
                <a:srgbClr val="351C75"/>
              </a:solidFill>
              <a:latin typeface="Arial"/>
              <a:ea typeface="Arial"/>
              <a:cs typeface="Arial"/>
              <a:sym typeface="Arial"/>
            </a:endParaRPr>
          </a:p>
          <a:p>
            <a:pPr indent="-342900" lvl="0" marL="342900" rtl="0" algn="l">
              <a:lnSpc>
                <a:spcPct val="130000"/>
              </a:lnSpc>
              <a:spcBef>
                <a:spcPts val="1000"/>
              </a:spcBef>
              <a:spcAft>
                <a:spcPts val="0"/>
              </a:spcAft>
              <a:buClr>
                <a:srgbClr val="351C75"/>
              </a:buClr>
              <a:buSzPts val="1800"/>
              <a:buAutoNum type="arabicPeriod"/>
            </a:pPr>
            <a:r>
              <a:rPr lang="en-US" sz="1800">
                <a:solidFill>
                  <a:srgbClr val="351C75"/>
                </a:solidFill>
                <a:latin typeface="Arial"/>
                <a:ea typeface="Arial"/>
                <a:cs typeface="Arial"/>
                <a:sym typeface="Arial"/>
              </a:rPr>
              <a:t>Đọc và hiểu tài liệu cuộc họp. </a:t>
            </a:r>
            <a:endParaRPr>
              <a:solidFill>
                <a:srgbClr val="351C75"/>
              </a:solidFill>
              <a:latin typeface="Arial"/>
              <a:ea typeface="Arial"/>
              <a:cs typeface="Arial"/>
              <a:sym typeface="Arial"/>
            </a:endParaRPr>
          </a:p>
          <a:p>
            <a:pPr indent="-342900" lvl="0" marL="342900" rtl="0" algn="l">
              <a:lnSpc>
                <a:spcPct val="130000"/>
              </a:lnSpc>
              <a:spcBef>
                <a:spcPts val="1000"/>
              </a:spcBef>
              <a:spcAft>
                <a:spcPts val="0"/>
              </a:spcAft>
              <a:buClr>
                <a:srgbClr val="351C75"/>
              </a:buClr>
              <a:buSzPts val="1800"/>
              <a:buAutoNum type="arabicPeriod"/>
            </a:pPr>
            <a:r>
              <a:rPr lang="en-US" sz="1800">
                <a:solidFill>
                  <a:srgbClr val="351C75"/>
                </a:solidFill>
                <a:latin typeface="Arial"/>
                <a:ea typeface="Arial"/>
                <a:cs typeface="Arial"/>
                <a:sym typeface="Arial"/>
              </a:rPr>
              <a:t>Đánh giá trước câu hỏi và tình huống phát sinh. Trao đổi với team xem có Q&amp;A không, và list-up ra trước.</a:t>
            </a:r>
            <a:endParaRPr>
              <a:solidFill>
                <a:srgbClr val="351C75"/>
              </a:solidFill>
              <a:latin typeface="Arial"/>
              <a:ea typeface="Arial"/>
              <a:cs typeface="Arial"/>
              <a:sym typeface="Arial"/>
            </a:endParaRPr>
          </a:p>
          <a:p>
            <a:pPr indent="-342900" lvl="0" marL="342900" rtl="0" algn="l">
              <a:lnSpc>
                <a:spcPct val="130000"/>
              </a:lnSpc>
              <a:spcBef>
                <a:spcPts val="1000"/>
              </a:spcBef>
              <a:spcAft>
                <a:spcPts val="0"/>
              </a:spcAft>
              <a:buClr>
                <a:srgbClr val="351C75"/>
              </a:buClr>
              <a:buSzPts val="1800"/>
              <a:buAutoNum type="arabicPeriod"/>
            </a:pPr>
            <a:r>
              <a:rPr lang="en-US" sz="1800">
                <a:solidFill>
                  <a:srgbClr val="351C75"/>
                </a:solidFill>
                <a:latin typeface="Arial"/>
                <a:ea typeface="Arial"/>
                <a:cs typeface="Arial"/>
                <a:sym typeface="Arial"/>
              </a:rPr>
              <a:t>Chuẩn bị từ vựng, thuật ngữ chuyên ngành (nếu cần).</a:t>
            </a:r>
            <a:endParaRPr>
              <a:solidFill>
                <a:srgbClr val="351C75"/>
              </a:solidFill>
              <a:latin typeface="Arial"/>
              <a:ea typeface="Arial"/>
              <a:cs typeface="Arial"/>
              <a:sym typeface="Arial"/>
            </a:endParaRPr>
          </a:p>
          <a:p>
            <a:pPr indent="-342900" lvl="0" marL="342900" rtl="0" algn="l">
              <a:lnSpc>
                <a:spcPct val="130000"/>
              </a:lnSpc>
              <a:spcBef>
                <a:spcPts val="1000"/>
              </a:spcBef>
              <a:spcAft>
                <a:spcPts val="0"/>
              </a:spcAft>
              <a:buClr>
                <a:srgbClr val="351C75"/>
              </a:buClr>
              <a:buSzPts val="1800"/>
              <a:buAutoNum type="arabicPeriod"/>
            </a:pPr>
            <a:r>
              <a:rPr lang="en-US" sz="1800">
                <a:solidFill>
                  <a:srgbClr val="351C75"/>
                </a:solidFill>
                <a:latin typeface="Arial"/>
                <a:ea typeface="Arial"/>
                <a:cs typeface="Arial"/>
                <a:sym typeface="Arial"/>
              </a:rPr>
              <a:t>Tham gia sớm, kiểm tra thiết bị và tài liệu. Vào họp trước 5 ~ 10 phút, check camera, âm thanh.</a:t>
            </a:r>
            <a:endParaRPr>
              <a:solidFill>
                <a:srgbClr val="351C75"/>
              </a:solidFill>
              <a:latin typeface="Arial"/>
              <a:ea typeface="Arial"/>
              <a:cs typeface="Arial"/>
              <a:sym typeface="Arial"/>
            </a:endParaRPr>
          </a:p>
        </p:txBody>
      </p:sp>
      <p:sp>
        <p:nvSpPr>
          <p:cNvPr id="275" name="Google Shape;275;p7"/>
          <p:cNvSpPr txBox="1"/>
          <p:nvPr>
            <p:ph type="title"/>
          </p:nvPr>
        </p:nvSpPr>
        <p:spPr>
          <a:xfrm>
            <a:off x="695960" y="607060"/>
            <a:ext cx="4956810" cy="72009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Clr>
                <a:schemeClr val="lt1"/>
              </a:buClr>
              <a:buSzPts val="3200"/>
              <a:buFont typeface="Arial"/>
              <a:buNone/>
            </a:pPr>
            <a:r>
              <a:rPr b="1" lang="en-US">
                <a:solidFill>
                  <a:srgbClr val="351C75"/>
                </a:solidFill>
                <a:latin typeface="Arial"/>
                <a:ea typeface="Arial"/>
                <a:cs typeface="Arial"/>
                <a:sym typeface="Arial"/>
              </a:rPr>
              <a:t>Chuẩn bị trước meeting</a:t>
            </a:r>
            <a:endParaRPr b="1">
              <a:solidFill>
                <a:srgbClr val="351C75"/>
              </a:solidFill>
              <a:latin typeface="Arial"/>
              <a:ea typeface="Arial"/>
              <a:cs typeface="Arial"/>
              <a:sym typeface="Arial"/>
            </a:endParaRPr>
          </a:p>
        </p:txBody>
      </p:sp>
      <p:sp>
        <p:nvSpPr>
          <p:cNvPr id="276" name="Google Shape;276;p7"/>
          <p:cNvSpPr/>
          <p:nvPr/>
        </p:nvSpPr>
        <p:spPr>
          <a:xfrm>
            <a:off x="6768465" y="607060"/>
            <a:ext cx="3108960" cy="72009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chemeClr val="lt1"/>
              </a:buClr>
              <a:buSzPts val="3200"/>
              <a:buFont typeface="Arial"/>
              <a:buNone/>
            </a:pPr>
            <a:r>
              <a:rPr b="1" lang="en-US" sz="3200">
                <a:solidFill>
                  <a:srgbClr val="351C75"/>
                </a:solidFill>
              </a:rPr>
              <a:t>Sau meeting</a:t>
            </a:r>
            <a:endParaRPr>
              <a:solidFill>
                <a:srgbClr val="351C75"/>
              </a:solidFill>
            </a:endParaRPr>
          </a:p>
        </p:txBody>
      </p:sp>
      <p:sp>
        <p:nvSpPr>
          <p:cNvPr id="277" name="Google Shape;277;p7"/>
          <p:cNvSpPr/>
          <p:nvPr/>
        </p:nvSpPr>
        <p:spPr>
          <a:xfrm>
            <a:off x="6768465" y="1604010"/>
            <a:ext cx="4764405" cy="1438910"/>
          </a:xfrm>
          <a:prstGeom prst="rect">
            <a:avLst/>
          </a:prstGeom>
          <a:noFill/>
          <a:ln>
            <a:noFill/>
          </a:ln>
        </p:spPr>
        <p:txBody>
          <a:bodyPr anchorCtr="0" anchor="t" bIns="0" lIns="0" spcFirstLastPara="1" rIns="0" wrap="square" tIns="0">
            <a:noAutofit/>
          </a:bodyPr>
          <a:lstStyle/>
          <a:p>
            <a:pPr indent="-342900" lvl="0" marL="342900" marR="0" rtl="0" algn="l">
              <a:lnSpc>
                <a:spcPct val="130000"/>
              </a:lnSpc>
              <a:spcBef>
                <a:spcPts val="0"/>
              </a:spcBef>
              <a:spcAft>
                <a:spcPts val="0"/>
              </a:spcAft>
              <a:buClr>
                <a:srgbClr val="351C75"/>
              </a:buClr>
              <a:buSzPts val="1700"/>
              <a:buAutoNum type="arabicPeriod"/>
            </a:pPr>
            <a:r>
              <a:rPr lang="en-US" sz="1700">
                <a:solidFill>
                  <a:srgbClr val="351C75"/>
                </a:solidFill>
              </a:rPr>
              <a:t>Kiểm tra Mục tiêu cuộc họp đã đạt được chưa</a:t>
            </a:r>
            <a:endParaRPr sz="1700">
              <a:solidFill>
                <a:srgbClr val="351C75"/>
              </a:solidFill>
            </a:endParaRPr>
          </a:p>
          <a:p>
            <a:pPr indent="-342900" lvl="0" marL="342900" marR="0" rtl="0" algn="l">
              <a:lnSpc>
                <a:spcPct val="130000"/>
              </a:lnSpc>
              <a:spcBef>
                <a:spcPts val="1000"/>
              </a:spcBef>
              <a:spcAft>
                <a:spcPts val="0"/>
              </a:spcAft>
              <a:buClr>
                <a:srgbClr val="351C75"/>
              </a:buClr>
              <a:buSzPts val="1700"/>
              <a:buAutoNum type="arabicPeriod"/>
            </a:pPr>
            <a:r>
              <a:rPr lang="en-US" sz="1700">
                <a:solidFill>
                  <a:srgbClr val="351C75"/>
                </a:solidFill>
              </a:rPr>
              <a:t>Viết Biên bản cuộc họp</a:t>
            </a:r>
            <a:endParaRPr sz="1700">
              <a:solidFill>
                <a:srgbClr val="351C75"/>
              </a:solidFill>
            </a:endParaRPr>
          </a:p>
          <a:p>
            <a:pPr indent="-342900" lvl="0" marL="342900" marR="0" rtl="0" algn="l">
              <a:lnSpc>
                <a:spcPct val="130000"/>
              </a:lnSpc>
              <a:spcBef>
                <a:spcPts val="1000"/>
              </a:spcBef>
              <a:spcAft>
                <a:spcPts val="0"/>
              </a:spcAft>
              <a:buClr>
                <a:srgbClr val="351C75"/>
              </a:buClr>
              <a:buSzPts val="1700"/>
              <a:buAutoNum type="arabicPeriod"/>
            </a:pPr>
            <a:r>
              <a:rPr lang="en-US" sz="1700">
                <a:solidFill>
                  <a:srgbClr val="351C75"/>
                </a:solidFill>
              </a:rPr>
              <a:t>Gửi lời cảm ơn sau cuộc họp</a:t>
            </a:r>
            <a:endParaRPr sz="1500">
              <a:solidFill>
                <a:srgbClr val="351C75"/>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自定义 149">
      <a:dk1>
        <a:srgbClr val="000000"/>
      </a:dk1>
      <a:lt1>
        <a:srgbClr val="FFFFFF"/>
      </a:lt1>
      <a:dk2>
        <a:srgbClr val="CA2F47"/>
      </a:dk2>
      <a:lt2>
        <a:srgbClr val="FFF5F5"/>
      </a:lt2>
      <a:accent1>
        <a:srgbClr val="FFD523"/>
      </a:accent1>
      <a:accent2>
        <a:srgbClr val="FFB83D"/>
      </a:accent2>
      <a:accent3>
        <a:srgbClr val="FA8300"/>
      </a:accent3>
      <a:accent4>
        <a:srgbClr val="D14AE8"/>
      </a:accent4>
      <a:accent5>
        <a:srgbClr val="F888B3"/>
      </a:accent5>
      <a:accent6>
        <a:srgbClr val="FF8B8B"/>
      </a:accent6>
      <a:hlink>
        <a:srgbClr val="304FFE"/>
      </a:hlink>
      <a:folHlink>
        <a:srgbClr val="49206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Office Theme">
  <a:themeElements>
    <a:clrScheme name="自定义 149">
      <a:dk1>
        <a:srgbClr val="000000"/>
      </a:dk1>
      <a:lt1>
        <a:srgbClr val="FFFFFF"/>
      </a:lt1>
      <a:dk2>
        <a:srgbClr val="CA2F47"/>
      </a:dk2>
      <a:lt2>
        <a:srgbClr val="FFF5F5"/>
      </a:lt2>
      <a:accent1>
        <a:srgbClr val="FFD523"/>
      </a:accent1>
      <a:accent2>
        <a:srgbClr val="FFB83D"/>
      </a:accent2>
      <a:accent3>
        <a:srgbClr val="FA8300"/>
      </a:accent3>
      <a:accent4>
        <a:srgbClr val="D14AE8"/>
      </a:accent4>
      <a:accent5>
        <a:srgbClr val="F888B3"/>
      </a:accent5>
      <a:accent6>
        <a:srgbClr val="FF8B8B"/>
      </a:accent6>
      <a:hlink>
        <a:srgbClr val="304FFE"/>
      </a:hlink>
      <a:folHlink>
        <a:srgbClr val="49206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3_Office Theme">
  <a:themeElements>
    <a:clrScheme name="自定义 149">
      <a:dk1>
        <a:srgbClr val="000000"/>
      </a:dk1>
      <a:lt1>
        <a:srgbClr val="FFFFFF"/>
      </a:lt1>
      <a:dk2>
        <a:srgbClr val="CA2F47"/>
      </a:dk2>
      <a:lt2>
        <a:srgbClr val="FFF5F5"/>
      </a:lt2>
      <a:accent1>
        <a:srgbClr val="FFD523"/>
      </a:accent1>
      <a:accent2>
        <a:srgbClr val="FFB83D"/>
      </a:accent2>
      <a:accent3>
        <a:srgbClr val="FA8300"/>
      </a:accent3>
      <a:accent4>
        <a:srgbClr val="D14AE8"/>
      </a:accent4>
      <a:accent5>
        <a:srgbClr val="F888B3"/>
      </a:accent5>
      <a:accent6>
        <a:srgbClr val="FF8B8B"/>
      </a:accent6>
      <a:hlink>
        <a:srgbClr val="304FFE"/>
      </a:hlink>
      <a:folHlink>
        <a:srgbClr val="49206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2024-12-17T07:36:00Z</dcterms:created>
  <dc:creator>quynh</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6F1FBCE35B8F45B1ADFD04F7C9372507_13</vt:lpwstr>
  </property>
  <property fmtid="{D5CDD505-2E9C-101B-9397-08002B2CF9AE}" pid="3" name="KSOProductBuildVer">
    <vt:lpwstr>1033-12.2.0.19307</vt:lpwstr>
  </property>
</Properties>
</file>