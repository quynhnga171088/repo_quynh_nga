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5143500" type="screen16x9"/>
  <p:notesSz cx="6858000" cy="9144000"/>
  <p:embeddedFontLst>
    <p:embeddedFont>
      <p:font typeface="Lato" panose="020F0502020204030203" pitchFamily="34" charset="0"/>
      <p:regular r:id="rId6"/>
      <p:bold r:id="rId7"/>
      <p:italic r:id="rId8"/>
      <p:boldItalic r:id="rId9"/>
    </p:embeddedFont>
    <p:embeddedFont>
      <p:font typeface="Manrope ExtraBold" panose="020B0604020202020204" charset="0"/>
      <p:bold r:id="rId1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726" y="7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10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1265951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7200e5657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7200e5657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989605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71096f3a80_0_4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71096f3a80_0_4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428290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85cefe339_1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85cefe339_1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88436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-48150" y="5252875"/>
            <a:ext cx="8520600" cy="25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0" y="505682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-48150" y="5252875"/>
            <a:ext cx="8520600" cy="25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-48150" y="5252875"/>
            <a:ext cx="8520600" cy="25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atalog Slide">
  <p:cSld name="Catalog Slide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0" y="3283436"/>
            <a:ext cx="1863699" cy="1860064"/>
          </a:xfrm>
          <a:custGeom>
            <a:avLst/>
            <a:gdLst/>
            <a:ahLst/>
            <a:cxnLst/>
            <a:rect l="l" t="t" r="r" b="b"/>
            <a:pathLst>
              <a:path w="2484932" h="2480085" extrusionOk="0">
                <a:moveTo>
                  <a:pt x="309827" y="0"/>
                </a:moveTo>
                <a:cubicBezTo>
                  <a:pt x="1511104" y="0"/>
                  <a:pt x="2484932" y="974408"/>
                  <a:pt x="2484932" y="2176401"/>
                </a:cubicBezTo>
                <a:cubicBezTo>
                  <a:pt x="2484932" y="2251526"/>
                  <a:pt x="2481128" y="2325761"/>
                  <a:pt x="2473703" y="2398926"/>
                </a:cubicBezTo>
                <a:lnTo>
                  <a:pt x="2461324" y="2480085"/>
                </a:lnTo>
                <a:lnTo>
                  <a:pt x="0" y="2480085"/>
                </a:lnTo>
                <a:lnTo>
                  <a:pt x="0" y="24589"/>
                </a:lnTo>
                <a:lnTo>
                  <a:pt x="87435" y="11237"/>
                </a:lnTo>
                <a:cubicBezTo>
                  <a:pt x="160556" y="3807"/>
                  <a:pt x="234747" y="0"/>
                  <a:pt x="309827" y="0"/>
                </a:cubicBezTo>
                <a:close/>
              </a:path>
            </a:pathLst>
          </a:custGeom>
          <a:solidFill>
            <a:srgbClr val="FED48D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52" name="Google Shape;52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05256" y="3086100"/>
            <a:ext cx="1604772" cy="1604772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3"/>
          <p:cNvSpPr txBox="1">
            <a:spLocks noGrp="1"/>
          </p:cNvSpPr>
          <p:nvPr>
            <p:ph type="title"/>
          </p:nvPr>
        </p:nvSpPr>
        <p:spPr>
          <a:xfrm>
            <a:off x="1337310" y="1373029"/>
            <a:ext cx="2513400" cy="24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Manrope ExtraBold"/>
              <a:buChar char="●"/>
              <a:defRPr sz="3500" b="1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54" name="Google Shape;54;p13"/>
          <p:cNvSpPr/>
          <p:nvPr/>
        </p:nvSpPr>
        <p:spPr>
          <a:xfrm>
            <a:off x="1932597" y="4402044"/>
            <a:ext cx="152295" cy="741456"/>
          </a:xfrm>
          <a:custGeom>
            <a:avLst/>
            <a:gdLst/>
            <a:ahLst/>
            <a:cxnLst/>
            <a:rect l="l" t="t" r="r" b="b"/>
            <a:pathLst>
              <a:path w="203060" h="988608" extrusionOk="0">
                <a:moveTo>
                  <a:pt x="42778" y="0"/>
                </a:moveTo>
                <a:cubicBezTo>
                  <a:pt x="66188" y="0"/>
                  <a:pt x="85165" y="18977"/>
                  <a:pt x="85165" y="42387"/>
                </a:cubicBezTo>
                <a:lnTo>
                  <a:pt x="84788" y="43297"/>
                </a:lnTo>
                <a:lnTo>
                  <a:pt x="86463" y="43297"/>
                </a:lnTo>
                <a:lnTo>
                  <a:pt x="138259" y="244742"/>
                </a:lnTo>
                <a:cubicBezTo>
                  <a:pt x="180747" y="452376"/>
                  <a:pt x="203060" y="667360"/>
                  <a:pt x="203060" y="887555"/>
                </a:cubicBezTo>
                <a:lnTo>
                  <a:pt x="197958" y="988608"/>
                </a:lnTo>
                <a:lnTo>
                  <a:pt x="114136" y="988608"/>
                </a:lnTo>
                <a:lnTo>
                  <a:pt x="119238" y="887555"/>
                </a:lnTo>
                <a:cubicBezTo>
                  <a:pt x="119238" y="673147"/>
                  <a:pt x="97512" y="463813"/>
                  <a:pt x="56140" y="261635"/>
                </a:cubicBezTo>
                <a:lnTo>
                  <a:pt x="0" y="43297"/>
                </a:lnTo>
                <a:lnTo>
                  <a:pt x="768" y="43297"/>
                </a:lnTo>
                <a:lnTo>
                  <a:pt x="391" y="42387"/>
                </a:lnTo>
                <a:cubicBezTo>
                  <a:pt x="391" y="18977"/>
                  <a:pt x="19368" y="0"/>
                  <a:pt x="42778" y="0"/>
                </a:cubicBezTo>
                <a:close/>
              </a:path>
            </a:pathLst>
          </a:custGeom>
          <a:solidFill>
            <a:srgbClr val="FFD48A">
              <a:alpha val="40000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3"/>
          <p:cNvSpPr/>
          <p:nvPr/>
        </p:nvSpPr>
        <p:spPr>
          <a:xfrm>
            <a:off x="0" y="3040893"/>
            <a:ext cx="1167066" cy="348629"/>
          </a:xfrm>
          <a:custGeom>
            <a:avLst/>
            <a:gdLst/>
            <a:ahLst/>
            <a:cxnLst/>
            <a:rect l="l" t="t" r="r" b="b"/>
            <a:pathLst>
              <a:path w="1556088" h="464839" extrusionOk="0">
                <a:moveTo>
                  <a:pt x="138304" y="0"/>
                </a:moveTo>
                <a:cubicBezTo>
                  <a:pt x="609550" y="0"/>
                  <a:pt x="1052913" y="119382"/>
                  <a:pt x="1439800" y="329551"/>
                </a:cubicBezTo>
                <a:lnTo>
                  <a:pt x="1530165" y="384449"/>
                </a:lnTo>
                <a:lnTo>
                  <a:pt x="1529608" y="385365"/>
                </a:lnTo>
                <a:lnTo>
                  <a:pt x="1543435" y="391092"/>
                </a:lnTo>
                <a:cubicBezTo>
                  <a:pt x="1551253" y="398910"/>
                  <a:pt x="1556088" y="409710"/>
                  <a:pt x="1556088" y="421639"/>
                </a:cubicBezTo>
                <a:cubicBezTo>
                  <a:pt x="1556088" y="445498"/>
                  <a:pt x="1536747" y="464839"/>
                  <a:pt x="1512888" y="464839"/>
                </a:cubicBezTo>
                <a:cubicBezTo>
                  <a:pt x="1500959" y="464839"/>
                  <a:pt x="1490159" y="460004"/>
                  <a:pt x="1482341" y="452186"/>
                </a:cubicBezTo>
                <a:lnTo>
                  <a:pt x="1481940" y="451219"/>
                </a:lnTo>
                <a:lnTo>
                  <a:pt x="1400624" y="401819"/>
                </a:lnTo>
                <a:cubicBezTo>
                  <a:pt x="1025383" y="197975"/>
                  <a:pt x="595365" y="82187"/>
                  <a:pt x="138304" y="82187"/>
                </a:cubicBezTo>
                <a:lnTo>
                  <a:pt x="0" y="89171"/>
                </a:lnTo>
                <a:lnTo>
                  <a:pt x="0" y="6984"/>
                </a:lnTo>
                <a:close/>
              </a:path>
            </a:pathLst>
          </a:custGeom>
          <a:solidFill>
            <a:srgbClr val="FFD48A">
              <a:alpha val="33730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13"/>
          <p:cNvSpPr txBox="1">
            <a:spLocks noGrp="1"/>
          </p:cNvSpPr>
          <p:nvPr>
            <p:ph type="dt" idx="10"/>
          </p:nvPr>
        </p:nvSpPr>
        <p:spPr>
          <a:xfrm>
            <a:off x="52197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sldNum" idx="12"/>
          </p:nvPr>
        </p:nvSpPr>
        <p:spPr>
          <a:xfrm>
            <a:off x="6565487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CA2F47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  <p:sp>
        <p:nvSpPr>
          <p:cNvPr id="7" name="Google Shape;7;p1"/>
          <p:cNvSpPr txBox="1"/>
          <p:nvPr/>
        </p:nvSpPr>
        <p:spPr>
          <a:xfrm>
            <a:off x="907521" y="4522151"/>
            <a:ext cx="1839900" cy="4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950" tIns="19950" rIns="19950" bIns="1995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" sz="1200" b="1">
                <a:solidFill>
                  <a:srgbClr val="CA2F47"/>
                </a:solidFill>
              </a:rPr>
              <a:t>Quỳnh Nga IT</a:t>
            </a:r>
            <a:br>
              <a:rPr lang="vi" sz="1200" b="1">
                <a:solidFill>
                  <a:srgbClr val="CA2F47"/>
                </a:solidFill>
              </a:rPr>
            </a:br>
            <a:r>
              <a:rPr lang="vi" sz="1200" b="1">
                <a:solidFill>
                  <a:srgbClr val="CA2F47"/>
                </a:solidFill>
              </a:rPr>
              <a:t>Đồng hành cùng bạn !</a:t>
            </a:r>
            <a:endParaRPr sz="1200" b="1">
              <a:solidFill>
                <a:srgbClr val="CA2F47"/>
              </a:solidFill>
            </a:endParaRPr>
          </a:p>
        </p:txBody>
      </p:sp>
      <p:sp>
        <p:nvSpPr>
          <p:cNvPr id="8" name="Google Shape;8;p1"/>
          <p:cNvSpPr/>
          <p:nvPr/>
        </p:nvSpPr>
        <p:spPr>
          <a:xfrm>
            <a:off x="162600" y="140100"/>
            <a:ext cx="8818800" cy="48633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" name="Google Shape;9;p1" title="Logo trong suốt.png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253938" y="4274776"/>
            <a:ext cx="653575" cy="6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1"/>
          <p:cNvSpPr txBox="1"/>
          <p:nvPr/>
        </p:nvSpPr>
        <p:spPr>
          <a:xfrm>
            <a:off x="850825" y="4449988"/>
            <a:ext cx="18399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" sz="1200" b="1">
                <a:solidFill>
                  <a:srgbClr val="CA2F47"/>
                </a:solidFill>
              </a:rPr>
              <a:t>Quỳnh Nga IT</a:t>
            </a:r>
            <a:endParaRPr sz="1200" b="1">
              <a:solidFill>
                <a:srgbClr val="CA2F47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" sz="1200" b="1">
                <a:solidFill>
                  <a:srgbClr val="CA2F47"/>
                </a:solidFill>
              </a:rPr>
              <a:t>Đồng hành cùng bạn</a:t>
            </a:r>
            <a:endParaRPr sz="1200" b="1">
              <a:solidFill>
                <a:srgbClr val="CA2F47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4091263" y="1884652"/>
            <a:ext cx="4801800" cy="12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 smtClean="0">
                <a:solidFill>
                  <a:srgbClr val="351C75"/>
                </a:solidFill>
              </a:rPr>
              <a:t>Template</a:t>
            </a:r>
            <a:endParaRPr sz="3600" b="1" dirty="0">
              <a:solidFill>
                <a:srgbClr val="351C75"/>
              </a:solidFill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4297680" y="668884"/>
            <a:ext cx="4389000" cy="7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" sz="1800" b="1" dirty="0">
                <a:solidFill>
                  <a:srgbClr val="CC0000"/>
                </a:solidFill>
              </a:rPr>
              <a:t>Quỳnh Nga IT</a:t>
            </a:r>
            <a:endParaRPr sz="1800" b="1" dirty="0">
              <a:solidFill>
                <a:srgbClr val="CC0000"/>
              </a:solidFill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vi" sz="1800" b="1" dirty="0">
                <a:solidFill>
                  <a:srgbClr val="CC0000"/>
                </a:solidFill>
              </a:rPr>
              <a:t>Khởi động hành trình của bạn!</a:t>
            </a:r>
            <a:endParaRPr sz="1800" b="1" dirty="0">
              <a:solidFill>
                <a:srgbClr val="CC0000"/>
              </a:solidFill>
            </a:endParaRPr>
          </a:p>
        </p:txBody>
      </p:sp>
      <p:pic>
        <p:nvPicPr>
          <p:cNvPr id="65" name="Google Shape;6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7813" y="752888"/>
            <a:ext cx="3345568" cy="328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/>
        </p:nvSpPr>
        <p:spPr>
          <a:xfrm>
            <a:off x="160950" y="1934500"/>
            <a:ext cx="8822100" cy="738633"/>
          </a:xfrm>
          <a:prstGeom prst="rect">
            <a:avLst/>
          </a:prstGeom>
          <a:solidFill>
            <a:srgbClr val="CA2F47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 smtClean="0">
                <a:solidFill>
                  <a:schemeClr val="lt1"/>
                </a:solidFill>
              </a:rPr>
              <a:t>Template</a:t>
            </a:r>
            <a:endParaRPr sz="3600" b="1" dirty="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A2F47"/>
        </a:solid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Sáng nhẹ tự tạ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</Words>
  <Application>Microsoft Office PowerPoint</Application>
  <PresentationFormat>On-screen Show (16:9)</PresentationFormat>
  <Paragraphs>4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Lato</vt:lpstr>
      <vt:lpstr>Arial</vt:lpstr>
      <vt:lpstr>Manrope ExtraBold</vt:lpstr>
      <vt:lpstr>Sáng nhẹ tự tạo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Microsoft account</cp:lastModifiedBy>
  <cp:revision>2</cp:revision>
  <dcterms:modified xsi:type="dcterms:W3CDTF">2026-03-30T18:04:48Z</dcterms:modified>
</cp:coreProperties>
</file>