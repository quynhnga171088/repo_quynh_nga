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h2kB5sm9uVg9dEsZibVBhipFbK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7.jpg"/><Relationship Id="rId7" Type="http://schemas.openxmlformats.org/officeDocument/2006/relationships/image" Target="../media/image5.jpg"/><Relationship Id="rId8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3.jpg"/><Relationship Id="rId5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Relationship Id="rId4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2F4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2088095" y="2730785"/>
            <a:ext cx="4176190" cy="4825429"/>
          </a:xfrm>
          <a:custGeom>
            <a:rect b="b" l="l" r="r" t="t"/>
            <a:pathLst>
              <a:path extrusionOk="0" h="4825429" w="4176190">
                <a:moveTo>
                  <a:pt x="0" y="0"/>
                </a:moveTo>
                <a:lnTo>
                  <a:pt x="4176190" y="0"/>
                </a:lnTo>
                <a:lnTo>
                  <a:pt x="4176190" y="4825430"/>
                </a:lnTo>
                <a:lnTo>
                  <a:pt x="0" y="4825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5155244" y="-1387231"/>
            <a:ext cx="4208112" cy="4831861"/>
          </a:xfrm>
          <a:custGeom>
            <a:rect b="b" l="l" r="r" t="t"/>
            <a:pathLst>
              <a:path extrusionOk="0" h="4831861" w="4208112">
                <a:moveTo>
                  <a:pt x="0" y="0"/>
                </a:moveTo>
                <a:lnTo>
                  <a:pt x="4208112" y="0"/>
                </a:lnTo>
                <a:lnTo>
                  <a:pt x="4208112" y="4831862"/>
                </a:lnTo>
                <a:lnTo>
                  <a:pt x="0" y="4831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4218701" y="3444625"/>
            <a:ext cx="9985800" cy="2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CÁC QUY TẮC CHUNG</a:t>
            </a:r>
            <a:endParaRPr/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DÙNG CHO HỆ THỐNG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0" y="9064950"/>
            <a:ext cx="18423194" cy="1222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156852" y="9196750"/>
            <a:ext cx="1042336" cy="1048110"/>
          </a:xfrm>
          <a:custGeom>
            <a:rect b="b" l="l" r="r" t="t"/>
            <a:pathLst>
              <a:path extrusionOk="0" h="1752473" w="1742821">
                <a:moveTo>
                  <a:pt x="0" y="0"/>
                </a:moveTo>
                <a:lnTo>
                  <a:pt x="1742821" y="0"/>
                </a:lnTo>
                <a:lnTo>
                  <a:pt x="1742821" y="1752473"/>
                </a:lnTo>
                <a:lnTo>
                  <a:pt x="0" y="1752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" t="0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1380787" y="9539568"/>
            <a:ext cx="2788584" cy="747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CA2F47"/>
                </a:solidFill>
                <a:latin typeface="Arial"/>
                <a:ea typeface="Arial"/>
                <a:cs typeface="Arial"/>
                <a:sym typeface="Arial"/>
              </a:rPr>
              <a:t>Quỳnh Nga IT</a:t>
            </a:r>
            <a:endParaRPr/>
          </a:p>
          <a:p>
            <a:pPr indent="0" lvl="0" marL="0" marR="0" rtl="0" algn="l">
              <a:lnSpc>
                <a:spcPct val="12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3" u="none" cap="none" strike="noStrike">
                <a:solidFill>
                  <a:srgbClr val="CA2F47"/>
                </a:solidFill>
                <a:latin typeface="Arial"/>
                <a:ea typeface="Arial"/>
                <a:cs typeface="Arial"/>
                <a:sym typeface="Arial"/>
              </a:rPr>
              <a:t>Đồng hành cùng bạn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5388102" y="1314450"/>
            <a:ext cx="7731252" cy="8476488"/>
          </a:xfrm>
          <a:custGeom>
            <a:rect b="b" l="l" r="r" t="t"/>
            <a:pathLst>
              <a:path extrusionOk="0" h="7534656" w="6872224">
                <a:moveTo>
                  <a:pt x="0" y="0"/>
                </a:moveTo>
                <a:lnTo>
                  <a:pt x="6872224" y="0"/>
                </a:lnTo>
                <a:lnTo>
                  <a:pt x="6872224" y="7534656"/>
                </a:lnTo>
                <a:lnTo>
                  <a:pt x="0" y="7534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7130034" y="535157"/>
            <a:ext cx="4111757" cy="63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Trường điều khiển</a:t>
            </a:r>
            <a:endParaRPr/>
          </a:p>
        </p:txBody>
      </p:sp>
      <p:grpSp>
        <p:nvGrpSpPr>
          <p:cNvPr id="96" name="Google Shape;96;p2"/>
          <p:cNvGrpSpPr/>
          <p:nvPr/>
        </p:nvGrpSpPr>
        <p:grpSpPr>
          <a:xfrm>
            <a:off x="-1029211" y="-3954904"/>
            <a:ext cx="2057911" cy="5498854"/>
            <a:chOff x="0" y="-57150"/>
            <a:chExt cx="542001" cy="1448258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17259300" y="8180320"/>
            <a:ext cx="2057911" cy="5498854"/>
            <a:chOff x="0" y="-57150"/>
            <a:chExt cx="542001" cy="1448258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5223510" y="1236726"/>
            <a:ext cx="7507224" cy="8867394"/>
          </a:xfrm>
          <a:custGeom>
            <a:rect b="b" l="l" r="r" t="t"/>
            <a:pathLst>
              <a:path extrusionOk="0" h="7882128" w="6673088">
                <a:moveTo>
                  <a:pt x="0" y="0"/>
                </a:moveTo>
                <a:lnTo>
                  <a:pt x="6673088" y="0"/>
                </a:lnTo>
                <a:lnTo>
                  <a:pt x="6673088" y="7882128"/>
                </a:lnTo>
                <a:lnTo>
                  <a:pt x="0" y="7882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3"/>
          <p:cNvSpPr txBox="1"/>
          <p:nvPr/>
        </p:nvSpPr>
        <p:spPr>
          <a:xfrm>
            <a:off x="7130034" y="535157"/>
            <a:ext cx="4111757" cy="63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Trường điều khiển</a:t>
            </a:r>
            <a:endParaRPr/>
          </a:p>
        </p:txBody>
      </p:sp>
      <p:grpSp>
        <p:nvGrpSpPr>
          <p:cNvPr id="108" name="Google Shape;108;p3"/>
          <p:cNvGrpSpPr/>
          <p:nvPr/>
        </p:nvGrpSpPr>
        <p:grpSpPr>
          <a:xfrm>
            <a:off x="-1029211" y="-3954904"/>
            <a:ext cx="2057911" cy="5498854"/>
            <a:chOff x="0" y="-57150"/>
            <a:chExt cx="542001" cy="1448258"/>
          </a:xfrm>
        </p:grpSpPr>
        <p:sp>
          <p:nvSpPr>
            <p:cNvPr id="109" name="Google Shape;109;p3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3"/>
          <p:cNvGrpSpPr/>
          <p:nvPr/>
        </p:nvGrpSpPr>
        <p:grpSpPr>
          <a:xfrm>
            <a:off x="17259300" y="8180320"/>
            <a:ext cx="2057911" cy="5498854"/>
            <a:chOff x="0" y="-57150"/>
            <a:chExt cx="542001" cy="1448258"/>
          </a:xfrm>
        </p:grpSpPr>
        <p:sp>
          <p:nvSpPr>
            <p:cNvPr id="112" name="Google Shape;112;p3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5415534" y="1236726"/>
            <a:ext cx="7456932" cy="8913114"/>
          </a:xfrm>
          <a:custGeom>
            <a:rect b="b" l="l" r="r" t="t"/>
            <a:pathLst>
              <a:path extrusionOk="0" h="7922768" w="6628384">
                <a:moveTo>
                  <a:pt x="0" y="0"/>
                </a:moveTo>
                <a:lnTo>
                  <a:pt x="6628384" y="0"/>
                </a:lnTo>
                <a:lnTo>
                  <a:pt x="6628384" y="7922768"/>
                </a:lnTo>
                <a:lnTo>
                  <a:pt x="0" y="79227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4"/>
          <p:cNvSpPr txBox="1"/>
          <p:nvPr/>
        </p:nvSpPr>
        <p:spPr>
          <a:xfrm>
            <a:off x="7130034" y="535157"/>
            <a:ext cx="4111757" cy="63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Trường điều khiển</a:t>
            </a:r>
            <a:endParaRPr/>
          </a:p>
        </p:txBody>
      </p:sp>
      <p:grpSp>
        <p:nvGrpSpPr>
          <p:cNvPr id="120" name="Google Shape;120;p4"/>
          <p:cNvGrpSpPr/>
          <p:nvPr/>
        </p:nvGrpSpPr>
        <p:grpSpPr>
          <a:xfrm>
            <a:off x="-1029211" y="-3954904"/>
            <a:ext cx="2057911" cy="5498854"/>
            <a:chOff x="0" y="-57150"/>
            <a:chExt cx="542001" cy="1448258"/>
          </a:xfrm>
        </p:grpSpPr>
        <p:sp>
          <p:nvSpPr>
            <p:cNvPr id="121" name="Google Shape;121;p4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4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4"/>
          <p:cNvGrpSpPr/>
          <p:nvPr/>
        </p:nvGrpSpPr>
        <p:grpSpPr>
          <a:xfrm>
            <a:off x="17259300" y="8180320"/>
            <a:ext cx="2057911" cy="5498854"/>
            <a:chOff x="0" y="-57150"/>
            <a:chExt cx="542001" cy="1448258"/>
          </a:xfrm>
        </p:grpSpPr>
        <p:sp>
          <p:nvSpPr>
            <p:cNvPr id="124" name="Google Shape;124;p4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5573268" y="1236726"/>
            <a:ext cx="7360920" cy="8867394"/>
          </a:xfrm>
          <a:custGeom>
            <a:rect b="b" l="l" r="r" t="t"/>
            <a:pathLst>
              <a:path extrusionOk="0" h="7882128" w="6543040">
                <a:moveTo>
                  <a:pt x="0" y="0"/>
                </a:moveTo>
                <a:lnTo>
                  <a:pt x="6543040" y="0"/>
                </a:lnTo>
                <a:lnTo>
                  <a:pt x="6543040" y="7882128"/>
                </a:lnTo>
                <a:lnTo>
                  <a:pt x="0" y="7882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5"/>
          <p:cNvSpPr txBox="1"/>
          <p:nvPr/>
        </p:nvSpPr>
        <p:spPr>
          <a:xfrm>
            <a:off x="7130034" y="535157"/>
            <a:ext cx="4111757" cy="63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Trường điều khiển</a:t>
            </a:r>
            <a:endParaRPr/>
          </a:p>
        </p:txBody>
      </p:sp>
      <p:grpSp>
        <p:nvGrpSpPr>
          <p:cNvPr id="132" name="Google Shape;132;p5"/>
          <p:cNvGrpSpPr/>
          <p:nvPr/>
        </p:nvGrpSpPr>
        <p:grpSpPr>
          <a:xfrm>
            <a:off x="-1029211" y="-3954904"/>
            <a:ext cx="2057911" cy="5498854"/>
            <a:chOff x="0" y="-57150"/>
            <a:chExt cx="542001" cy="1448258"/>
          </a:xfrm>
        </p:grpSpPr>
        <p:sp>
          <p:nvSpPr>
            <p:cNvPr id="133" name="Google Shape;133;p5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5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" name="Google Shape;135;p5"/>
          <p:cNvGrpSpPr/>
          <p:nvPr/>
        </p:nvGrpSpPr>
        <p:grpSpPr>
          <a:xfrm>
            <a:off x="17259300" y="8180320"/>
            <a:ext cx="2057911" cy="5498854"/>
            <a:chOff x="0" y="-57150"/>
            <a:chExt cx="542001" cy="1448258"/>
          </a:xfrm>
        </p:grpSpPr>
        <p:sp>
          <p:nvSpPr>
            <p:cNvPr id="136" name="Google Shape;136;p5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5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5772150" y="1129284"/>
            <a:ext cx="7118604" cy="8785098"/>
          </a:xfrm>
          <a:custGeom>
            <a:rect b="b" l="l" r="r" t="t"/>
            <a:pathLst>
              <a:path extrusionOk="0" h="7808976" w="6327648">
                <a:moveTo>
                  <a:pt x="0" y="0"/>
                </a:moveTo>
                <a:lnTo>
                  <a:pt x="6327648" y="0"/>
                </a:lnTo>
                <a:lnTo>
                  <a:pt x="6327648" y="7808976"/>
                </a:lnTo>
                <a:lnTo>
                  <a:pt x="0" y="78089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6"/>
          <p:cNvSpPr txBox="1"/>
          <p:nvPr/>
        </p:nvSpPr>
        <p:spPr>
          <a:xfrm>
            <a:off x="7130034" y="535157"/>
            <a:ext cx="4111757" cy="63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Trường điều khiển</a:t>
            </a:r>
            <a:endParaRPr/>
          </a:p>
        </p:txBody>
      </p:sp>
      <p:grpSp>
        <p:nvGrpSpPr>
          <p:cNvPr id="144" name="Google Shape;144;p6"/>
          <p:cNvGrpSpPr/>
          <p:nvPr/>
        </p:nvGrpSpPr>
        <p:grpSpPr>
          <a:xfrm>
            <a:off x="-1029211" y="-3954904"/>
            <a:ext cx="2057911" cy="5498854"/>
            <a:chOff x="0" y="-57150"/>
            <a:chExt cx="542001" cy="1448258"/>
          </a:xfrm>
        </p:grpSpPr>
        <p:sp>
          <p:nvSpPr>
            <p:cNvPr id="145" name="Google Shape;145;p6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6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6"/>
          <p:cNvGrpSpPr/>
          <p:nvPr/>
        </p:nvGrpSpPr>
        <p:grpSpPr>
          <a:xfrm>
            <a:off x="17259300" y="8180320"/>
            <a:ext cx="2057911" cy="5498854"/>
            <a:chOff x="0" y="-57150"/>
            <a:chExt cx="542001" cy="1448258"/>
          </a:xfrm>
        </p:grpSpPr>
        <p:sp>
          <p:nvSpPr>
            <p:cNvPr id="148" name="Google Shape;148;p6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6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4471416" y="2484882"/>
            <a:ext cx="9745218" cy="4844034"/>
          </a:xfrm>
          <a:custGeom>
            <a:rect b="b" l="l" r="r" t="t"/>
            <a:pathLst>
              <a:path extrusionOk="0" h="4305808" w="8662416">
                <a:moveTo>
                  <a:pt x="0" y="0"/>
                </a:moveTo>
                <a:lnTo>
                  <a:pt x="8662416" y="0"/>
                </a:lnTo>
                <a:lnTo>
                  <a:pt x="8662416" y="4305808"/>
                </a:lnTo>
                <a:lnTo>
                  <a:pt x="0" y="4305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7"/>
          <p:cNvSpPr txBox="1"/>
          <p:nvPr/>
        </p:nvSpPr>
        <p:spPr>
          <a:xfrm>
            <a:off x="7130034" y="535157"/>
            <a:ext cx="4111757" cy="63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Trường điều khiển</a:t>
            </a:r>
            <a:endParaRPr/>
          </a:p>
        </p:txBody>
      </p:sp>
      <p:grpSp>
        <p:nvGrpSpPr>
          <p:cNvPr id="156" name="Google Shape;156;p7"/>
          <p:cNvGrpSpPr/>
          <p:nvPr/>
        </p:nvGrpSpPr>
        <p:grpSpPr>
          <a:xfrm>
            <a:off x="-1029211" y="-3954904"/>
            <a:ext cx="2057911" cy="5498854"/>
            <a:chOff x="0" y="-57150"/>
            <a:chExt cx="542001" cy="1448258"/>
          </a:xfrm>
        </p:grpSpPr>
        <p:sp>
          <p:nvSpPr>
            <p:cNvPr id="157" name="Google Shape;157;p7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7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7"/>
          <p:cNvGrpSpPr/>
          <p:nvPr/>
        </p:nvGrpSpPr>
        <p:grpSpPr>
          <a:xfrm>
            <a:off x="17259300" y="8180320"/>
            <a:ext cx="2057911" cy="5498854"/>
            <a:chOff x="0" y="-57150"/>
            <a:chExt cx="542001" cy="1448258"/>
          </a:xfrm>
        </p:grpSpPr>
        <p:sp>
          <p:nvSpPr>
            <p:cNvPr id="160" name="Google Shape;160;p7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7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3179826" y="1728216"/>
            <a:ext cx="12129516" cy="8401050"/>
          </a:xfrm>
          <a:custGeom>
            <a:rect b="b" l="l" r="r" t="t"/>
            <a:pathLst>
              <a:path extrusionOk="0" h="7467600" w="10781792">
                <a:moveTo>
                  <a:pt x="0" y="0"/>
                </a:moveTo>
                <a:lnTo>
                  <a:pt x="10781792" y="0"/>
                </a:lnTo>
                <a:lnTo>
                  <a:pt x="10781792" y="7467600"/>
                </a:lnTo>
                <a:lnTo>
                  <a:pt x="0" y="7467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8"/>
          <p:cNvSpPr txBox="1"/>
          <p:nvPr/>
        </p:nvSpPr>
        <p:spPr>
          <a:xfrm>
            <a:off x="7230618" y="535157"/>
            <a:ext cx="3905160" cy="63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Thông báo chung</a:t>
            </a:r>
            <a:endParaRPr/>
          </a:p>
        </p:txBody>
      </p:sp>
      <p:grpSp>
        <p:nvGrpSpPr>
          <p:cNvPr id="168" name="Google Shape;168;p8"/>
          <p:cNvGrpSpPr/>
          <p:nvPr/>
        </p:nvGrpSpPr>
        <p:grpSpPr>
          <a:xfrm>
            <a:off x="-1029211" y="-3954904"/>
            <a:ext cx="2057911" cy="5498854"/>
            <a:chOff x="0" y="-57150"/>
            <a:chExt cx="542001" cy="1448258"/>
          </a:xfrm>
        </p:grpSpPr>
        <p:sp>
          <p:nvSpPr>
            <p:cNvPr id="169" name="Google Shape;169;p8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8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17259300" y="8180320"/>
            <a:ext cx="2057911" cy="5498854"/>
            <a:chOff x="0" y="-57150"/>
            <a:chExt cx="542001" cy="1448258"/>
          </a:xfrm>
        </p:grpSpPr>
        <p:sp>
          <p:nvSpPr>
            <p:cNvPr id="172" name="Google Shape;172;p8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8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3726180" y="1568196"/>
            <a:ext cx="11496294" cy="8551926"/>
          </a:xfrm>
          <a:custGeom>
            <a:rect b="b" l="l" r="r" t="t"/>
            <a:pathLst>
              <a:path extrusionOk="0" h="7601712" w="10218928">
                <a:moveTo>
                  <a:pt x="0" y="0"/>
                </a:moveTo>
                <a:lnTo>
                  <a:pt x="10218928" y="0"/>
                </a:lnTo>
                <a:lnTo>
                  <a:pt x="10218928" y="7601712"/>
                </a:lnTo>
                <a:lnTo>
                  <a:pt x="0" y="7601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9"/>
          <p:cNvSpPr txBox="1"/>
          <p:nvPr/>
        </p:nvSpPr>
        <p:spPr>
          <a:xfrm>
            <a:off x="7230618" y="535157"/>
            <a:ext cx="3905160" cy="634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Thông báo chung</a:t>
            </a:r>
            <a:endParaRPr/>
          </a:p>
        </p:txBody>
      </p:sp>
      <p:grpSp>
        <p:nvGrpSpPr>
          <p:cNvPr id="180" name="Google Shape;180;p9"/>
          <p:cNvGrpSpPr/>
          <p:nvPr/>
        </p:nvGrpSpPr>
        <p:grpSpPr>
          <a:xfrm>
            <a:off x="-1029211" y="-3954904"/>
            <a:ext cx="2057911" cy="5498854"/>
            <a:chOff x="0" y="-57150"/>
            <a:chExt cx="542001" cy="1448258"/>
          </a:xfrm>
        </p:grpSpPr>
        <p:sp>
          <p:nvSpPr>
            <p:cNvPr id="181" name="Google Shape;181;p9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9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" name="Google Shape;183;p9"/>
          <p:cNvGrpSpPr/>
          <p:nvPr/>
        </p:nvGrpSpPr>
        <p:grpSpPr>
          <a:xfrm>
            <a:off x="17259300" y="8180320"/>
            <a:ext cx="2057911" cy="5498854"/>
            <a:chOff x="0" y="-57150"/>
            <a:chExt cx="542001" cy="1448258"/>
          </a:xfrm>
        </p:grpSpPr>
        <p:sp>
          <p:nvSpPr>
            <p:cNvPr id="184" name="Google Shape;184;p9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9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/>
          <p:nvPr/>
        </p:nvSpPr>
        <p:spPr>
          <a:xfrm>
            <a:off x="2510028" y="2212848"/>
            <a:ext cx="14095476" cy="6976872"/>
          </a:xfrm>
          <a:custGeom>
            <a:rect b="b" l="l" r="r" t="t"/>
            <a:pathLst>
              <a:path extrusionOk="0" h="6201664" w="12529312">
                <a:moveTo>
                  <a:pt x="0" y="0"/>
                </a:moveTo>
                <a:lnTo>
                  <a:pt x="12529312" y="0"/>
                </a:lnTo>
                <a:lnTo>
                  <a:pt x="12529312" y="6201664"/>
                </a:lnTo>
                <a:lnTo>
                  <a:pt x="0" y="62016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0"/>
          <p:cNvSpPr txBox="1"/>
          <p:nvPr/>
        </p:nvSpPr>
        <p:spPr>
          <a:xfrm>
            <a:off x="7696962" y="609209"/>
            <a:ext cx="2951169" cy="6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3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Bảng hiển thị</a:t>
            </a:r>
            <a:endParaRPr/>
          </a:p>
        </p:txBody>
      </p:sp>
      <p:grpSp>
        <p:nvGrpSpPr>
          <p:cNvPr id="192" name="Google Shape;192;p10"/>
          <p:cNvGrpSpPr/>
          <p:nvPr/>
        </p:nvGrpSpPr>
        <p:grpSpPr>
          <a:xfrm>
            <a:off x="-1029211" y="-3954904"/>
            <a:ext cx="2057911" cy="5498854"/>
            <a:chOff x="0" y="-57150"/>
            <a:chExt cx="542001" cy="1448258"/>
          </a:xfrm>
        </p:grpSpPr>
        <p:sp>
          <p:nvSpPr>
            <p:cNvPr id="193" name="Google Shape;193;p10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0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10"/>
          <p:cNvGrpSpPr/>
          <p:nvPr/>
        </p:nvGrpSpPr>
        <p:grpSpPr>
          <a:xfrm>
            <a:off x="17259045" y="-3954904"/>
            <a:ext cx="2057911" cy="5498854"/>
            <a:chOff x="0" y="-57150"/>
            <a:chExt cx="542001" cy="1448258"/>
          </a:xfrm>
        </p:grpSpPr>
        <p:sp>
          <p:nvSpPr>
            <p:cNvPr id="196" name="Google Shape;196;p10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0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/>
          <p:nvPr/>
        </p:nvSpPr>
        <p:spPr>
          <a:xfrm>
            <a:off x="2595367" y="2830825"/>
            <a:ext cx="6371839" cy="3642355"/>
          </a:xfrm>
          <a:custGeom>
            <a:rect b="b" l="l" r="r" t="t"/>
            <a:pathLst>
              <a:path extrusionOk="0" h="3642355" w="6371839">
                <a:moveTo>
                  <a:pt x="0" y="0"/>
                </a:moveTo>
                <a:lnTo>
                  <a:pt x="6371839" y="0"/>
                </a:lnTo>
                <a:lnTo>
                  <a:pt x="6371839" y="3642355"/>
                </a:lnTo>
                <a:lnTo>
                  <a:pt x="0" y="3642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11"/>
          <p:cNvSpPr/>
          <p:nvPr/>
        </p:nvSpPr>
        <p:spPr>
          <a:xfrm>
            <a:off x="5585455" y="6817609"/>
            <a:ext cx="7729723" cy="3406897"/>
          </a:xfrm>
          <a:custGeom>
            <a:rect b="b" l="l" r="r" t="t"/>
            <a:pathLst>
              <a:path extrusionOk="0" h="3406897" w="7729723">
                <a:moveTo>
                  <a:pt x="0" y="0"/>
                </a:moveTo>
                <a:lnTo>
                  <a:pt x="7729723" y="0"/>
                </a:lnTo>
                <a:lnTo>
                  <a:pt x="7729723" y="3406897"/>
                </a:lnTo>
                <a:lnTo>
                  <a:pt x="0" y="3406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11"/>
          <p:cNvSpPr/>
          <p:nvPr/>
        </p:nvSpPr>
        <p:spPr>
          <a:xfrm>
            <a:off x="9320779" y="2830825"/>
            <a:ext cx="6897619" cy="3642355"/>
          </a:xfrm>
          <a:custGeom>
            <a:rect b="b" l="l" r="r" t="t"/>
            <a:pathLst>
              <a:path extrusionOk="0" h="3642355" w="6897619">
                <a:moveTo>
                  <a:pt x="0" y="0"/>
                </a:moveTo>
                <a:lnTo>
                  <a:pt x="6897619" y="0"/>
                </a:lnTo>
                <a:lnTo>
                  <a:pt x="6897619" y="3642355"/>
                </a:lnTo>
                <a:lnTo>
                  <a:pt x="0" y="3642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11"/>
          <p:cNvSpPr/>
          <p:nvPr/>
        </p:nvSpPr>
        <p:spPr>
          <a:xfrm>
            <a:off x="9603486" y="7895844"/>
            <a:ext cx="1479042" cy="393192"/>
          </a:xfrm>
          <a:custGeom>
            <a:rect b="b" l="l" r="r" t="t"/>
            <a:pathLst>
              <a:path extrusionOk="0" h="349504" w="1314704">
                <a:moveTo>
                  <a:pt x="0" y="0"/>
                </a:moveTo>
                <a:lnTo>
                  <a:pt x="1314704" y="0"/>
                </a:lnTo>
                <a:lnTo>
                  <a:pt x="1314704" y="349504"/>
                </a:lnTo>
                <a:lnTo>
                  <a:pt x="0" y="3495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1"/>
          <p:cNvSpPr/>
          <p:nvPr/>
        </p:nvSpPr>
        <p:spPr>
          <a:xfrm>
            <a:off x="11555730" y="8289036"/>
            <a:ext cx="1511046" cy="397764"/>
          </a:xfrm>
          <a:custGeom>
            <a:rect b="b" l="l" r="r" t="t"/>
            <a:pathLst>
              <a:path extrusionOk="0" h="353568" w="1343152">
                <a:moveTo>
                  <a:pt x="0" y="0"/>
                </a:moveTo>
                <a:lnTo>
                  <a:pt x="1343152" y="0"/>
                </a:lnTo>
                <a:lnTo>
                  <a:pt x="1343152" y="353568"/>
                </a:lnTo>
                <a:lnTo>
                  <a:pt x="0" y="353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11"/>
          <p:cNvSpPr/>
          <p:nvPr/>
        </p:nvSpPr>
        <p:spPr>
          <a:xfrm>
            <a:off x="11093958" y="8753094"/>
            <a:ext cx="1513332" cy="427482"/>
          </a:xfrm>
          <a:custGeom>
            <a:rect b="b" l="l" r="r" t="t"/>
            <a:pathLst>
              <a:path extrusionOk="0" h="379984" w="1345184">
                <a:moveTo>
                  <a:pt x="0" y="0"/>
                </a:moveTo>
                <a:lnTo>
                  <a:pt x="1345184" y="0"/>
                </a:lnTo>
                <a:lnTo>
                  <a:pt x="1345184" y="379984"/>
                </a:lnTo>
                <a:lnTo>
                  <a:pt x="0" y="3799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1"/>
          <p:cNvSpPr txBox="1"/>
          <p:nvPr/>
        </p:nvSpPr>
        <p:spPr>
          <a:xfrm>
            <a:off x="4593531" y="2947935"/>
            <a:ext cx="2440748" cy="52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00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Cách hiển thị</a:t>
            </a:r>
            <a:endParaRPr/>
          </a:p>
        </p:txBody>
      </p:sp>
      <p:sp>
        <p:nvSpPr>
          <p:cNvPr id="209" name="Google Shape;209;p11"/>
          <p:cNvSpPr txBox="1"/>
          <p:nvPr/>
        </p:nvSpPr>
        <p:spPr>
          <a:xfrm>
            <a:off x="7619238" y="6936062"/>
            <a:ext cx="3737439" cy="52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00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Sắp xếp các bản ghi</a:t>
            </a:r>
            <a:endParaRPr/>
          </a:p>
        </p:txBody>
      </p:sp>
      <p:sp>
        <p:nvSpPr>
          <p:cNvPr id="210" name="Google Shape;210;p11"/>
          <p:cNvSpPr txBox="1"/>
          <p:nvPr/>
        </p:nvSpPr>
        <p:spPr>
          <a:xfrm>
            <a:off x="11656314" y="2947935"/>
            <a:ext cx="2258897" cy="52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00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 hiển thị</a:t>
            </a:r>
            <a:endParaRPr/>
          </a:p>
        </p:txBody>
      </p:sp>
      <p:sp>
        <p:nvSpPr>
          <p:cNvPr id="211" name="Google Shape;211;p11"/>
          <p:cNvSpPr txBox="1"/>
          <p:nvPr/>
        </p:nvSpPr>
        <p:spPr>
          <a:xfrm>
            <a:off x="7454260" y="908437"/>
            <a:ext cx="3446631" cy="732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193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Bảng hiển thị</a:t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5997135" y="7993875"/>
            <a:ext cx="108542" cy="10995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2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4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• • •</a:t>
            </a:r>
            <a:endParaRPr/>
          </a:p>
        </p:txBody>
      </p:sp>
      <p:sp>
        <p:nvSpPr>
          <p:cNvPr id="213" name="Google Shape;213;p11"/>
          <p:cNvSpPr txBox="1"/>
          <p:nvPr/>
        </p:nvSpPr>
        <p:spPr>
          <a:xfrm>
            <a:off x="3010276" y="3964986"/>
            <a:ext cx="5420135" cy="3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4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•Màu sắc và font chữ dựa trên bộ thư </a:t>
            </a:r>
            <a:endParaRPr/>
          </a:p>
        </p:txBody>
      </p:sp>
      <p:sp>
        <p:nvSpPr>
          <p:cNvPr id="214" name="Google Shape;214;p11"/>
          <p:cNvSpPr txBox="1"/>
          <p:nvPr/>
        </p:nvSpPr>
        <p:spPr>
          <a:xfrm>
            <a:off x="3268594" y="4330746"/>
            <a:ext cx="5322937" cy="3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4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viện thiết kế(style guide)cho hệ thống</a:t>
            </a:r>
            <a:endParaRPr/>
          </a:p>
        </p:txBody>
      </p:sp>
      <p:sp>
        <p:nvSpPr>
          <p:cNvPr id="215" name="Google Shape;215;p11"/>
          <p:cNvSpPr txBox="1"/>
          <p:nvPr/>
        </p:nvSpPr>
        <p:spPr>
          <a:xfrm>
            <a:off x="6426903" y="7993875"/>
            <a:ext cx="5295719" cy="10995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4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Khi cột không sắp xếp: Khi cột sắp xếp theo thứ tự tăng dần: Khi cột sắp xếp theo thứ tự giảm dần: </a:t>
            </a:r>
            <a:endParaRPr/>
          </a:p>
        </p:txBody>
      </p:sp>
      <p:sp>
        <p:nvSpPr>
          <p:cNvPr id="216" name="Google Shape;216;p11"/>
          <p:cNvSpPr txBox="1"/>
          <p:nvPr/>
        </p:nvSpPr>
        <p:spPr>
          <a:xfrm>
            <a:off x="9759891" y="3964986"/>
            <a:ext cx="6194731" cy="219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2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394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Trường hợp text hiển thịdài hơn độ rộng của ô </a:t>
            </a:r>
            <a:r>
              <a:rPr b="0" i="0" lang="en-US" sz="2394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•Cắt từ ở cuối dòng •Thay các từ còn thiếu bởi dấu “…”. Hover chuột vào thì nhìn thấy tooltip hiển thị đầy đủ nội dung</a:t>
            </a:r>
            <a:endParaRPr/>
          </a:p>
        </p:txBody>
      </p:sp>
      <p:grpSp>
        <p:nvGrpSpPr>
          <p:cNvPr id="217" name="Google Shape;217;p11"/>
          <p:cNvGrpSpPr/>
          <p:nvPr/>
        </p:nvGrpSpPr>
        <p:grpSpPr>
          <a:xfrm>
            <a:off x="-1029211" y="-3954904"/>
            <a:ext cx="2057911" cy="5498854"/>
            <a:chOff x="0" y="-57150"/>
            <a:chExt cx="542001" cy="1448258"/>
          </a:xfrm>
        </p:grpSpPr>
        <p:sp>
          <p:nvSpPr>
            <p:cNvPr id="218" name="Google Shape;218;p11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1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11"/>
          <p:cNvGrpSpPr/>
          <p:nvPr/>
        </p:nvGrpSpPr>
        <p:grpSpPr>
          <a:xfrm>
            <a:off x="17259300" y="8180320"/>
            <a:ext cx="2057911" cy="5498854"/>
            <a:chOff x="0" y="-57150"/>
            <a:chExt cx="542001" cy="1448258"/>
          </a:xfrm>
        </p:grpSpPr>
        <p:sp>
          <p:nvSpPr>
            <p:cNvPr id="221" name="Google Shape;221;p11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1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2531745" y="3730366"/>
            <a:ext cx="12401550" cy="5322508"/>
          </a:xfrm>
          <a:custGeom>
            <a:rect b="b" l="l" r="r" t="t"/>
            <a:pathLst>
              <a:path extrusionOk="0" h="5322508" w="12401550">
                <a:moveTo>
                  <a:pt x="0" y="0"/>
                </a:moveTo>
                <a:lnTo>
                  <a:pt x="12401550" y="0"/>
                </a:lnTo>
                <a:lnTo>
                  <a:pt x="12401550" y="5322508"/>
                </a:lnTo>
                <a:lnTo>
                  <a:pt x="0" y="5322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2"/>
          <p:cNvSpPr/>
          <p:nvPr/>
        </p:nvSpPr>
        <p:spPr>
          <a:xfrm>
            <a:off x="3241548" y="2738628"/>
            <a:ext cx="10428732" cy="715518"/>
          </a:xfrm>
          <a:custGeom>
            <a:rect b="b" l="l" r="r" t="t"/>
            <a:pathLst>
              <a:path extrusionOk="0" h="636016" w="9269984">
                <a:moveTo>
                  <a:pt x="0" y="0"/>
                </a:moveTo>
                <a:lnTo>
                  <a:pt x="9269984" y="0"/>
                </a:lnTo>
                <a:lnTo>
                  <a:pt x="9269984" y="636016"/>
                </a:lnTo>
                <a:lnTo>
                  <a:pt x="0" y="6360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12"/>
          <p:cNvSpPr/>
          <p:nvPr/>
        </p:nvSpPr>
        <p:spPr>
          <a:xfrm>
            <a:off x="6060186" y="1988820"/>
            <a:ext cx="4123944" cy="429768"/>
          </a:xfrm>
          <a:custGeom>
            <a:rect b="b" l="l" r="r" t="t"/>
            <a:pathLst>
              <a:path extrusionOk="0" h="382016" w="3665728">
                <a:moveTo>
                  <a:pt x="0" y="0"/>
                </a:moveTo>
                <a:lnTo>
                  <a:pt x="3665728" y="0"/>
                </a:lnTo>
                <a:lnTo>
                  <a:pt x="3665728" y="382016"/>
                </a:lnTo>
                <a:lnTo>
                  <a:pt x="0" y="3820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2"/>
          <p:cNvSpPr txBox="1"/>
          <p:nvPr/>
        </p:nvSpPr>
        <p:spPr>
          <a:xfrm>
            <a:off x="7950708" y="609209"/>
            <a:ext cx="2435819" cy="6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3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Phân trang</a:t>
            </a:r>
            <a:endParaRPr/>
          </a:p>
        </p:txBody>
      </p:sp>
      <p:sp>
        <p:nvSpPr>
          <p:cNvPr id="231" name="Google Shape;231;p12"/>
          <p:cNvSpPr txBox="1"/>
          <p:nvPr/>
        </p:nvSpPr>
        <p:spPr>
          <a:xfrm>
            <a:off x="2773875" y="3792693"/>
            <a:ext cx="5038958" cy="3713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2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Thao tác người dùng 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Lọc hoặc tìm kiếm danh sách Thiết lập phân trang (số bản ghi </a:t>
            </a:r>
            <a:endParaRPr/>
          </a:p>
          <a:p>
            <a:pPr indent="0" lvl="0" marL="0" marR="0" rtl="0" algn="l">
              <a:lnSpc>
                <a:spcPct val="77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hiển thị trên mỗi trang)</a:t>
            </a:r>
            <a:endParaRPr/>
          </a:p>
          <a:p>
            <a:pPr indent="0" lvl="0" marL="0" marR="0" rtl="0" algn="l">
              <a:lnSpc>
                <a:spcPct val="2422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Đangở trang 1</a:t>
            </a:r>
            <a:endParaRPr/>
          </a:p>
          <a:p>
            <a:pPr indent="0" lvl="0" marL="0" marR="0" rtl="0" algn="l">
              <a:lnSpc>
                <a:spcPct val="821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Đangở trang cuối</a:t>
            </a:r>
            <a:endParaRPr/>
          </a:p>
          <a:p>
            <a:pPr indent="0" lvl="0" marL="0" marR="0" rtl="0" algn="l">
              <a:lnSpc>
                <a:spcPct val="2423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Nhập trang số muốn xem</a:t>
            </a:r>
            <a:endParaRPr/>
          </a:p>
        </p:txBody>
      </p:sp>
      <p:sp>
        <p:nvSpPr>
          <p:cNvPr id="232" name="Google Shape;232;p12"/>
          <p:cNvSpPr txBox="1"/>
          <p:nvPr/>
        </p:nvSpPr>
        <p:spPr>
          <a:xfrm>
            <a:off x="8604890" y="3792693"/>
            <a:ext cx="5241469" cy="1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22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Hệ thống 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 lại bảng, quay trở lại trang 1 Load lại trang, quay trở lại trang 1</a:t>
            </a:r>
            <a:endParaRPr/>
          </a:p>
        </p:txBody>
      </p:sp>
      <p:sp>
        <p:nvSpPr>
          <p:cNvPr id="233" name="Google Shape;233;p12"/>
          <p:cNvSpPr txBox="1"/>
          <p:nvPr/>
        </p:nvSpPr>
        <p:spPr>
          <a:xfrm>
            <a:off x="8604890" y="5637124"/>
            <a:ext cx="6243180" cy="3249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Disable nút “&lt;&lt;” và “&lt;”</a:t>
            </a:r>
            <a:endParaRPr/>
          </a:p>
          <a:p>
            <a:pPr indent="0" lvl="0" marL="0" marR="0" rtl="0" algn="just">
              <a:lnSpc>
                <a:spcPct val="743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Disable nút “&gt;&gt;” và “&gt;”</a:t>
            </a:r>
            <a:endParaRPr/>
          </a:p>
          <a:p>
            <a:pPr indent="0" lvl="0" marL="0" marR="0" rtl="0" algn="just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Hiểnthị trang người dùng vừa nhập</a:t>
            </a:r>
            <a:endParaRPr/>
          </a:p>
          <a:p>
            <a:pPr indent="0" lvl="0" marL="0" marR="0" rtl="0" algn="just">
              <a:lnSpc>
                <a:spcPct val="745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Ở ngoài cùng bên trái, hệ thống hiển thị </a:t>
            </a:r>
            <a:endParaRPr/>
          </a:p>
          <a:p>
            <a:pPr indent="0" lvl="0" marL="0" marR="0" rtl="0" algn="just">
              <a:lnSpc>
                <a:spcPct val="1653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tất cả các bản ghi thỏa mãn điều kiện </a:t>
            </a:r>
            <a:endParaRPr/>
          </a:p>
          <a:p>
            <a:pPr indent="0" lvl="0" marL="0" marR="0" rtl="0" algn="just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hiện</a:t>
            </a:r>
            <a:r>
              <a:rPr b="0" i="0" lang="en-US" sz="270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70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tại</a:t>
            </a:r>
            <a:endParaRPr/>
          </a:p>
        </p:txBody>
      </p:sp>
      <p:grpSp>
        <p:nvGrpSpPr>
          <p:cNvPr id="234" name="Google Shape;234;p12"/>
          <p:cNvGrpSpPr/>
          <p:nvPr/>
        </p:nvGrpSpPr>
        <p:grpSpPr>
          <a:xfrm>
            <a:off x="-1029211" y="-3954904"/>
            <a:ext cx="2057911" cy="5498854"/>
            <a:chOff x="0" y="-57150"/>
            <a:chExt cx="542001" cy="1448258"/>
          </a:xfrm>
        </p:grpSpPr>
        <p:sp>
          <p:nvSpPr>
            <p:cNvPr id="235" name="Google Shape;235;p12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2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12"/>
          <p:cNvGrpSpPr/>
          <p:nvPr/>
        </p:nvGrpSpPr>
        <p:grpSpPr>
          <a:xfrm>
            <a:off x="17259300" y="8180320"/>
            <a:ext cx="2057911" cy="5498854"/>
            <a:chOff x="0" y="-57150"/>
            <a:chExt cx="542001" cy="1448258"/>
          </a:xfrm>
        </p:grpSpPr>
        <p:sp>
          <p:nvSpPr>
            <p:cNvPr id="238" name="Google Shape;238;p12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2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"/>
          <p:cNvSpPr/>
          <p:nvPr/>
        </p:nvSpPr>
        <p:spPr>
          <a:xfrm>
            <a:off x="2622042" y="2023110"/>
            <a:ext cx="13411962" cy="7178040"/>
          </a:xfrm>
          <a:custGeom>
            <a:rect b="b" l="l" r="r" t="t"/>
            <a:pathLst>
              <a:path extrusionOk="0" h="6380480" w="11921744">
                <a:moveTo>
                  <a:pt x="0" y="0"/>
                </a:moveTo>
                <a:lnTo>
                  <a:pt x="0" y="6380480"/>
                </a:lnTo>
                <a:lnTo>
                  <a:pt x="11921744" y="6380480"/>
                </a:lnTo>
                <a:lnTo>
                  <a:pt x="11921744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13"/>
          <p:cNvSpPr txBox="1"/>
          <p:nvPr/>
        </p:nvSpPr>
        <p:spPr>
          <a:xfrm>
            <a:off x="7456932" y="609209"/>
            <a:ext cx="3443659" cy="634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3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Thao tác nhanh</a:t>
            </a:r>
            <a:endParaRPr/>
          </a:p>
        </p:txBody>
      </p:sp>
      <p:grpSp>
        <p:nvGrpSpPr>
          <p:cNvPr id="246" name="Google Shape;246;p13"/>
          <p:cNvGrpSpPr/>
          <p:nvPr/>
        </p:nvGrpSpPr>
        <p:grpSpPr>
          <a:xfrm>
            <a:off x="-1029211" y="-3954904"/>
            <a:ext cx="2057911" cy="5498854"/>
            <a:chOff x="0" y="-57150"/>
            <a:chExt cx="542001" cy="1448258"/>
          </a:xfrm>
        </p:grpSpPr>
        <p:sp>
          <p:nvSpPr>
            <p:cNvPr id="247" name="Google Shape;247;p13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3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3"/>
          <p:cNvGrpSpPr/>
          <p:nvPr/>
        </p:nvGrpSpPr>
        <p:grpSpPr>
          <a:xfrm>
            <a:off x="17259300" y="8180320"/>
            <a:ext cx="2057911" cy="5498854"/>
            <a:chOff x="0" y="-57150"/>
            <a:chExt cx="542001" cy="1448258"/>
          </a:xfrm>
        </p:grpSpPr>
        <p:sp>
          <p:nvSpPr>
            <p:cNvPr id="250" name="Google Shape;250;p13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3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"/>
          <p:cNvSpPr/>
          <p:nvPr/>
        </p:nvSpPr>
        <p:spPr>
          <a:xfrm>
            <a:off x="9797796" y="4091940"/>
            <a:ext cx="2171700" cy="523494"/>
          </a:xfrm>
          <a:custGeom>
            <a:rect b="b" l="l" r="r" t="t"/>
            <a:pathLst>
              <a:path extrusionOk="0" h="465328" w="1930400">
                <a:moveTo>
                  <a:pt x="0" y="0"/>
                </a:moveTo>
                <a:lnTo>
                  <a:pt x="1930400" y="0"/>
                </a:lnTo>
                <a:lnTo>
                  <a:pt x="1930400" y="465328"/>
                </a:lnTo>
                <a:lnTo>
                  <a:pt x="0" y="465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4"/>
          <p:cNvSpPr/>
          <p:nvPr/>
        </p:nvSpPr>
        <p:spPr>
          <a:xfrm>
            <a:off x="12483846" y="6986016"/>
            <a:ext cx="1856232" cy="461772"/>
          </a:xfrm>
          <a:custGeom>
            <a:rect b="b" l="l" r="r" t="t"/>
            <a:pathLst>
              <a:path extrusionOk="0" h="410464" w="1649984">
                <a:moveTo>
                  <a:pt x="0" y="0"/>
                </a:moveTo>
                <a:lnTo>
                  <a:pt x="1649984" y="0"/>
                </a:lnTo>
                <a:lnTo>
                  <a:pt x="1649984" y="410464"/>
                </a:lnTo>
                <a:lnTo>
                  <a:pt x="0" y="41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4"/>
          <p:cNvSpPr txBox="1"/>
          <p:nvPr/>
        </p:nvSpPr>
        <p:spPr>
          <a:xfrm>
            <a:off x="6310689" y="482846"/>
            <a:ext cx="4589902" cy="80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7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9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Thao tác nhanh</a:t>
            </a:r>
            <a:endParaRPr/>
          </a:p>
        </p:txBody>
      </p:sp>
      <p:sp>
        <p:nvSpPr>
          <p:cNvPr id="259" name="Google Shape;259;p14"/>
          <p:cNvSpPr txBox="1"/>
          <p:nvPr/>
        </p:nvSpPr>
        <p:spPr>
          <a:xfrm>
            <a:off x="5903909" y="1334429"/>
            <a:ext cx="97369" cy="757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3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60" name="Google Shape;260;p14"/>
          <p:cNvSpPr txBox="1"/>
          <p:nvPr/>
        </p:nvSpPr>
        <p:spPr>
          <a:xfrm>
            <a:off x="3812091" y="1537030"/>
            <a:ext cx="454285" cy="733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197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/>
          </a:p>
        </p:txBody>
      </p:sp>
      <p:sp>
        <p:nvSpPr>
          <p:cNvPr id="261" name="Google Shape;261;p14"/>
          <p:cNvSpPr txBox="1"/>
          <p:nvPr/>
        </p:nvSpPr>
        <p:spPr>
          <a:xfrm>
            <a:off x="3812091" y="4673808"/>
            <a:ext cx="454285" cy="3031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197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/>
          </a:p>
          <a:p>
            <a:pPr indent="0" lvl="0" marL="0" marR="0" rtl="0" algn="just">
              <a:lnSpc>
                <a:spcPct val="2118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193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3. 4.</a:t>
            </a:r>
            <a:endParaRPr/>
          </a:p>
        </p:txBody>
      </p:sp>
      <p:sp>
        <p:nvSpPr>
          <p:cNvPr id="262" name="Google Shape;262;p14"/>
          <p:cNvSpPr txBox="1"/>
          <p:nvPr/>
        </p:nvSpPr>
        <p:spPr>
          <a:xfrm>
            <a:off x="4705917" y="1620179"/>
            <a:ext cx="7030536" cy="471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3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Cột đầutiêncủacácbảnghilàcộtcheckbox:</a:t>
            </a:r>
            <a:endParaRPr/>
          </a:p>
        </p:txBody>
      </p:sp>
      <p:sp>
        <p:nvSpPr>
          <p:cNvPr id="263" name="Google Shape;263;p14"/>
          <p:cNvSpPr txBox="1"/>
          <p:nvPr/>
        </p:nvSpPr>
        <p:spPr>
          <a:xfrm>
            <a:off x="4705917" y="2080098"/>
            <a:ext cx="116472" cy="423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64" name="Google Shape;264;p14"/>
          <p:cNvSpPr txBox="1"/>
          <p:nvPr/>
        </p:nvSpPr>
        <p:spPr>
          <a:xfrm>
            <a:off x="5135685" y="2080098"/>
            <a:ext cx="9948015" cy="423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Tích chọncheckbox này nếu muốn chọnbản ghiđóđể áp dụng </a:t>
            </a:r>
            <a:endParaRPr/>
          </a:p>
        </p:txBody>
      </p:sp>
      <p:sp>
        <p:nvSpPr>
          <p:cNvPr id="265" name="Google Shape;265;p14"/>
          <p:cNvSpPr txBox="1"/>
          <p:nvPr/>
        </p:nvSpPr>
        <p:spPr>
          <a:xfrm>
            <a:off x="4705917" y="2491578"/>
            <a:ext cx="2504156" cy="423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thao tác nhanh. </a:t>
            </a:r>
            <a:endParaRPr/>
          </a:p>
        </p:txBody>
      </p:sp>
      <p:sp>
        <p:nvSpPr>
          <p:cNvPr id="266" name="Google Shape;266;p14"/>
          <p:cNvSpPr txBox="1"/>
          <p:nvPr/>
        </p:nvSpPr>
        <p:spPr>
          <a:xfrm>
            <a:off x="4705917" y="2903058"/>
            <a:ext cx="116472" cy="423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67" name="Google Shape;267;p14"/>
          <p:cNvSpPr txBox="1"/>
          <p:nvPr/>
        </p:nvSpPr>
        <p:spPr>
          <a:xfrm>
            <a:off x="5135685" y="2903058"/>
            <a:ext cx="8353858" cy="423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Khi nhấn sang trang khác, trạng thái đã chọn của các </a:t>
            </a:r>
            <a:endParaRPr/>
          </a:p>
        </p:txBody>
      </p:sp>
      <p:sp>
        <p:nvSpPr>
          <p:cNvPr id="268" name="Google Shape;268;p14"/>
          <p:cNvSpPr txBox="1"/>
          <p:nvPr/>
        </p:nvSpPr>
        <p:spPr>
          <a:xfrm>
            <a:off x="4705917" y="3314538"/>
            <a:ext cx="4114314" cy="423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checkboxvẫnđược giữ lại</a:t>
            </a:r>
            <a:endParaRPr/>
          </a:p>
        </p:txBody>
      </p:sp>
      <p:sp>
        <p:nvSpPr>
          <p:cNvPr id="269" name="Google Shape;269;p14"/>
          <p:cNvSpPr txBox="1"/>
          <p:nvPr/>
        </p:nvSpPr>
        <p:spPr>
          <a:xfrm>
            <a:off x="4705917" y="3726018"/>
            <a:ext cx="116472" cy="423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70" name="Google Shape;270;p14"/>
          <p:cNvSpPr txBox="1"/>
          <p:nvPr/>
        </p:nvSpPr>
        <p:spPr>
          <a:xfrm>
            <a:off x="5135685" y="3726018"/>
            <a:ext cx="9649120" cy="423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Hệ thống đếm các bản ghi đã được lựa chọn. Có thể nhấn bỏ </a:t>
            </a:r>
            <a:endParaRPr/>
          </a:p>
        </p:txBody>
      </p:sp>
      <p:sp>
        <p:nvSpPr>
          <p:cNvPr id="271" name="Google Shape;271;p14"/>
          <p:cNvSpPr txBox="1"/>
          <p:nvPr/>
        </p:nvSpPr>
        <p:spPr>
          <a:xfrm>
            <a:off x="4705917" y="4137069"/>
            <a:ext cx="10134938" cy="3379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3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chọn tất cả các bản ghi đã chọn: </a:t>
            </a:r>
            <a:endParaRPr/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Tích chọn checkbox ở dòng Tiêu đề cột thì hệ thống sẽ tích chọn 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tất cả các checkbox trên trang hiện tại của danh sách</a:t>
            </a:r>
            <a:endParaRPr/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Khi nhấn sang trang khác, trạng thái đã chọn của các checkbox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vẫnđược giữ lại</a:t>
            </a:r>
            <a:endParaRPr/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Dropdownlist chọn chức năng cần thao tác nhanh: </a:t>
            </a:r>
            <a:endParaRPr/>
          </a:p>
        </p:txBody>
      </p:sp>
      <p:sp>
        <p:nvSpPr>
          <p:cNvPr id="272" name="Google Shape;272;p14"/>
          <p:cNvSpPr txBox="1"/>
          <p:nvPr/>
        </p:nvSpPr>
        <p:spPr>
          <a:xfrm>
            <a:off x="4705917" y="7685380"/>
            <a:ext cx="116472" cy="14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  <a:p>
            <a:pPr indent="0" lvl="0" marL="0" marR="0" rtl="0" algn="just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- -</a:t>
            </a:r>
            <a:endParaRPr/>
          </a:p>
        </p:txBody>
      </p:sp>
      <p:sp>
        <p:nvSpPr>
          <p:cNvPr id="273" name="Google Shape;273;p14"/>
          <p:cNvSpPr txBox="1"/>
          <p:nvPr/>
        </p:nvSpPr>
        <p:spPr>
          <a:xfrm>
            <a:off x="5135685" y="7685380"/>
            <a:ext cx="9958316" cy="14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Dropdownlist enable chỉ khi ít nhất 1 checkbox được chọn</a:t>
            </a:r>
            <a:endParaRPr/>
          </a:p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Item “Thao tác nhanh” là lựa chọn mặc định, hệ thống sẽ không </a:t>
            </a:r>
            <a:endParaRPr/>
          </a:p>
          <a:p>
            <a:pPr indent="0" lvl="0" marL="0" marR="0" rtl="0" algn="l">
              <a:lnSpc>
                <a:spcPct val="4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3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thực hiện gì cả khi chọn. </a:t>
            </a:r>
            <a:endParaRPr/>
          </a:p>
          <a:p>
            <a:pPr indent="0" lvl="0" marL="0" marR="0" rtl="0" algn="l">
              <a:lnSpc>
                <a:spcPct val="1902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Chọnmột item chức năngthao tác nhanhkhácđể áp </a:t>
            </a:r>
            <a:endParaRPr/>
          </a:p>
        </p:txBody>
      </p:sp>
      <p:sp>
        <p:nvSpPr>
          <p:cNvPr id="274" name="Google Shape;274;p14"/>
          <p:cNvSpPr txBox="1"/>
          <p:nvPr/>
        </p:nvSpPr>
        <p:spPr>
          <a:xfrm>
            <a:off x="4705917" y="9331671"/>
            <a:ext cx="5805668" cy="242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dụng cho các bản ghi vừa được chọn</a:t>
            </a:r>
            <a:endParaRPr/>
          </a:p>
        </p:txBody>
      </p:sp>
      <p:sp>
        <p:nvSpPr>
          <p:cNvPr id="275" name="Google Shape;275;p14"/>
          <p:cNvSpPr txBox="1"/>
          <p:nvPr/>
        </p:nvSpPr>
        <p:spPr>
          <a:xfrm>
            <a:off x="4705917" y="9381201"/>
            <a:ext cx="116472" cy="604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/>
          </a:p>
        </p:txBody>
      </p:sp>
      <p:sp>
        <p:nvSpPr>
          <p:cNvPr id="276" name="Google Shape;276;p14"/>
          <p:cNvSpPr txBox="1"/>
          <p:nvPr/>
        </p:nvSpPr>
        <p:spPr>
          <a:xfrm>
            <a:off x="5135685" y="9381201"/>
            <a:ext cx="9548936" cy="604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51C75"/>
                </a:solidFill>
                <a:latin typeface="Arial"/>
                <a:ea typeface="Arial"/>
                <a:cs typeface="Arial"/>
                <a:sym typeface="Arial"/>
              </a:rPr>
              <a:t>Danh sách các lựa chọnthường là: Thao tác nhanh, Xuất file,</a:t>
            </a:r>
            <a:endParaRPr/>
          </a:p>
        </p:txBody>
      </p:sp>
      <p:grpSp>
        <p:nvGrpSpPr>
          <p:cNvPr id="277" name="Google Shape;277;p14"/>
          <p:cNvGrpSpPr/>
          <p:nvPr/>
        </p:nvGrpSpPr>
        <p:grpSpPr>
          <a:xfrm>
            <a:off x="-1029211" y="-3954904"/>
            <a:ext cx="2057911" cy="5498854"/>
            <a:chOff x="0" y="-57150"/>
            <a:chExt cx="542001" cy="1448258"/>
          </a:xfrm>
        </p:grpSpPr>
        <p:sp>
          <p:nvSpPr>
            <p:cNvPr id="278" name="Google Shape;278;p14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14"/>
          <p:cNvGrpSpPr/>
          <p:nvPr/>
        </p:nvGrpSpPr>
        <p:grpSpPr>
          <a:xfrm>
            <a:off x="17259300" y="8180320"/>
            <a:ext cx="2057911" cy="5498854"/>
            <a:chOff x="0" y="-57150"/>
            <a:chExt cx="542001" cy="1448258"/>
          </a:xfrm>
        </p:grpSpPr>
        <p:sp>
          <p:nvSpPr>
            <p:cNvPr id="281" name="Google Shape;281;p14"/>
            <p:cNvSpPr/>
            <p:nvPr/>
          </p:nvSpPr>
          <p:spPr>
            <a:xfrm>
              <a:off x="0" y="0"/>
              <a:ext cx="542001" cy="1391108"/>
            </a:xfrm>
            <a:custGeom>
              <a:rect b="b" l="l" r="r" t="t"/>
              <a:pathLst>
                <a:path extrusionOk="0" h="1391108" w="542001">
                  <a:moveTo>
                    <a:pt x="191863" y="0"/>
                  </a:moveTo>
                  <a:lnTo>
                    <a:pt x="350138" y="0"/>
                  </a:lnTo>
                  <a:cubicBezTo>
                    <a:pt x="401023" y="0"/>
                    <a:pt x="449824" y="20214"/>
                    <a:pt x="485806" y="56196"/>
                  </a:cubicBezTo>
                  <a:cubicBezTo>
                    <a:pt x="521787" y="92177"/>
                    <a:pt x="542001" y="140978"/>
                    <a:pt x="542001" y="191863"/>
                  </a:cubicBezTo>
                  <a:lnTo>
                    <a:pt x="542001" y="1199245"/>
                  </a:lnTo>
                  <a:cubicBezTo>
                    <a:pt x="542001" y="1250130"/>
                    <a:pt x="521787" y="1298931"/>
                    <a:pt x="485806" y="1334913"/>
                  </a:cubicBezTo>
                  <a:cubicBezTo>
                    <a:pt x="449824" y="1370894"/>
                    <a:pt x="401023" y="1391108"/>
                    <a:pt x="350138" y="1391108"/>
                  </a:cubicBezTo>
                  <a:lnTo>
                    <a:pt x="191863" y="1391108"/>
                  </a:lnTo>
                  <a:cubicBezTo>
                    <a:pt x="85900" y="1391108"/>
                    <a:pt x="0" y="1305208"/>
                    <a:pt x="0" y="1199245"/>
                  </a:cubicBezTo>
                  <a:lnTo>
                    <a:pt x="0" y="191863"/>
                  </a:lnTo>
                  <a:cubicBezTo>
                    <a:pt x="0" y="140978"/>
                    <a:pt x="20214" y="92177"/>
                    <a:pt x="56196" y="56196"/>
                  </a:cubicBezTo>
                  <a:cubicBezTo>
                    <a:pt x="92177" y="20214"/>
                    <a:pt x="140978" y="0"/>
                    <a:pt x="191863" y="0"/>
                  </a:cubicBezTo>
                  <a:close/>
                </a:path>
              </a:pathLst>
            </a:custGeom>
            <a:solidFill>
              <a:srgbClr val="CA2F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 txBox="1"/>
            <p:nvPr/>
          </p:nvSpPr>
          <p:spPr>
            <a:xfrm>
              <a:off x="0" y="-57150"/>
              <a:ext cx="542001" cy="14482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1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