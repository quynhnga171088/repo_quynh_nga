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e6175fa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e6175fa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1ef1c66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1ef1c66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1ef1c66d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1ef1c66d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d1ef1c66d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d1ef1c66d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1ef1c66d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1ef1c66d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1ef1c66d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1ef1c66d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d1ef1c66d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d1ef1c66d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1ef1c66d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1ef1c66d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1ef1c66d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1ef1c66d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1ef1c66da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1ef1c66d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1ef1c66d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1ef1c66d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1ef1c66d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1ef1c66d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1ef1c66d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1ef1c66d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1ef1c66d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d1ef1c66d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7a4622adb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07a4622ad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7a4622ad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7a4622ad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Kỹ năng quản lý task</a:t>
            </a:r>
            <a:endParaRPr sz="25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Department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606225" y="404150"/>
            <a:ext cx="758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Mục lục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778050" y="1018825"/>
            <a:ext cx="7587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Quản lý task là công việc như thế nào?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Điểm quan trọng trong quản lý task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Một số tool sử dụng để quản lý task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➢"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Quản lý task là như thế nào?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5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5"/>
          <p:cNvSpPr txBox="1"/>
          <p:nvPr/>
        </p:nvSpPr>
        <p:spPr>
          <a:xfrm>
            <a:off x="422500" y="1155100"/>
            <a:ext cx="81495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Là việc đảm bảo các thao tác </a:t>
            </a:r>
            <a:r>
              <a:rPr b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cần thiết + phải làm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trong một TODO hoạt động tốt để đảm bảo Deadline của TODO được hoàn thành đúng hạn.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Trong đó task được chia thành 2 loại như sau: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★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Tasks của team ( team project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Các task mà trong một project được đề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Ra để hoàn thành project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★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Tasks cá nhân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( tasks cá nhân trong project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Là những task mà chính bản thân đương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Nhiên phải làm để hoàn thành được Todo được giao trong project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250" y="2233925"/>
            <a:ext cx="3951782" cy="22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Điểm quan trọng trong quản lý task</a:t>
            </a: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6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16"/>
          <p:cNvSpPr txBox="1"/>
          <p:nvPr/>
        </p:nvSpPr>
        <p:spPr>
          <a:xfrm>
            <a:off x="422500" y="670100"/>
            <a:ext cx="81495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★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Tasks của team ( team project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Tạo Schedule chuẩn xác bao gồm: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Có đầy đủ 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start date - end date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thể hiện được lịch trình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Bao hàm đủ khối lượng công việc đáp ứng scope của khách hàng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Có buffer thời gian tối thiểu 30% /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Có độ ưu tiên, task nào cần làm trước thì phải đặt độ ưu tiên cao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Task phải rõ ràng, dễ hiểu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○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Ai sẽ là người thực hiện task đó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Schedule cần phải nhìn thấy được cụ thể hóa tiến độ từng task đang đạt bao nhiêu % so với mốc deliver ban đầu đặt ra của schedule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Thực hiện đánh giá tiến độ và ReSchedule thường xuyên trong trường hợp không đảm bảo hoàn thành được kỳ hạn của Schedule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Điểm quan trọng trong quản lý task?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7"/>
          <p:cNvSpPr txBox="1"/>
          <p:nvPr/>
        </p:nvSpPr>
        <p:spPr>
          <a:xfrm>
            <a:off x="422500" y="670100"/>
            <a:ext cx="8149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★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Tasks cá nhân ( team project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( tasks cá nhân trong project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Nắm rõ được nội dung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Deadline của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Khối lượng task cần hoàn thành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●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Nắm rõ được độ ưu tiên của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Cần thường xuyên đánh giá tiến độ task của</a:t>
            </a:r>
            <a:endParaRPr i="1" sz="17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bản thân đang thực hiện để kịp thời thông </a:t>
            </a:r>
            <a:endParaRPr i="1" sz="17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báo ReSchedule cho cấp trên trong trường </a:t>
            </a:r>
            <a:endParaRPr i="1" sz="17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hợp không keep được deadline</a:t>
            </a:r>
            <a:endParaRPr i="1" sz="17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25175"/>
            <a:ext cx="4339725" cy="289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8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225" y="1950625"/>
            <a:ext cx="8295301" cy="17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425000" y="1373050"/>
            <a:ext cx="627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Dưới đây là 5 bước cần thực hiện khi bắt đầu công việc quản lý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9"/>
          <p:cNvSpPr txBox="1"/>
          <p:nvPr/>
        </p:nvSpPr>
        <p:spPr>
          <a:xfrm>
            <a:off x="534600" y="1204075"/>
            <a:ext cx="80748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①</a:t>
            </a:r>
            <a:r>
              <a:rPr b="1" lang="en" sz="2200"/>
              <a:t>List UP</a:t>
            </a: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 ra danh sách các </a:t>
            </a: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task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Các việc dưới đây là những công việc đầu tiên cần phải làm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「書き出す」：やるべきことを漏れなくリストアップし、種類別に分ける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「細分化する」：リストアップしたタスクの内容を細分化し、不明点がないか確認する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「期限を決める」：タスク別に実現可能な期間を検討し、期限を決める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Sử dụng phương pháp tạo WBS ( Work breakdown structure ) để thực hiện việc List UP các 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Cần làm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534600" y="1204075"/>
            <a:ext cx="807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①</a:t>
            </a:r>
            <a:r>
              <a:rPr lang="en"/>
              <a:t>List UP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ra danh sách các task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Sử dụng phương pháp tạo WBS ( Work breakdown structure ) để thực hiện việc List UP các 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Cần làm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1725" y="2231500"/>
            <a:ext cx="4053556" cy="22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1"/>
          <p:cNvSpPr txBox="1"/>
          <p:nvPr/>
        </p:nvSpPr>
        <p:spPr>
          <a:xfrm>
            <a:off x="534600" y="1204075"/>
            <a:ext cx="8074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②</a:t>
            </a:r>
            <a:r>
              <a:rPr b="1" lang="en" sz="2200"/>
              <a:t>Setup Schedule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Điền người chịu trách nhiệm cho từng task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Điền kỳ hạn hoàn thành cho từng task trong WBS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Thực hiện theo hình thức </a:t>
            </a:r>
            <a:r>
              <a:rPr b="1" lang="en" sz="1800">
                <a:solidFill>
                  <a:srgbClr val="FF0000"/>
                </a:solidFill>
              </a:rPr>
              <a:t>gantt chart</a:t>
            </a:r>
            <a:r>
              <a:rPr lang="en"/>
              <a:t> để có thể nhìn thấy được cụ thể hóa lịch trình tiến độ phát triển của Schedule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22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2"/>
          <p:cNvSpPr txBox="1"/>
          <p:nvPr/>
        </p:nvSpPr>
        <p:spPr>
          <a:xfrm>
            <a:off x="534600" y="1204075"/>
            <a:ext cx="8074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②</a:t>
            </a:r>
            <a:r>
              <a:rPr b="1" lang="en" sz="2200"/>
              <a:t>Setup Schedule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050" y="1792950"/>
            <a:ext cx="5219952" cy="30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3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3"/>
          <p:cNvSpPr txBox="1"/>
          <p:nvPr/>
        </p:nvSpPr>
        <p:spPr>
          <a:xfrm>
            <a:off x="534600" y="1204075"/>
            <a:ext cx="807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b="1" lang="en" sz="2200"/>
              <a:t>Cụ thể hóa nhìn thấy được trực tiếp tiến độ của Schedule so với các mốc deliver ban đầu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0225" y="1934100"/>
            <a:ext cx="5644176" cy="29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4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4"/>
          <p:cNvSpPr txBox="1"/>
          <p:nvPr/>
        </p:nvSpPr>
        <p:spPr>
          <a:xfrm>
            <a:off x="534600" y="1204075"/>
            <a:ext cx="8074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④</a:t>
            </a:r>
            <a:r>
              <a:rPr b="1" lang="en" sz="2200"/>
              <a:t>Re Schedule liên tục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Dựa vào tiến độ thực tế ở mục 3 để quyết định có ReSchedule hay không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Thay đổi độ ưu tiên các task khi gặp issue khó giải quyết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Tracking liên tục tiến độ sau khi ReSchedule để xem có hiệu quả không sau đó thực hiện ReSchedule tiếp nếu cần thiết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Report thông tin đầy đủ cho tất cả các vendor của dự án, bao gồm cả internal + external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Làm thế nào để quản lý task tốt nhất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5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5"/>
          <p:cNvSpPr txBox="1"/>
          <p:nvPr/>
        </p:nvSpPr>
        <p:spPr>
          <a:xfrm>
            <a:off x="534600" y="1204075"/>
            <a:ext cx="80748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⑤</a:t>
            </a:r>
            <a:r>
              <a:rPr b="1" lang="en" sz="2200"/>
              <a:t>Cải thiện và đặt mục tiêu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Char char="❖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Sau khi hoàn thành các task thì hãy đánh giá lại Schedule so với Schedule ban đầu và thực hiện cải thiện để đạt hiệu quả tốt hơn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Việc cải thiện và đặt mục tiêu cho Schedule này cũng cần thực hiện sau khi hoàn thành một MileStone ( Mục tiêu ) để có thể làm tốt hơn nữa cho các project sau</a:t>
            </a:r>
            <a:endParaRPr i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Một số tool sử dụng để quản lý task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26"/>
          <p:cNvCxnSpPr/>
          <p:nvPr/>
        </p:nvCxnSpPr>
        <p:spPr>
          <a:xfrm>
            <a:off x="172105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6"/>
          <p:cNvSpPr txBox="1"/>
          <p:nvPr/>
        </p:nvSpPr>
        <p:spPr>
          <a:xfrm>
            <a:off x="337825" y="1318575"/>
            <a:ext cx="8325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Redmine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Excel ( template WBS, Schedule vv..vv 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Backlog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Jira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Trello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。。。。。。。。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6825" y="2255825"/>
            <a:ext cx="4925725" cy="245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422500" y="372325"/>
            <a:ext cx="775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27"/>
          <p:cNvCxnSpPr/>
          <p:nvPr/>
        </p:nvCxnSpPr>
        <p:spPr>
          <a:xfrm>
            <a:off x="422500" y="941725"/>
            <a:ext cx="2041800" cy="66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7"/>
          <p:cNvSpPr txBox="1"/>
          <p:nvPr/>
        </p:nvSpPr>
        <p:spPr>
          <a:xfrm>
            <a:off x="337825" y="1318575"/>
            <a:ext cx="83256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Nếu trường hợp gặp phải 1 task khó không thể hoàn thành được thì bạn sẽ trao đổi với khách hàng như thế nào để vẫn hoàn thành được MileStone và Schedule đúng hạn?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Nếu bạn phải xử lý khối lượng công việc cực nhiều khoảng trên 2 dự án thì bạn sẽ quản lý task như thế nào để không bị Miss Deadline?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Trường hợp trong dự án sau khi nhận được </a:t>
            </a:r>
            <a:r>
              <a:rPr lang="en" sz="1700"/>
              <a:t>requirement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của khách hàng và lên được WBS bạn sẽ cần làm gì trước khi thực hiện implement?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Trường hợp dev không thể hoàn thành được deadline của task thì với vai trò comtor trong dự án bạn sẽ làm gì?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8663425" y="3856375"/>
            <a:ext cx="8118600" cy="374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175" y="919875"/>
            <a:ext cx="4114312" cy="33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